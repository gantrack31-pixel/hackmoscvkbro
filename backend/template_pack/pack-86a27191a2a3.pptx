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"/>
  </p:notesMasterIdLst>
  <p:sldSz cx="12195175" cy="6859588"/>
  <p:notesSz cx="6858000" cy="9144000"/>
  <p:embeddedFontLst>
    <p:embeddedFont>
      <p:font typeface="Lato" panose="020F0502020204030203" pitchFamily="34" charset="0"/>
      <p:regular r:id="rId3"/>
      <p:bold r:id="rId4"/>
      <p:italic r:id="rId5"/>
      <p:boldItalic r:id="rId6"/>
    </p:embeddedFont>
    <p:embeddedFont>
      <p:font typeface="Raleway" panose="020B0503030101060003" pitchFamily="34" charset="-52"/>
      <p:regular r:id="rId7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</p:embeddedFontLst>
  <p:defaultTextStyle>
    <a:defPPr>
      <a:defRPr lang="ru-RU"/>
    </a:defPPr>
    <a:lvl1pPr marL="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2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444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166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888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61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33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053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775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323"/>
    <a:srgbClr val="3F3F3F"/>
    <a:srgbClr val="FFFFFF"/>
    <a:srgbClr val="E02A73"/>
    <a:srgbClr val="5F4B8B"/>
    <a:srgbClr val="00A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71" autoAdjust="0"/>
  </p:normalViewPr>
  <p:slideViewPr>
    <p:cSldViewPr showGuides="1">
      <p:cViewPr>
        <p:scale>
          <a:sx n="66" d="100"/>
          <a:sy n="66" d="100"/>
        </p:scale>
        <p:origin x="-912" y="-180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2" Type="http://schemas.openxmlformats.org/officeDocument/2006/relationships/notesMaster" Target="notesMasters/notesMaster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heme" Target="theme/theme1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E5C77-50ED-43B3-B835-1440DA98E97A}" type="datetimeFigureOut">
              <a:rPr lang="ru-RU" smtClean="0"/>
              <a:t>22.12.2017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7E8B1-845F-49AD-906F-C513E895C8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60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00A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Мои документы\!Дизайн\aaa\slider\Slides\3.1-m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98"/>
          <a:stretch/>
        </p:blipFill>
        <p:spPr bwMode="auto">
          <a:xfrm>
            <a:off x="-95101" y="1"/>
            <a:ext cx="12362283" cy="685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/>
          <p:cNvSpPr/>
          <p:nvPr userDrawn="1"/>
        </p:nvSpPr>
        <p:spPr>
          <a:xfrm>
            <a:off x="-95100" y="2"/>
            <a:ext cx="12362282" cy="6859586"/>
          </a:xfrm>
          <a:prstGeom prst="rect">
            <a:avLst/>
          </a:prstGeom>
          <a:solidFill>
            <a:schemeClr val="tx1">
              <a:alpha val="30000"/>
            </a:schemeClr>
          </a:solidFill>
          <a:ln w="1778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3555" y="4122288"/>
            <a:ext cx="10946640" cy="1517817"/>
          </a:xfrm>
          <a:prstGeom prst="rect">
            <a:avLst/>
          </a:prstGeom>
        </p:spPr>
        <p:txBody>
          <a:bodyPr lIns="121944" tIns="60972" rIns="121944" bIns="60972"/>
          <a:lstStyle>
            <a:lvl1pPr marL="0" indent="0" algn="ctr">
              <a:buNone/>
              <a:defRPr lang="ru-RU" sz="2400" b="0" kern="1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09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ru-RU" dirty="0"/>
          </a:p>
        </p:txBody>
      </p:sp>
      <p:pic>
        <p:nvPicPr>
          <p:cNvPr id="5" name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62083" y="605792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/>
          <p:cNvSpPr/>
          <p:nvPr userDrawn="1"/>
        </p:nvSpPr>
        <p:spPr>
          <a:xfrm>
            <a:off x="1621" y="55641"/>
            <a:ext cx="12150659" cy="6742161"/>
          </a:xfrm>
          <a:prstGeom prst="rect">
            <a:avLst/>
          </a:prstGeom>
          <a:noFill/>
          <a:ln w="3302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227555" y="229189"/>
            <a:ext cx="11702680" cy="6395501"/>
          </a:xfrm>
          <a:prstGeom prst="rect">
            <a:avLst/>
          </a:prstGeom>
          <a:noFill/>
          <a:ln w="1778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28570" y="932938"/>
            <a:ext cx="10941625" cy="3072920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ctr">
              <a:defRPr lang="ru-RU" sz="8000" b="1" kern="1200" spc="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5239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Мои документы\!Дизайн\aaa\slider\Slides\3.2-min-m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2" b="14995"/>
          <a:stretch/>
        </p:blipFill>
        <p:spPr bwMode="auto">
          <a:xfrm>
            <a:off x="-216024" y="0"/>
            <a:ext cx="12506299" cy="685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 userDrawn="1"/>
        </p:nvSpPr>
        <p:spPr>
          <a:xfrm>
            <a:off x="-95100" y="2"/>
            <a:ext cx="12362282" cy="6859587"/>
          </a:xfrm>
          <a:prstGeom prst="rect">
            <a:avLst/>
          </a:prstGeom>
          <a:solidFill>
            <a:schemeClr val="tx1">
              <a:alpha val="30000"/>
            </a:schemeClr>
          </a:solidFill>
          <a:ln w="1778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696987" y="1"/>
            <a:ext cx="9001000" cy="6859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057027" y="981522"/>
            <a:ext cx="8280920" cy="1296144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4800" b="1" kern="1200" spc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10" hasCustomPrompt="1"/>
          </p:nvPr>
        </p:nvSpPr>
        <p:spPr>
          <a:xfrm>
            <a:off x="1057027" y="2421682"/>
            <a:ext cx="8280920" cy="3528392"/>
          </a:xfrm>
          <a:prstGeom prst="rect">
            <a:avLst/>
          </a:prstGeom>
        </p:spPr>
        <p:txBody>
          <a:bodyPr lIns="121944" tIns="60972" rIns="121944" bIns="60972"/>
          <a:lstStyle>
            <a:lvl1pPr marL="0" indent="0">
              <a:lnSpc>
                <a:spcPct val="150000"/>
              </a:lnSpc>
              <a:buNone/>
              <a:defRPr sz="1800" b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Text</a:t>
            </a:r>
            <a:endParaRPr lang="ru-RU" dirty="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227555" y="229189"/>
            <a:ext cx="11702680" cy="6395501"/>
          </a:xfrm>
          <a:prstGeom prst="rect">
            <a:avLst/>
          </a:prstGeom>
          <a:noFill/>
          <a:ln w="1778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62083" y="605792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368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_text">
    <p:bg>
      <p:bgPr>
        <a:solidFill>
          <a:srgbClr val="00A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12195175" cy="6859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"/>
          <p:cNvSpPr>
            <a:spLocks noGrp="1"/>
          </p:cNvSpPr>
          <p:nvPr>
            <p:ph type="body" sz="quarter" idx="10" hasCustomPrompt="1"/>
          </p:nvPr>
        </p:nvSpPr>
        <p:spPr>
          <a:xfrm>
            <a:off x="624581" y="548345"/>
            <a:ext cx="10946016" cy="5761769"/>
          </a:xfrm>
          <a:prstGeom prst="rect">
            <a:avLst/>
          </a:prstGeom>
        </p:spPr>
        <p:txBody>
          <a:bodyPr lIns="121944" tIns="60972" rIns="121944" bIns="60972" anchor="ctr"/>
          <a:lstStyle>
            <a:lvl1pPr marL="0" indent="0" algn="ctr" defTabSz="1219444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ru-RU" sz="2400" b="1" kern="1200" baseline="0" dirty="0" smtClean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09722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 smtClean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2pPr>
            <a:lvl3pPr marL="1219444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 smtClean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3pPr>
            <a:lvl4pPr marL="1829166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 smtClean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4pPr>
            <a:lvl5pPr marL="2438888" indent="0" algn="ctr" defTabSz="1219444" rtl="0" eaLnBrk="1" latinLnBrk="0" hangingPunct="1">
              <a:spcBef>
                <a:spcPct val="0"/>
              </a:spcBef>
              <a:buNone/>
              <a:defRPr lang="ru-RU" sz="4800" b="1" kern="1200" baseline="0" dirty="0">
                <a:solidFill>
                  <a:srgbClr val="FFFFFF"/>
                </a:solidFill>
                <a:latin typeface="Raleway" panose="020B0503030101060003" pitchFamily="34" charset="-52"/>
                <a:ea typeface="+mj-ea"/>
                <a:cs typeface="+mj-cs"/>
              </a:defRPr>
            </a:lvl5pPr>
          </a:lstStyle>
          <a:p>
            <a:pPr lvl="0"/>
            <a:r>
              <a:rPr lang="en-US" dirty="0" smtClean="0"/>
              <a:t>Important text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27555" y="229189"/>
            <a:ext cx="11702680" cy="6395501"/>
          </a:xfrm>
          <a:prstGeom prst="rect">
            <a:avLst/>
          </a:prstGeom>
          <a:noFill/>
          <a:ln w="1778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62083" y="605792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882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 userDrawn="1"/>
        </p:nvSpPr>
        <p:spPr>
          <a:xfrm>
            <a:off x="5377507" y="1"/>
            <a:ext cx="5904656" cy="68595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759" y="274702"/>
            <a:ext cx="10672404" cy="1354892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4800" b="1" kern="1200" spc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10" hasCustomPrompt="1"/>
          </p:nvPr>
        </p:nvSpPr>
        <p:spPr>
          <a:xfrm>
            <a:off x="624580" y="1989635"/>
            <a:ext cx="4608911" cy="3888431"/>
          </a:xfrm>
          <a:prstGeom prst="rect">
            <a:avLst/>
          </a:prstGeom>
        </p:spPr>
        <p:txBody>
          <a:bodyPr lIns="121944" tIns="60972" rIns="121944" bIns="60972"/>
          <a:lstStyle>
            <a:lvl1pPr marL="0" indent="0">
              <a:buNone/>
              <a:defRPr sz="2400" b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Text</a:t>
            </a:r>
            <a:endParaRPr lang="ru-RU" dirty="0"/>
          </a:p>
        </p:txBody>
      </p:sp>
      <p:sp>
        <p:nvSpPr>
          <p:cNvPr id="4" name="picture_placeholder"/>
          <p:cNvSpPr>
            <a:spLocks noGrp="1"/>
          </p:cNvSpPr>
          <p:nvPr>
            <p:ph type="pic" sz="quarter" idx="11" hasCustomPrompt="1"/>
          </p:nvPr>
        </p:nvSpPr>
        <p:spPr>
          <a:xfrm>
            <a:off x="5377507" y="1989634"/>
            <a:ext cx="5904656" cy="3888432"/>
          </a:xfrm>
          <a:prstGeom prst="rect">
            <a:avLst/>
          </a:prstGeom>
        </p:spPr>
        <p:txBody>
          <a:bodyPr lIns="121944" tIns="60972" rIns="121944" bIns="60972" anchor="ctr"/>
          <a:lstStyle>
            <a:lvl1pPr marL="0" indent="0" algn="ctr">
              <a:buNone/>
              <a:defRPr lang="ru-RU" sz="2400" b="0" kern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smtClean="0"/>
              <a:t>Image</a:t>
            </a:r>
            <a:endParaRPr lang="ru-RU" dirty="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227555" y="229189"/>
            <a:ext cx="11702680" cy="6395501"/>
          </a:xfrm>
          <a:prstGeom prst="rect">
            <a:avLst/>
          </a:prstGeom>
          <a:noFill/>
          <a:ln w="1778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62083" y="605792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998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95101" y="0"/>
            <a:ext cx="12385375" cy="6958186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picture_placeholder"/>
          <p:cNvSpPr>
            <a:spLocks noGrp="1"/>
          </p:cNvSpPr>
          <p:nvPr>
            <p:ph type="pic" sz="quarter" idx="10" hasCustomPrompt="1"/>
          </p:nvPr>
        </p:nvSpPr>
        <p:spPr>
          <a:xfrm>
            <a:off x="342087" y="549475"/>
            <a:ext cx="7270856" cy="4752527"/>
          </a:xfrm>
          <a:prstGeom prst="rect">
            <a:avLst/>
          </a:prstGeom>
        </p:spPr>
        <p:txBody>
          <a:bodyPr lIns="121944" tIns="60972" rIns="121944" bIns="60972" anchor="ctr"/>
          <a:lstStyle>
            <a:lvl1pPr marL="0" indent="0" algn="ctr">
              <a:buNone/>
              <a:defRPr lang="ru-RU" sz="2700" b="0" kern="1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smtClean="0"/>
              <a:t>Image</a:t>
            </a:r>
            <a:endParaRPr lang="ru-RU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825778" y="549473"/>
            <a:ext cx="3816425" cy="4752529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4000" b="1" kern="1200" spc="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smtClean="0"/>
              <a:t>TITLE</a:t>
            </a:r>
            <a:endParaRPr lang="ru-RU" dirty="0"/>
          </a:p>
        </p:txBody>
      </p:sp>
      <p:pic>
        <p:nvPicPr>
          <p:cNvPr id="8" name="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62083" y="605792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 userDrawn="1"/>
        </p:nvSpPr>
        <p:spPr>
          <a:xfrm>
            <a:off x="1621" y="55641"/>
            <a:ext cx="12150659" cy="6742161"/>
          </a:xfrm>
          <a:prstGeom prst="rect">
            <a:avLst/>
          </a:prstGeom>
          <a:noFill/>
          <a:ln w="3302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27555" y="229189"/>
            <a:ext cx="11702680" cy="6395501"/>
          </a:xfrm>
          <a:prstGeom prst="rect">
            <a:avLst/>
          </a:prstGeom>
          <a:noFill/>
          <a:ln w="1778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053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Мои документы\!Дизайн\aaa\slider\Slides\3.4-m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3" b="13435"/>
          <a:stretch/>
        </p:blipFill>
        <p:spPr bwMode="auto">
          <a:xfrm>
            <a:off x="0" y="0"/>
            <a:ext cx="12195175" cy="679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6970" y="1629594"/>
            <a:ext cx="8931017" cy="1440493"/>
          </a:xfrm>
          <a:prstGeom prst="rect">
            <a:avLst/>
          </a:prstGeom>
        </p:spPr>
        <p:txBody>
          <a:bodyPr lIns="121944" tIns="60972" rIns="121944" bIns="60972" anchor="ctr"/>
          <a:lstStyle>
            <a:lvl1pPr algn="l">
              <a:defRPr lang="ru-RU" sz="4800" b="1" kern="1200" spc="0" baseline="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smtClean="0"/>
              <a:t>THANK YOU!</a:t>
            </a:r>
            <a:endParaRPr lang="ru-RU" dirty="0"/>
          </a:p>
        </p:txBody>
      </p:sp>
      <p:pic>
        <p:nvPicPr>
          <p:cNvPr id="8" name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62083" y="6057926"/>
            <a:ext cx="1045495" cy="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 userDrawn="1"/>
        </p:nvSpPr>
        <p:spPr>
          <a:xfrm>
            <a:off x="1621" y="55641"/>
            <a:ext cx="12150659" cy="6742161"/>
          </a:xfrm>
          <a:prstGeom prst="rect">
            <a:avLst/>
          </a:prstGeom>
          <a:noFill/>
          <a:ln w="330200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227555" y="229189"/>
            <a:ext cx="11702680" cy="6395501"/>
          </a:xfrm>
          <a:prstGeom prst="rect">
            <a:avLst/>
          </a:prstGeom>
          <a:noFill/>
          <a:ln w="1778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261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89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txStyles>
    <p:titleStyle>
      <a:lvl1pPr algn="ctr" defTabSz="1219444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91" indent="-45729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798" indent="-381076" algn="l" defTabSz="1219444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305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027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749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471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192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914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636" indent="-304861" algn="l" defTabSz="1219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2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44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166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888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1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33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053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775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0</Words>
  <Application>Microsoft Office PowerPoint</Application>
  <PresentationFormat>Произвольный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5" baseType="lpstr">
      <vt:lpstr>Arial</vt:lpstr>
      <vt:lpstr>Lato</vt:lpstr>
      <vt:lpstr>Raleway</vt:lpstr>
      <vt:lpstr>Calibri</vt:lpstr>
      <vt:lpstr>Тема Office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Gregory</dc:creator>
  <cp:lastModifiedBy>Lyalya</cp:lastModifiedBy>
  <cp:revision>70</cp:revision>
  <dcterms:created xsi:type="dcterms:W3CDTF">2016-11-07T23:13:23Z</dcterms:created>
  <dcterms:modified xsi:type="dcterms:W3CDTF">2017-12-22T10:57:57Z</dcterms:modified>
</cp:coreProperties>
</file>