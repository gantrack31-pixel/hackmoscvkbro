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" charset="1" panose="00000500000000000000"/>
      <p:regular r:id="rId26"/>
    </p:embeddedFont>
    <p:embeddedFont>
      <p:font typeface="Montserrat Medium" charset="1" panose="000006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4.xml" Type="http://schemas.openxmlformats.org/officeDocument/2006/relationships/slid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slide3.xml" Type="http://schemas.openxmlformats.org/officeDocument/2006/relationships/slide"/><Relationship Id="rId8" Target="slide7.xml" Type="http://schemas.openxmlformats.org/officeDocument/2006/relationships/slide"/><Relationship Id="rId9" Target="slide12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gif" Type="http://schemas.openxmlformats.org/officeDocument/2006/relationships/image"/><Relationship Id="rId3" Target="../media/image10.gif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3.gif" Type="http://schemas.openxmlformats.org/officeDocument/2006/relationships/image"/><Relationship Id="rId4" Target="../media/image1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gif" Type="http://schemas.openxmlformats.org/officeDocument/2006/relationships/image"/><Relationship Id="rId3" Target="../media/image14.jpeg" Type="http://schemas.openxmlformats.org/officeDocument/2006/relationships/image"/><Relationship Id="rId4" Target="../media/VAEqP66F_Xo.mp4" Type="http://schemas.openxmlformats.org/officeDocument/2006/relationships/video"/><Relationship Id="rId5" Target="../media/VAEqP66F_Xo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gif" Type="http://schemas.openxmlformats.org/officeDocument/2006/relationships/image"/><Relationship Id="rId3" Target="../media/image16.gif" Type="http://schemas.openxmlformats.org/officeDocument/2006/relationships/image"/><Relationship Id="rId4" Target="../media/image17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gif" Type="http://schemas.openxmlformats.org/officeDocument/2006/relationships/image"/><Relationship Id="rId3" Target="../media/image18.gif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3.gif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28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gif" Type="http://schemas.openxmlformats.org/officeDocument/2006/relationships/image"/><Relationship Id="rId3" Target="../media/image12.gif" Type="http://schemas.openxmlformats.org/officeDocument/2006/relationships/image"/><Relationship Id="rId4" Target="../media/image37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12" Target="../media/image48.png" Type="http://schemas.openxmlformats.org/officeDocument/2006/relationships/image"/><Relationship Id="rId13" Target="../media/image49.svg" Type="http://schemas.openxmlformats.org/officeDocument/2006/relationships/image"/><Relationship Id="rId14" Target="../media/image50.png" Type="http://schemas.openxmlformats.org/officeDocument/2006/relationships/image"/><Relationship Id="rId15" Target="../media/image51.svg" Type="http://schemas.openxmlformats.org/officeDocument/2006/relationships/image"/><Relationship Id="rId16" Target="../media/image52.png" Type="http://schemas.openxmlformats.org/officeDocument/2006/relationships/image"/><Relationship Id="rId17" Target="../media/image53.svg" Type="http://schemas.openxmlformats.org/officeDocument/2006/relationships/imag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gif" Type="http://schemas.openxmlformats.org/officeDocument/2006/relationships/image"/><Relationship Id="rId3" Target="../media/image5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jpeg" Type="http://schemas.openxmlformats.org/officeDocument/2006/relationships/image"/><Relationship Id="rId3" Target="../media/image5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gif" Type="http://schemas.openxmlformats.org/officeDocument/2006/relationships/image"/><Relationship Id="rId3" Target="../media/image1.gif" Type="http://schemas.openxmlformats.org/officeDocument/2006/relationships/image"/><Relationship Id="rId4" Target="../media/image18.gif" Type="http://schemas.openxmlformats.org/officeDocument/2006/relationships/image"/><Relationship Id="rId5" Target="../media/image17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gif" Type="http://schemas.openxmlformats.org/officeDocument/2006/relationships/image"/><Relationship Id="rId11" Target="../media/image9.gif" Type="http://schemas.openxmlformats.org/officeDocument/2006/relationships/image"/><Relationship Id="rId12" Target="../media/image12.gif" Type="http://schemas.openxmlformats.org/officeDocument/2006/relationships/image"/><Relationship Id="rId13" Target="../media/image16.gif" Type="http://schemas.openxmlformats.org/officeDocument/2006/relationships/image"/><Relationship Id="rId14" Target="../media/image63.gif" Type="http://schemas.openxmlformats.org/officeDocument/2006/relationships/image"/><Relationship Id="rId2" Target="../media/image58.gif" Type="http://schemas.openxmlformats.org/officeDocument/2006/relationships/image"/><Relationship Id="rId3" Target="../media/image13.gif" Type="http://schemas.openxmlformats.org/officeDocument/2006/relationships/image"/><Relationship Id="rId4" Target="../media/image1.gif" Type="http://schemas.openxmlformats.org/officeDocument/2006/relationships/image"/><Relationship Id="rId5" Target="../media/image59.gif" Type="http://schemas.openxmlformats.org/officeDocument/2006/relationships/image"/><Relationship Id="rId6" Target="../media/image57.gif" Type="http://schemas.openxmlformats.org/officeDocument/2006/relationships/image"/><Relationship Id="rId7" Target="../media/image60.gif" Type="http://schemas.openxmlformats.org/officeDocument/2006/relationships/image"/><Relationship Id="rId8" Target="../media/image61.gif" Type="http://schemas.openxmlformats.org/officeDocument/2006/relationships/image"/><Relationship Id="rId9" Target="../media/image62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gif" Type="http://schemas.openxmlformats.org/officeDocument/2006/relationships/image"/><Relationship Id="rId11" Target="../media/image69.gif" Type="http://schemas.openxmlformats.org/officeDocument/2006/relationships/image"/><Relationship Id="rId12" Target="../media/image70.gif" Type="http://schemas.openxmlformats.org/officeDocument/2006/relationships/image"/><Relationship Id="rId13" Target="../media/image18.gif" Type="http://schemas.openxmlformats.org/officeDocument/2006/relationships/image"/><Relationship Id="rId14" Target="../media/image10.gif" Type="http://schemas.openxmlformats.org/officeDocument/2006/relationships/image"/><Relationship Id="rId2" Target="../media/image56.gif" Type="http://schemas.openxmlformats.org/officeDocument/2006/relationships/image"/><Relationship Id="rId3" Target="../media/image64.gif" Type="http://schemas.openxmlformats.org/officeDocument/2006/relationships/image"/><Relationship Id="rId4" Target="../media/image3.gif" Type="http://schemas.openxmlformats.org/officeDocument/2006/relationships/image"/><Relationship Id="rId5" Target="../media/image65.gif" Type="http://schemas.openxmlformats.org/officeDocument/2006/relationships/image"/><Relationship Id="rId6" Target="../media/image66.gif" Type="http://schemas.openxmlformats.org/officeDocument/2006/relationships/image"/><Relationship Id="rId7" Target="../media/image67.gif" Type="http://schemas.openxmlformats.org/officeDocument/2006/relationships/image"/><Relationship Id="rId8" Target="../media/image37.gif" Type="http://schemas.openxmlformats.org/officeDocument/2006/relationships/image"/><Relationship Id="rId9" Target="../media/image68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3000871" y="3783471"/>
            <a:ext cx="12286259" cy="2720058"/>
            <a:chOff x="0" y="0"/>
            <a:chExt cx="16381678" cy="36267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0"/>
              <a:ext cx="16381678" cy="1259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50"/>
                </a:lnSpc>
              </a:pPr>
              <a:r>
                <a:rPr lang="en-US" sz="650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Разместите заголовок здесь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60154"/>
              <a:ext cx="16381678" cy="666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6"/>
                </a:lnSpc>
                <a:spcBef>
                  <a:spcPct val="0"/>
                </a:spcBef>
              </a:pPr>
              <a:r>
                <a:rPr lang="en-US" sz="3004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небольшое описание</a:t>
              </a: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642301"/>
            <a:ext cx="6330226" cy="2280786"/>
            <a:chOff x="0" y="0"/>
            <a:chExt cx="8440301" cy="304104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0301" cy="3041048"/>
              <a:chOff x="0" y="0"/>
              <a:chExt cx="3460767" cy="125193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460767" cy="1251930"/>
              </a:xfrm>
              <a:custGeom>
                <a:avLst/>
                <a:gdLst/>
                <a:ahLst/>
                <a:cxnLst/>
                <a:rect r="r" b="b" t="t" l="l"/>
                <a:pathLst>
                  <a:path h="1251930" w="3460767">
                    <a:moveTo>
                      <a:pt x="3336307" y="1251930"/>
                    </a:moveTo>
                    <a:lnTo>
                      <a:pt x="124460" y="1251930"/>
                    </a:lnTo>
                    <a:cubicBezTo>
                      <a:pt x="55880" y="1251930"/>
                      <a:pt x="0" y="1196050"/>
                      <a:pt x="0" y="112747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336307" y="0"/>
                    </a:lnTo>
                    <a:cubicBezTo>
                      <a:pt x="3404887" y="0"/>
                      <a:pt x="3460767" y="55880"/>
                      <a:pt x="3460767" y="124460"/>
                    </a:cubicBezTo>
                    <a:lnTo>
                      <a:pt x="3460767" y="1127470"/>
                    </a:lnTo>
                    <a:cubicBezTo>
                      <a:pt x="3460767" y="1196050"/>
                      <a:pt x="3404887" y="1251930"/>
                      <a:pt x="3336307" y="1251930"/>
                    </a:cubicBezTo>
                    <a:close/>
                  </a:path>
                </a:pathLst>
              </a:custGeom>
              <a:solidFill>
                <a:srgbClr val="FFFCF7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437911" y="428483"/>
              <a:ext cx="445452" cy="476101"/>
            </a:xfrm>
            <a:custGeom>
              <a:avLst/>
              <a:gdLst/>
              <a:ahLst/>
              <a:cxnLst/>
              <a:rect r="r" b="b" t="t" l="l"/>
              <a:pathLst>
                <a:path h="476101" w="445452">
                  <a:moveTo>
                    <a:pt x="0" y="0"/>
                  </a:moveTo>
                  <a:lnTo>
                    <a:pt x="445452" y="0"/>
                  </a:lnTo>
                  <a:lnTo>
                    <a:pt x="445452" y="476101"/>
                  </a:lnTo>
                  <a:lnTo>
                    <a:pt x="0" y="47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2700000">
              <a:off x="427216" y="1466981"/>
              <a:ext cx="466842" cy="466842"/>
            </a:xfrm>
            <a:custGeom>
              <a:avLst/>
              <a:gdLst/>
              <a:ahLst/>
              <a:cxnLst/>
              <a:rect r="r" b="b" t="t" l="l"/>
              <a:pathLst>
                <a:path h="466842" w="466842">
                  <a:moveTo>
                    <a:pt x="0" y="0"/>
                  </a:moveTo>
                  <a:lnTo>
                    <a:pt x="466842" y="0"/>
                  </a:lnTo>
                  <a:lnTo>
                    <a:pt x="466842" y="466842"/>
                  </a:lnTo>
                  <a:lnTo>
                    <a:pt x="0" y="466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40846" y="2401574"/>
              <a:ext cx="6777751" cy="210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87"/>
                </a:lnSpc>
                <a:spcBef>
                  <a:spcPct val="0"/>
                </a:spcBef>
              </a:pPr>
              <a:r>
                <a:rPr lang="en-US" b="true" sz="925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Пожалуйста, удалите эту запись после редактирования страницы. Спасибо!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0846" y="471028"/>
              <a:ext cx="6777751" cy="1583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12"/>
                </a:lnSpc>
              </a:pPr>
              <a:r>
                <a:rPr lang="en-US" sz="1075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Совет: Используйте ссылки для перехода на другую страницу в вашей презентации. Ссылки лучше всего работают для подобных страниц! </a:t>
              </a:r>
            </a:p>
            <a:p>
              <a:pPr algn="l">
                <a:lnSpc>
                  <a:spcPts val="1612"/>
                </a:lnSpc>
              </a:pPr>
            </a:p>
            <a:p>
              <a:pPr algn="l">
                <a:lnSpc>
                  <a:spcPts val="1612"/>
                </a:lnSpc>
              </a:pPr>
              <a:r>
                <a:rPr lang="en-US" sz="1075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Как: Выделите текст, нажмите на символ ссылки на панели инструментов и выберите страницу вашей презентации, которую вы хотите связать.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265286"/>
            <a:ext cx="6780460" cy="1756428"/>
            <a:chOff x="0" y="0"/>
            <a:chExt cx="9040614" cy="234190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040614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Повестка дня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28706"/>
              <a:ext cx="9040614" cy="613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sz="28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Затронутые темы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09000" y="2776259"/>
            <a:ext cx="6907145" cy="868440"/>
            <a:chOff x="0" y="0"/>
            <a:chExt cx="9209527" cy="1157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634311" y="232884"/>
              <a:ext cx="7575216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  <a:hlinkClick r:id="rId7" action="ppaction://hlinksldjump"/>
                </a:rPr>
                <a:t>Тема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1305" y="408992"/>
              <a:ext cx="421625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09000" y="4064940"/>
            <a:ext cx="6907145" cy="868440"/>
            <a:chOff x="0" y="0"/>
            <a:chExt cx="9209527" cy="115792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634311" y="232884"/>
              <a:ext cx="7575216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  <a:hlinkClick r:id="rId8" action="ppaction://hlinksldjump"/>
                </a:rPr>
                <a:t>Тема 2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351305" y="408992"/>
              <a:ext cx="421625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09000" y="5353620"/>
            <a:ext cx="6907145" cy="868440"/>
            <a:chOff x="0" y="0"/>
            <a:chExt cx="9209527" cy="115792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634311" y="232884"/>
              <a:ext cx="7575216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  <a:hlinkClick r:id="rId9" action="ppaction://hlinksldjump"/>
                </a:rPr>
                <a:t>Тема 3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351305" y="408992"/>
              <a:ext cx="421625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09000" y="6642301"/>
            <a:ext cx="6907145" cy="868440"/>
            <a:chOff x="0" y="0"/>
            <a:chExt cx="9209527" cy="115792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634311" y="232884"/>
              <a:ext cx="7575216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  <a:hlinkClick r:id="rId10" action="ppaction://hlinksldjump"/>
                </a:rPr>
                <a:t>Тема 4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351305" y="408992"/>
              <a:ext cx="421625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true" flipV="false" rot="0">
            <a:off x="10247177" y="1424707"/>
            <a:ext cx="6609138" cy="7437586"/>
          </a:xfrm>
          <a:custGeom>
            <a:avLst/>
            <a:gdLst/>
            <a:ahLst/>
            <a:cxnLst/>
            <a:rect r="r" b="b" t="t" l="l"/>
            <a:pathLst>
              <a:path h="7437586" w="6609138">
                <a:moveTo>
                  <a:pt x="6609138" y="0"/>
                </a:moveTo>
                <a:lnTo>
                  <a:pt x="0" y="0"/>
                </a:lnTo>
                <a:lnTo>
                  <a:pt x="0" y="7437586"/>
                </a:lnTo>
                <a:lnTo>
                  <a:pt x="6609138" y="7437586"/>
                </a:lnTo>
                <a:lnTo>
                  <a:pt x="6609138" y="0"/>
                </a:lnTo>
                <a:close/>
              </a:path>
            </a:pathLst>
          </a:custGeom>
          <a:blipFill>
            <a:blip r:embed="rId4"/>
            <a:stretch>
              <a:fillRect l="0" t="-31282" r="0" b="-200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674257"/>
            <a:ext cx="7729865" cy="2938486"/>
            <a:chOff x="0" y="0"/>
            <a:chExt cx="10306486" cy="391798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10306486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Запишите свою тему или идею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348810"/>
              <a:ext cx="10306486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хотите обсудить.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4901" y="4086225"/>
            <a:ext cx="939819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Добавьте </a:t>
            </a:r>
          </a:p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заголовок раздела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03568" y="8885556"/>
            <a:ext cx="4280864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</a:pPr>
            <a:r>
              <a:rPr lang="en-US" sz="2200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  <a:hlinkClick r:id="rId2" action="ppaction://hlinksldjump"/>
              </a:rPr>
              <a:t>Вернуться к Повестке дня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425796">
            <a:off x="-4836105" y="-3855776"/>
            <a:ext cx="17005599" cy="18983681"/>
          </a:xfrm>
          <a:prstGeom prst="rect">
            <a:avLst/>
          </a:prstGeom>
        </p:spPr>
      </p:pic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9444" r="0" b="9444"/>
          <a:stretch>
            <a:fillRect/>
          </a:stretch>
        </p:blipFill>
        <p:spPr>
          <a:xfrm flipH="false" flipV="false" rot="0">
            <a:off x="1853181" y="1772740"/>
            <a:ext cx="14581639" cy="674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511451" y="1028700"/>
            <a:ext cx="19770751" cy="1826253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757890" y="3635924"/>
            <a:ext cx="12184569" cy="3015152"/>
            <a:chOff x="0" y="0"/>
            <a:chExt cx="16246092" cy="402020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407004"/>
              <a:ext cx="16246092" cy="613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sz="28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— Укажите автора или цитату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7773"/>
              <a:ext cx="16246092" cy="372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149"/>
                </a:lnSpc>
                <a:spcBef>
                  <a:spcPct val="0"/>
                </a:spcBef>
              </a:pPr>
              <a:r>
                <a:rPr lang="en-US" sz="714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Напишите оригинальное </a:t>
              </a:r>
            </a:p>
            <a:p>
              <a:pPr algn="l" marL="0" indent="0" lvl="0">
                <a:lnSpc>
                  <a:spcPts val="7149"/>
                </a:lnSpc>
                <a:spcBef>
                  <a:spcPct val="0"/>
                </a:spcBef>
              </a:pPr>
              <a:r>
                <a:rPr lang="en-US" sz="714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высказывание или вдохновляющую цитату</a:t>
              </a: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1644077">
            <a:off x="16162301" y="-1063836"/>
            <a:ext cx="5468057" cy="6108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12638" y="3403483"/>
            <a:ext cx="6219145" cy="3480033"/>
            <a:chOff x="0" y="0"/>
            <a:chExt cx="8292193" cy="46400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461273"/>
              <a:ext cx="8292193" cy="1178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</a:t>
              </a:r>
            </a:p>
            <a:p>
              <a:pPr algn="l" marL="0" indent="0" lvl="0">
                <a:lnSpc>
                  <a:spcPts val="3640"/>
                </a:lnSpc>
              </a:pPr>
              <a:r>
                <a:rPr lang="en-US" sz="26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хотите обсудить.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3675"/>
              <a:ext cx="8292193" cy="2422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139"/>
                </a:lnSpc>
                <a:spcBef>
                  <a:spcPct val="0"/>
                </a:spcBef>
              </a:pPr>
              <a:r>
                <a:rPr lang="en-US" sz="594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Запишите свою тему или идею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1752417" y="1535048"/>
            <a:ext cx="7990956" cy="7166041"/>
          </a:xfrm>
          <a:custGeom>
            <a:avLst/>
            <a:gdLst/>
            <a:ahLst/>
            <a:cxnLst/>
            <a:rect r="r" b="b" t="t" l="l"/>
            <a:pathLst>
              <a:path h="7166041" w="7990956">
                <a:moveTo>
                  <a:pt x="0" y="0"/>
                </a:moveTo>
                <a:lnTo>
                  <a:pt x="7990956" y="0"/>
                </a:lnTo>
                <a:lnTo>
                  <a:pt x="7990956" y="7166041"/>
                </a:lnTo>
                <a:lnTo>
                  <a:pt x="0" y="716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7267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275370" y="3571000"/>
            <a:ext cx="3367274" cy="3048479"/>
            <a:chOff x="0" y="0"/>
            <a:chExt cx="5580380" cy="5052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l="0" t="-65682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2648936" y="3627645"/>
            <a:ext cx="3360114" cy="2935190"/>
            <a:chOff x="0" y="0"/>
            <a:chExt cx="5975350" cy="5219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466" y="6412"/>
              <a:ext cx="5963222" cy="5207231"/>
            </a:xfrm>
            <a:custGeom>
              <a:avLst/>
              <a:gdLst/>
              <a:ahLst/>
              <a:cxnLst/>
              <a:rect r="r" b="b" t="t" l="l"/>
              <a:pathLst>
                <a:path h="5207231" w="5963222">
                  <a:moveTo>
                    <a:pt x="2335414" y="4117278"/>
                  </a:moveTo>
                  <a:cubicBezTo>
                    <a:pt x="3827664" y="4117278"/>
                    <a:pt x="3023754" y="5271708"/>
                    <a:pt x="4566804" y="5204398"/>
                  </a:cubicBezTo>
                  <a:cubicBezTo>
                    <a:pt x="5882524" y="5147248"/>
                    <a:pt x="6855344" y="2572958"/>
                    <a:pt x="4681104" y="1371538"/>
                  </a:cubicBezTo>
                  <a:cubicBezTo>
                    <a:pt x="2945014" y="411418"/>
                    <a:pt x="104024" y="-917002"/>
                    <a:pt x="504074" y="913068"/>
                  </a:cubicBezTo>
                  <a:cubicBezTo>
                    <a:pt x="904124" y="2743138"/>
                    <a:pt x="-525896" y="3315908"/>
                    <a:pt x="218324" y="4288728"/>
                  </a:cubicBezTo>
                  <a:cubicBezTo>
                    <a:pt x="962544" y="5261548"/>
                    <a:pt x="1018424" y="4117278"/>
                    <a:pt x="2335414" y="4117278"/>
                  </a:cubicBezTo>
                  <a:close/>
                </a:path>
              </a:pathLst>
            </a:custGeom>
            <a:blipFill>
              <a:blip r:embed="rId3"/>
              <a:stretch>
                <a:fillRect l="0" t="-63838" r="0" b="-8046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333241" y="3581659"/>
            <a:ext cx="3621518" cy="3027161"/>
            <a:chOff x="0" y="0"/>
            <a:chExt cx="4983480" cy="416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80964" cy="4112314"/>
            </a:xfrm>
            <a:custGeom>
              <a:avLst/>
              <a:gdLst/>
              <a:ahLst/>
              <a:cxnLst/>
              <a:rect r="r" b="b" t="t" l="l"/>
              <a:pathLst>
                <a:path h="4112314" w="4980964">
                  <a:moveTo>
                    <a:pt x="4537710" y="1230630"/>
                  </a:moveTo>
                  <a:cubicBezTo>
                    <a:pt x="4786630" y="1244600"/>
                    <a:pt x="4983480" y="1416050"/>
                    <a:pt x="4980940" y="1680210"/>
                  </a:cubicBezTo>
                  <a:cubicBezTo>
                    <a:pt x="4978400" y="1931670"/>
                    <a:pt x="4773930" y="2134870"/>
                    <a:pt x="4521200" y="2134870"/>
                  </a:cubicBezTo>
                  <a:cubicBezTo>
                    <a:pt x="4309109" y="2160270"/>
                    <a:pt x="3896359" y="2302510"/>
                    <a:pt x="4067809" y="2602230"/>
                  </a:cubicBezTo>
                  <a:cubicBezTo>
                    <a:pt x="4150359" y="2747010"/>
                    <a:pt x="4258309" y="2820670"/>
                    <a:pt x="4262119" y="3002280"/>
                  </a:cubicBezTo>
                  <a:cubicBezTo>
                    <a:pt x="4268469" y="3300730"/>
                    <a:pt x="3977639" y="3577590"/>
                    <a:pt x="3675379" y="3503930"/>
                  </a:cubicBezTo>
                  <a:cubicBezTo>
                    <a:pt x="3590289" y="3483610"/>
                    <a:pt x="3510279" y="3441700"/>
                    <a:pt x="3430269" y="3408680"/>
                  </a:cubicBezTo>
                  <a:cubicBezTo>
                    <a:pt x="3075939" y="3260090"/>
                    <a:pt x="2683509" y="3318510"/>
                    <a:pt x="2367279" y="3531870"/>
                  </a:cubicBezTo>
                  <a:cubicBezTo>
                    <a:pt x="2100579" y="3710941"/>
                    <a:pt x="1904999" y="3990341"/>
                    <a:pt x="1581149" y="4075430"/>
                  </a:cubicBezTo>
                  <a:cubicBezTo>
                    <a:pt x="1236979" y="4165600"/>
                    <a:pt x="855979" y="4089400"/>
                    <a:pt x="582929" y="3858260"/>
                  </a:cubicBezTo>
                  <a:cubicBezTo>
                    <a:pt x="349249" y="3657600"/>
                    <a:pt x="199389" y="3355340"/>
                    <a:pt x="201929" y="3048000"/>
                  </a:cubicBezTo>
                  <a:cubicBezTo>
                    <a:pt x="204469" y="2724150"/>
                    <a:pt x="365759" y="2429510"/>
                    <a:pt x="425449" y="2115820"/>
                  </a:cubicBezTo>
                  <a:cubicBezTo>
                    <a:pt x="459739" y="1931670"/>
                    <a:pt x="459739" y="1732280"/>
                    <a:pt x="393699" y="1554480"/>
                  </a:cubicBezTo>
                  <a:cubicBezTo>
                    <a:pt x="326390" y="1377950"/>
                    <a:pt x="177800" y="1267460"/>
                    <a:pt x="90170" y="1104900"/>
                  </a:cubicBezTo>
                  <a:cubicBezTo>
                    <a:pt x="33020" y="999490"/>
                    <a:pt x="0" y="877570"/>
                    <a:pt x="0" y="749300"/>
                  </a:cubicBezTo>
                  <a:cubicBezTo>
                    <a:pt x="0" y="335280"/>
                    <a:pt x="335280" y="0"/>
                    <a:pt x="749300" y="0"/>
                  </a:cubicBezTo>
                  <a:cubicBezTo>
                    <a:pt x="866140" y="0"/>
                    <a:pt x="982980" y="27940"/>
                    <a:pt x="1087120" y="80010"/>
                  </a:cubicBezTo>
                  <a:cubicBezTo>
                    <a:pt x="1272540" y="173990"/>
                    <a:pt x="1386840" y="354330"/>
                    <a:pt x="1570990" y="452120"/>
                  </a:cubicBezTo>
                  <a:cubicBezTo>
                    <a:pt x="1879600" y="615950"/>
                    <a:pt x="2148840" y="523240"/>
                    <a:pt x="2468880" y="466090"/>
                  </a:cubicBezTo>
                  <a:cubicBezTo>
                    <a:pt x="2672080" y="429260"/>
                    <a:pt x="2931160" y="431800"/>
                    <a:pt x="3117850" y="532130"/>
                  </a:cubicBezTo>
                  <a:cubicBezTo>
                    <a:pt x="3272790" y="614680"/>
                    <a:pt x="3361690" y="786130"/>
                    <a:pt x="3441700" y="934720"/>
                  </a:cubicBezTo>
                  <a:cubicBezTo>
                    <a:pt x="3662680" y="1341120"/>
                    <a:pt x="4132580" y="1210310"/>
                    <a:pt x="4523740" y="1229360"/>
                  </a:cubicBezTo>
                  <a:cubicBezTo>
                    <a:pt x="4530090" y="1229360"/>
                    <a:pt x="4533900" y="1230630"/>
                    <a:pt x="4537710" y="1230630"/>
                  </a:cubicBezTo>
                  <a:close/>
                </a:path>
              </a:pathLst>
            </a:custGeom>
            <a:blipFill>
              <a:blip r:embed="rId4"/>
              <a:stretch>
                <a:fillRect l="-14500" t="0" r="-1450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30182" y="7216095"/>
            <a:ext cx="4057650" cy="1478183"/>
            <a:chOff x="0" y="0"/>
            <a:chExt cx="5410200" cy="197091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5410200" cy="494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5"/>
                </a:lnSpc>
                <a:spcBef>
                  <a:spcPct val="0"/>
                </a:spcBef>
              </a:pPr>
              <a:r>
                <a:rPr lang="en-US" sz="227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65918"/>
              <a:ext cx="5410200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хотите обсудить.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15175" y="7216095"/>
            <a:ext cx="4057650" cy="1478183"/>
            <a:chOff x="0" y="0"/>
            <a:chExt cx="5410200" cy="197091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410200" cy="494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5"/>
                </a:lnSpc>
                <a:spcBef>
                  <a:spcPct val="0"/>
                </a:spcBef>
              </a:pPr>
              <a:r>
                <a:rPr lang="en-US" sz="227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65918"/>
              <a:ext cx="5410200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хотите обсудить.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00168" y="7216095"/>
            <a:ext cx="4057650" cy="1478183"/>
            <a:chOff x="0" y="0"/>
            <a:chExt cx="5410200" cy="197091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5410200" cy="494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5"/>
                </a:lnSpc>
                <a:spcBef>
                  <a:spcPct val="0"/>
                </a:spcBef>
              </a:pPr>
              <a:r>
                <a:rPr lang="en-US" sz="227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65918"/>
              <a:ext cx="5410200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хотите обсудить.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30182" y="1592721"/>
            <a:ext cx="1442763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09"/>
              </a:lnSpc>
              <a:spcBef>
                <a:spcPct val="0"/>
              </a:spcBef>
            </a:pPr>
            <a:r>
              <a:rPr lang="en-US" sz="6924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Запишите свою тему или идею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2932469">
            <a:off x="-2458732" y="-2682360"/>
            <a:ext cx="14388035" cy="16061643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039918" y="2051305"/>
            <a:ext cx="8597947" cy="622442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028700" y="3434597"/>
            <a:ext cx="7413171" cy="3417806"/>
            <a:chOff x="0" y="0"/>
            <a:chExt cx="9884229" cy="45570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227118"/>
              <a:ext cx="9884229" cy="3035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19"/>
                </a:lnSpc>
                <a:spcBef>
                  <a:spcPct val="0"/>
                </a:spcBef>
              </a:pPr>
              <a:r>
                <a:rPr lang="en-US" sz="594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Запишите свою </a:t>
              </a:r>
            </a:p>
            <a:p>
              <a:pPr algn="l" marL="0" indent="0" lvl="0">
                <a:lnSpc>
                  <a:spcPts val="9519"/>
                </a:lnSpc>
                <a:spcBef>
                  <a:spcPct val="0"/>
                </a:spcBef>
              </a:pPr>
              <a:r>
                <a:rPr lang="en-US" sz="594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тему или идею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378304"/>
              <a:ext cx="9884229" cy="1178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</a:t>
              </a:r>
            </a:p>
            <a:p>
              <a:pPr algn="l" marL="0" indent="0" lvl="0">
                <a:lnSpc>
                  <a:spcPts val="3640"/>
                </a:lnSpc>
              </a:pPr>
              <a:r>
                <a:rPr lang="en-US" sz="26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хотите обсудить.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62095" y="2147372"/>
            <a:ext cx="4393625" cy="1382625"/>
            <a:chOff x="0" y="0"/>
            <a:chExt cx="5858166" cy="1843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858166" cy="527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95"/>
                </a:lnSpc>
                <a:spcBef>
                  <a:spcPct val="0"/>
                </a:spcBef>
              </a:pPr>
              <a:r>
                <a:rPr lang="en-US" sz="24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838507"/>
              <a:ext cx="5858166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хотите обсудить.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267200"/>
            <a:ext cx="6070147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59"/>
              </a:lnSpc>
              <a:spcBef>
                <a:spcPct val="0"/>
              </a:spcBef>
            </a:pPr>
            <a:r>
              <a:rPr lang="en-US" sz="579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Запишите свою тему или идею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862095" y="6822117"/>
            <a:ext cx="4393625" cy="1382625"/>
            <a:chOff x="0" y="0"/>
            <a:chExt cx="5858166" cy="18435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5858166" cy="527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95"/>
                </a:lnSpc>
                <a:spcBef>
                  <a:spcPct val="0"/>
                </a:spcBef>
              </a:pPr>
              <a:r>
                <a:rPr lang="en-US" sz="24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38507"/>
              <a:ext cx="5858166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хотите обсудить.</a:t>
              </a: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8056070" y="1028700"/>
            <a:ext cx="3998527" cy="3619968"/>
            <a:chOff x="0" y="0"/>
            <a:chExt cx="5580380" cy="5052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l="-17900" t="0" r="-17900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059650" y="5768559"/>
            <a:ext cx="3994946" cy="3489741"/>
            <a:chOff x="0" y="0"/>
            <a:chExt cx="5975350" cy="5219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466" y="6412"/>
              <a:ext cx="5963222" cy="5207231"/>
            </a:xfrm>
            <a:custGeom>
              <a:avLst/>
              <a:gdLst/>
              <a:ahLst/>
              <a:cxnLst/>
              <a:rect r="r" b="b" t="t" l="l"/>
              <a:pathLst>
                <a:path h="5207231" w="5963222">
                  <a:moveTo>
                    <a:pt x="2335414" y="4117278"/>
                  </a:moveTo>
                  <a:cubicBezTo>
                    <a:pt x="3827664" y="4117278"/>
                    <a:pt x="3023754" y="5271708"/>
                    <a:pt x="4566804" y="5204398"/>
                  </a:cubicBezTo>
                  <a:cubicBezTo>
                    <a:pt x="5882524" y="5147248"/>
                    <a:pt x="6855344" y="2572958"/>
                    <a:pt x="4681104" y="1371538"/>
                  </a:cubicBezTo>
                  <a:cubicBezTo>
                    <a:pt x="2945014" y="411418"/>
                    <a:pt x="104024" y="-917002"/>
                    <a:pt x="504074" y="913068"/>
                  </a:cubicBezTo>
                  <a:cubicBezTo>
                    <a:pt x="904124" y="2743138"/>
                    <a:pt x="-525896" y="3315908"/>
                    <a:pt x="218324" y="4288728"/>
                  </a:cubicBezTo>
                  <a:cubicBezTo>
                    <a:pt x="962544" y="5261548"/>
                    <a:pt x="1018424" y="4117278"/>
                    <a:pt x="2335414" y="4117278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7177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7597" y="2807082"/>
            <a:ext cx="527244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7 из 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07597" y="4525486"/>
            <a:ext cx="527244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07597" y="6494081"/>
            <a:ext cx="52724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9"/>
              </a:lnSpc>
              <a:spcBef>
                <a:spcPct val="0"/>
              </a:spcBef>
            </a:pPr>
            <a:r>
              <a:rPr lang="en-US" sz="6024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7 миллионов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45961" y="3092515"/>
            <a:ext cx="603444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Объясните указанную статистику.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5961" y="4810919"/>
            <a:ext cx="603444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Объясните указанную статистику.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5961" y="6708076"/>
            <a:ext cx="603444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Объясните указанную статистику.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378933" y="8342980"/>
            <a:ext cx="10522933" cy="2420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9999">
            <a:off x="5623226" y="5881824"/>
            <a:ext cx="9501720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845129" y="4286250"/>
            <a:ext cx="5956776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79"/>
              </a:lnSpc>
              <a:spcBef>
                <a:spcPct val="0"/>
              </a:spcBef>
            </a:pPr>
            <a:r>
              <a:rPr lang="en-US" sz="564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Запишите свою тему или идею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20500" y="1028700"/>
            <a:ext cx="4076092" cy="1509933"/>
            <a:chOff x="0" y="0"/>
            <a:chExt cx="5434789" cy="201324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434789" cy="494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5"/>
                </a:lnSpc>
                <a:spcBef>
                  <a:spcPct val="0"/>
                </a:spcBef>
              </a:pPr>
              <a:r>
                <a:rPr lang="en-US" sz="227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08252"/>
              <a:ext cx="5434789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Опишите то, что вы хотите обсудить.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111339" y="921673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" t="0" r="-83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620500" y="3268589"/>
            <a:ext cx="4076092" cy="1509933"/>
            <a:chOff x="0" y="0"/>
            <a:chExt cx="5434789" cy="201324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5434789" cy="494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5"/>
                </a:lnSpc>
                <a:spcBef>
                  <a:spcPct val="0"/>
                </a:spcBef>
              </a:pPr>
              <a:r>
                <a:rPr lang="en-US" sz="227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08252"/>
              <a:ext cx="5434789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Опишите то, что вы хотите обсудить.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20500" y="5445808"/>
            <a:ext cx="4076092" cy="1509933"/>
            <a:chOff x="0" y="0"/>
            <a:chExt cx="5434789" cy="201324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434789" cy="494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5"/>
                </a:lnSpc>
                <a:spcBef>
                  <a:spcPct val="0"/>
                </a:spcBef>
              </a:pPr>
              <a:r>
                <a:rPr lang="en-US" sz="227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08252"/>
              <a:ext cx="5434789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Опишите то, что вы хотите обсудить.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20500" y="7748367"/>
            <a:ext cx="4076092" cy="1509933"/>
            <a:chOff x="0" y="0"/>
            <a:chExt cx="5434789" cy="201324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5434789" cy="494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5"/>
                </a:lnSpc>
                <a:spcBef>
                  <a:spcPct val="0"/>
                </a:spcBef>
              </a:pPr>
              <a:r>
                <a:rPr lang="en-US" sz="227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08252"/>
              <a:ext cx="5434789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Опишите то, что вы хотите обсудить.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111339" y="3268589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111339" y="5508478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111339" y="7855393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t="0" r="-83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3311130">
            <a:off x="14790428" y="6444896"/>
            <a:ext cx="5413008" cy="5626807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3620461"/>
          <a:ext cx="16240125" cy="5139886"/>
        </p:xfrm>
        <a:graphic>
          <a:graphicData uri="http://schemas.openxmlformats.org/drawingml/2006/table">
            <a:tbl>
              <a:tblPr/>
              <a:tblGrid>
                <a:gridCol w="3248025"/>
                <a:gridCol w="3248025"/>
                <a:gridCol w="3248025"/>
                <a:gridCol w="3248025"/>
                <a:gridCol w="3248025"/>
              </a:tblGrid>
              <a:tr h="10174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B2B2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Write a column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B2B2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Write a column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B2B2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Write a column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B2B2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Write a column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B2B2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Write a column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</a:tr>
              <a:tr h="687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2B2B2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Double click to add 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687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687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687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687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687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1469503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Запишите свою тему или идею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65034" y="878304"/>
            <a:ext cx="1797669" cy="1851531"/>
            <a:chOff x="0" y="0"/>
            <a:chExt cx="2396892" cy="24687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6892" cy="2468709"/>
            </a:xfrm>
            <a:custGeom>
              <a:avLst/>
              <a:gdLst/>
              <a:ahLst/>
              <a:cxnLst/>
              <a:rect r="r" b="b" t="t" l="l"/>
              <a:pathLst>
                <a:path h="2468709" w="2396892">
                  <a:moveTo>
                    <a:pt x="0" y="0"/>
                  </a:moveTo>
                  <a:lnTo>
                    <a:pt x="2396892" y="0"/>
                  </a:lnTo>
                  <a:lnTo>
                    <a:pt x="2396892" y="2468709"/>
                  </a:lnTo>
                  <a:lnTo>
                    <a:pt x="0" y="246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59855" y="796627"/>
              <a:ext cx="1077181" cy="875454"/>
            </a:xfrm>
            <a:custGeom>
              <a:avLst/>
              <a:gdLst/>
              <a:ahLst/>
              <a:cxnLst/>
              <a:rect r="r" b="b" t="t" l="l"/>
              <a:pathLst>
                <a:path h="875454" w="1077181">
                  <a:moveTo>
                    <a:pt x="0" y="0"/>
                  </a:moveTo>
                  <a:lnTo>
                    <a:pt x="1077181" y="0"/>
                  </a:lnTo>
                  <a:lnTo>
                    <a:pt x="1077181" y="875454"/>
                  </a:lnTo>
                  <a:lnTo>
                    <a:pt x="0" y="875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401760" y="5288968"/>
            <a:ext cx="1924218" cy="1798269"/>
            <a:chOff x="0" y="0"/>
            <a:chExt cx="2565623" cy="23976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5623" cy="2397692"/>
            </a:xfrm>
            <a:custGeom>
              <a:avLst/>
              <a:gdLst/>
              <a:ahLst/>
              <a:cxnLst/>
              <a:rect r="r" b="b" t="t" l="l"/>
              <a:pathLst>
                <a:path h="2397692" w="2565623">
                  <a:moveTo>
                    <a:pt x="0" y="0"/>
                  </a:moveTo>
                  <a:lnTo>
                    <a:pt x="2565623" y="0"/>
                  </a:lnTo>
                  <a:lnTo>
                    <a:pt x="2565623" y="2397692"/>
                  </a:lnTo>
                  <a:lnTo>
                    <a:pt x="0" y="239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41914" y="757948"/>
              <a:ext cx="881795" cy="881795"/>
            </a:xfrm>
            <a:custGeom>
              <a:avLst/>
              <a:gdLst/>
              <a:ahLst/>
              <a:cxnLst/>
              <a:rect r="r" b="b" t="t" l="l"/>
              <a:pathLst>
                <a:path h="881795" w="881795">
                  <a:moveTo>
                    <a:pt x="0" y="0"/>
                  </a:moveTo>
                  <a:lnTo>
                    <a:pt x="881795" y="0"/>
                  </a:lnTo>
                  <a:lnTo>
                    <a:pt x="881795" y="881796"/>
                  </a:lnTo>
                  <a:lnTo>
                    <a:pt x="0" y="881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036620" y="931567"/>
            <a:ext cx="1924218" cy="1798269"/>
            <a:chOff x="0" y="0"/>
            <a:chExt cx="2565623" cy="23976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5623" cy="2397692"/>
            </a:xfrm>
            <a:custGeom>
              <a:avLst/>
              <a:gdLst/>
              <a:ahLst/>
              <a:cxnLst/>
              <a:rect r="r" b="b" t="t" l="l"/>
              <a:pathLst>
                <a:path h="2397692" w="2565623">
                  <a:moveTo>
                    <a:pt x="0" y="0"/>
                  </a:moveTo>
                  <a:lnTo>
                    <a:pt x="2565623" y="0"/>
                  </a:lnTo>
                  <a:lnTo>
                    <a:pt x="2565623" y="2397692"/>
                  </a:lnTo>
                  <a:lnTo>
                    <a:pt x="0" y="239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38997" y="761119"/>
              <a:ext cx="687630" cy="875454"/>
            </a:xfrm>
            <a:custGeom>
              <a:avLst/>
              <a:gdLst/>
              <a:ahLst/>
              <a:cxnLst/>
              <a:rect r="r" b="b" t="t" l="l"/>
              <a:pathLst>
                <a:path h="875454" w="687630">
                  <a:moveTo>
                    <a:pt x="0" y="0"/>
                  </a:moveTo>
                  <a:lnTo>
                    <a:pt x="687629" y="0"/>
                  </a:lnTo>
                  <a:lnTo>
                    <a:pt x="687629" y="875454"/>
                  </a:lnTo>
                  <a:lnTo>
                    <a:pt x="0" y="875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99894" y="5235705"/>
            <a:ext cx="1797669" cy="1851531"/>
            <a:chOff x="0" y="0"/>
            <a:chExt cx="2396892" cy="2468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96892" cy="2468709"/>
            </a:xfrm>
            <a:custGeom>
              <a:avLst/>
              <a:gdLst/>
              <a:ahLst/>
              <a:cxnLst/>
              <a:rect r="r" b="b" t="t" l="l"/>
              <a:pathLst>
                <a:path h="2468709" w="2396892">
                  <a:moveTo>
                    <a:pt x="0" y="0"/>
                  </a:moveTo>
                  <a:lnTo>
                    <a:pt x="2396892" y="0"/>
                  </a:lnTo>
                  <a:lnTo>
                    <a:pt x="2396892" y="2468709"/>
                  </a:lnTo>
                  <a:lnTo>
                    <a:pt x="0" y="246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21096" y="793457"/>
              <a:ext cx="954700" cy="881795"/>
            </a:xfrm>
            <a:custGeom>
              <a:avLst/>
              <a:gdLst/>
              <a:ahLst/>
              <a:cxnLst/>
              <a:rect r="r" b="b" t="t" l="l"/>
              <a:pathLst>
                <a:path h="881795" w="954700">
                  <a:moveTo>
                    <a:pt x="0" y="0"/>
                  </a:moveTo>
                  <a:lnTo>
                    <a:pt x="954700" y="0"/>
                  </a:lnTo>
                  <a:lnTo>
                    <a:pt x="954700" y="881795"/>
                  </a:lnTo>
                  <a:lnTo>
                    <a:pt x="0" y="88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03053" y="3544915"/>
            <a:ext cx="5501342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Запишите свою тему </a:t>
            </a:r>
          </a:p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или идею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704599" y="3246297"/>
            <a:ext cx="3318539" cy="1413294"/>
            <a:chOff x="0" y="0"/>
            <a:chExt cx="4424719" cy="188439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4424719" cy="408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55"/>
                </a:lnSpc>
                <a:spcBef>
                  <a:spcPct val="0"/>
                </a:spcBef>
              </a:pPr>
              <a:r>
                <a:rPr lang="en-US" sz="18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79400"/>
              <a:ext cx="4424719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Опишите то, что вы хотите обсудить.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04599" y="7630330"/>
            <a:ext cx="3318539" cy="1413294"/>
            <a:chOff x="0" y="0"/>
            <a:chExt cx="4424719" cy="188439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4424719" cy="408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55"/>
                </a:lnSpc>
                <a:spcBef>
                  <a:spcPct val="0"/>
                </a:spcBef>
              </a:pPr>
              <a:r>
                <a:rPr lang="en-US" sz="18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879400"/>
              <a:ext cx="4424719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Опишите то, что вы хотите обсудить.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39459" y="3246297"/>
            <a:ext cx="3318539" cy="1413294"/>
            <a:chOff x="0" y="0"/>
            <a:chExt cx="4424719" cy="188439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38100"/>
              <a:ext cx="4424719" cy="408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55"/>
                </a:lnSpc>
                <a:spcBef>
                  <a:spcPct val="0"/>
                </a:spcBef>
              </a:pPr>
              <a:r>
                <a:rPr lang="en-US" sz="18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79400"/>
              <a:ext cx="4424719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Опишите то, что вы хотите обсудить.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39459" y="7630330"/>
            <a:ext cx="3318539" cy="1413294"/>
            <a:chOff x="0" y="0"/>
            <a:chExt cx="4424719" cy="1884392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38100"/>
              <a:ext cx="4424719" cy="408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55"/>
                </a:lnSpc>
                <a:spcBef>
                  <a:spcPct val="0"/>
                </a:spcBef>
              </a:pPr>
              <a:r>
                <a:rPr lang="en-US" sz="18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основную мысль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879400"/>
              <a:ext cx="4424719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Опишите то, что вы хотите обсудить.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2386853">
            <a:off x="-3305272" y="-1267467"/>
            <a:ext cx="14322769" cy="1323015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0637" y="1150610"/>
            <a:ext cx="8382106" cy="798578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1246427" y="3434597"/>
            <a:ext cx="5372100" cy="3417806"/>
            <a:chOff x="0" y="0"/>
            <a:chExt cx="7162800" cy="455707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23781"/>
              <a:ext cx="7162800" cy="41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29"/>
                </a:lnSpc>
                <a:spcBef>
                  <a:spcPct val="0"/>
                </a:spcBef>
              </a:pPr>
              <a:r>
                <a:rPr lang="en-US" sz="72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Запишите свою тему или идею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78304"/>
              <a:ext cx="7162800" cy="1178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</a:t>
              </a:r>
            </a:p>
            <a:p>
              <a:pPr algn="l" marL="0" indent="0" lvl="0">
                <a:lnSpc>
                  <a:spcPts val="3640"/>
                </a:lnSpc>
              </a:pPr>
              <a:r>
                <a:rPr lang="en-US" sz="26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хотите обсудить.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112996" y="-1282627"/>
            <a:ext cx="8708929" cy="12504718"/>
            <a:chOff x="0" y="0"/>
            <a:chExt cx="4137660" cy="594106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-111" y="149"/>
              <a:ext cx="4137782" cy="5940413"/>
            </a:xfrm>
            <a:custGeom>
              <a:avLst/>
              <a:gdLst/>
              <a:ahLst/>
              <a:cxnLst/>
              <a:rect r="r" b="b" t="t" l="l"/>
              <a:pathLst>
                <a:path h="5940413" w="4137782">
                  <a:moveTo>
                    <a:pt x="3726191" y="535791"/>
                  </a:moveTo>
                  <a:cubicBezTo>
                    <a:pt x="2970541" y="-142389"/>
                    <a:pt x="1574811" y="-288439"/>
                    <a:pt x="1071891" y="759311"/>
                  </a:cubicBezTo>
                  <a:cubicBezTo>
                    <a:pt x="873771" y="1196191"/>
                    <a:pt x="980451" y="1691491"/>
                    <a:pt x="922031" y="2152501"/>
                  </a:cubicBezTo>
                  <a:cubicBezTo>
                    <a:pt x="840751" y="2791311"/>
                    <a:pt x="347991" y="3273911"/>
                    <a:pt x="125741" y="3859381"/>
                  </a:cubicBezTo>
                  <a:cubicBezTo>
                    <a:pt x="-468619" y="5303371"/>
                    <a:pt x="1172221" y="6046321"/>
                    <a:pt x="2366021" y="5928211"/>
                  </a:cubicBezTo>
                  <a:cubicBezTo>
                    <a:pt x="2992131" y="5926941"/>
                    <a:pt x="3726191" y="5759301"/>
                    <a:pt x="4020831" y="5143351"/>
                  </a:cubicBezTo>
                  <a:cubicBezTo>
                    <a:pt x="4321821" y="4476601"/>
                    <a:pt x="3948441" y="3740001"/>
                    <a:pt x="3934471" y="3047851"/>
                  </a:cubicBezTo>
                  <a:cubicBezTo>
                    <a:pt x="3916691" y="2212191"/>
                    <a:pt x="4488191" y="1201271"/>
                    <a:pt x="3726191" y="535791"/>
                  </a:cubicBezTo>
                  <a:close/>
                </a:path>
              </a:pathLst>
            </a:custGeom>
            <a:blipFill>
              <a:blip r:embed="rId2"/>
              <a:stretch>
                <a:fillRect l="0" t="-17607" r="-12491" b="0"/>
              </a:stretch>
            </a:blip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8483139" y="-2447914"/>
            <a:ext cx="5334494" cy="4895828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607010" y="3604895"/>
            <a:ext cx="7746986" cy="3077210"/>
            <a:chOff x="0" y="0"/>
            <a:chExt cx="10329314" cy="410294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33775"/>
              <a:ext cx="10329314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 опишите, что вы хотите обсудить.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0329314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Запишите свою тему или идею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911263" y="4219178"/>
            <a:ext cx="8465475" cy="1848644"/>
            <a:chOff x="0" y="0"/>
            <a:chExt cx="11287299" cy="24648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1128729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Спасибо!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76332"/>
              <a:ext cx="11287299" cy="417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95"/>
                </a:lnSpc>
              </a:pPr>
              <a:r>
                <a:rPr lang="en-US" sz="19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Добавьте сюда прощальное сообщение или призыв к действию.</a:t>
              </a: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89298"/>
            <a:ext cx="5243646" cy="4698929"/>
            <a:chOff x="0" y="0"/>
            <a:chExt cx="6991528" cy="626523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6991528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Страница ресурсов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12726"/>
              <a:ext cx="6991528" cy="2937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75"/>
                </a:lnSpc>
              </a:pPr>
              <a:r>
                <a:rPr lang="en-US" sz="21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Используйте эти ресурсы для дизайна вашей презентации Canva. Удачного оформления дизайна! </a:t>
              </a:r>
            </a:p>
            <a:p>
              <a:pPr algn="l" marL="0" indent="0" lvl="0">
                <a:lnSpc>
                  <a:spcPts val="2975"/>
                </a:lnSpc>
              </a:pPr>
            </a:p>
            <a:p>
              <a:pPr algn="l" marL="0" indent="0" lvl="0">
                <a:lnSpc>
                  <a:spcPts val="2975"/>
                </a:lnSpc>
              </a:pPr>
              <a:r>
                <a:rPr lang="en-US" sz="21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Не забудьте удалить эту страницу перед презентацией.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8062521" y="2112153"/>
            <a:ext cx="1675260" cy="181247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635686" y="6362376"/>
            <a:ext cx="1623614" cy="1812471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3088429" y="6469145"/>
            <a:ext cx="1812471" cy="1598933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0541172" y="6547521"/>
            <a:ext cx="1812471" cy="1442182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8044179" y="6362376"/>
            <a:ext cx="1762207" cy="1812471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446829" y="4311911"/>
            <a:ext cx="1812471" cy="1776742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2939517" y="4527914"/>
            <a:ext cx="1812471" cy="1344737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516417" y="2112153"/>
            <a:ext cx="1742883" cy="1812471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0432205" y="4363179"/>
            <a:ext cx="1812471" cy="1674207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8019047" y="4294046"/>
            <a:ext cx="1718317" cy="181247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3492810" y="2113754"/>
            <a:ext cx="1812471" cy="1809269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972523" y="2112153"/>
            <a:ext cx="1309152" cy="1812471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9948916" y="2160875"/>
            <a:ext cx="1812471" cy="17150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89298"/>
            <a:ext cx="5243646" cy="4698929"/>
            <a:chOff x="0" y="0"/>
            <a:chExt cx="6991528" cy="626523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6991528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Страница ресурсов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12726"/>
              <a:ext cx="6991528" cy="2937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75"/>
                </a:lnSpc>
              </a:pPr>
              <a:r>
                <a:rPr lang="en-US" sz="21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Используйте эти ресурсы для дизайна вашей презентации Canva. Удачного оформления дизайна! </a:t>
              </a:r>
            </a:p>
            <a:p>
              <a:pPr algn="l" marL="0" indent="0" lvl="0">
                <a:lnSpc>
                  <a:spcPts val="2975"/>
                </a:lnSpc>
              </a:pPr>
            </a:p>
            <a:p>
              <a:pPr algn="l" marL="0" indent="0" lvl="0">
                <a:lnSpc>
                  <a:spcPts val="2975"/>
                </a:lnSpc>
              </a:pPr>
              <a:r>
                <a:rPr lang="en-US" sz="2125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Не забудьте удалить эту страницу перед презентацией.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099145" y="2307346"/>
            <a:ext cx="1845129" cy="169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2820539" y="6873623"/>
            <a:ext cx="1845129" cy="1299713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0475721" y="6600915"/>
            <a:ext cx="1813371" cy="1845129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8099145" y="6613932"/>
            <a:ext cx="1845129" cy="1819095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5266485" y="4633075"/>
            <a:ext cx="1783857" cy="1330044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11806800" y="4427671"/>
            <a:ext cx="1845129" cy="1740851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9961817" y="4375533"/>
            <a:ext cx="1775020" cy="1845129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8151563" y="4375533"/>
            <a:ext cx="1740292" cy="1845129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2876769" y="2231481"/>
            <a:ext cx="1651802" cy="1845129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10651551" y="2231481"/>
            <a:ext cx="1517940" cy="1845129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5235849" y="2278584"/>
            <a:ext cx="1845129" cy="1750923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rcRect l="0" t="0" r="0" b="0"/>
          <a:stretch>
            <a:fillRect/>
          </a:stretch>
        </p:blipFill>
        <p:spPr>
          <a:xfrm flipH="false" flipV="false" rot="0">
            <a:off x="15197115" y="6666186"/>
            <a:ext cx="1922596" cy="1714587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0">
            <a:off x="13721891" y="4363286"/>
            <a:ext cx="1474631" cy="18696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40714" y="2021008"/>
            <a:ext cx="4467094" cy="868440"/>
            <a:chOff x="0" y="0"/>
            <a:chExt cx="5956125" cy="115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239608" y="232884"/>
              <a:ext cx="6450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 u="none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617048" y="232884"/>
              <a:ext cx="4339077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для размытия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40714" y="3813189"/>
            <a:ext cx="4467094" cy="868440"/>
            <a:chOff x="0" y="0"/>
            <a:chExt cx="5956125" cy="1157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39608" y="232884"/>
              <a:ext cx="6450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17048" y="242409"/>
              <a:ext cx="4339077" cy="462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</a:pPr>
              <a:r>
                <a:rPr lang="en-US" sz="20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для барабанной дроби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740714" y="5605371"/>
            <a:ext cx="4467094" cy="868440"/>
            <a:chOff x="0" y="0"/>
            <a:chExt cx="5956125" cy="11579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617048" y="232884"/>
              <a:ext cx="4339077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для тишины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39608" y="232884"/>
              <a:ext cx="6450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Q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40714" y="7397553"/>
            <a:ext cx="8579130" cy="868440"/>
            <a:chOff x="0" y="0"/>
            <a:chExt cx="11438841" cy="11579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617048" y="232884"/>
              <a:ext cx="9821793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Любое число 0-9 для таймера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239608" y="232884"/>
              <a:ext cx="6450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#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92206" y="2021008"/>
            <a:ext cx="4467094" cy="868440"/>
            <a:chOff x="0" y="0"/>
            <a:chExt cx="5956125" cy="1157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39608" y="232884"/>
              <a:ext cx="6450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17048" y="232884"/>
              <a:ext cx="4339077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для конфетти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792206" y="3813189"/>
            <a:ext cx="4467094" cy="868440"/>
            <a:chOff x="0" y="0"/>
            <a:chExt cx="5956125" cy="1157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39608" y="232884"/>
              <a:ext cx="6450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617048" y="232884"/>
              <a:ext cx="4339077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для пузырей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792206" y="5605371"/>
            <a:ext cx="4467094" cy="868440"/>
            <a:chOff x="0" y="0"/>
            <a:chExt cx="5956125" cy="1157920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1617048" y="232884"/>
              <a:ext cx="4339077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для закрытия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239608" y="232884"/>
              <a:ext cx="6450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X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2598773"/>
            <a:ext cx="5243646" cy="5089454"/>
            <a:chOff x="0" y="0"/>
            <a:chExt cx="6991528" cy="6785939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0"/>
              <a:ext cx="6991528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Страница ресурсов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437796"/>
              <a:ext cx="6991528" cy="3608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Откройте для себя волшебство и веселье с презентациями Canva. Нажимайте следующие клавиши в режиме презентации! </a:t>
              </a:r>
            </a:p>
            <a:p>
              <a:pPr algn="l" marL="0" indent="0" lvl="0">
                <a:lnSpc>
                  <a:spcPts val="3080"/>
                </a:lnSpc>
              </a:pPr>
            </a:p>
            <a:p>
              <a:pPr algn="l" marL="0" indent="0" lvl="0">
                <a:lnSpc>
                  <a:spcPts val="3080"/>
                </a:lnSpc>
              </a:pPr>
              <a:r>
                <a:rPr lang="en-US" sz="2200" u="none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Не забудьте удалить эту страницу перед презентацией.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DAG69y4X1Vg</dc:identifier>
  <dcterms:modified xsi:type="dcterms:W3CDTF">2011-08-01T06:04:30Z</dcterms:modified>
  <cp:revision>1</cp:revision>
  <dc:title>Пастельная Пузыри Базовая Простая Презентация</dc:title>
</cp:coreProperties>
</file>