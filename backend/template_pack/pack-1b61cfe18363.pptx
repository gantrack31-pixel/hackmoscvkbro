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1" r:id="rId9"/>
    <p:sldId id="265" r:id="rId10"/>
    <p:sldId id="266" r:id="rId11"/>
    <p:sldId id="269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3" r:id="rId27"/>
    <p:sldId id="284" r:id="rId28"/>
    <p:sldId id="285" r:id="rId29"/>
    <p:sldId id="286" r:id="rId30"/>
    <p:sldId id="282" r:id="rId31"/>
    <p:sldId id="287" r:id="rId32"/>
    <p:sldId id="28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29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32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981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9014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910470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291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7262190" cy="6858000"/>
          </a:xfrm>
          <a:custGeom>
            <a:avLst/>
            <a:gdLst>
              <a:gd name="connsiteX0" fmla="*/ 1383915 w 7262190"/>
              <a:gd name="connsiteY0" fmla="*/ 947530 h 6858000"/>
              <a:gd name="connsiteX1" fmla="*/ 4147930 w 7262190"/>
              <a:gd name="connsiteY1" fmla="*/ 947530 h 6858000"/>
              <a:gd name="connsiteX2" fmla="*/ 2764015 w 7262190"/>
              <a:gd name="connsiteY2" fmla="*/ 6858000 h 6858000"/>
              <a:gd name="connsiteX3" fmla="*/ 0 w 7262190"/>
              <a:gd name="connsiteY3" fmla="*/ 6858000 h 6858000"/>
              <a:gd name="connsiteX4" fmla="*/ 4498175 w 7262190"/>
              <a:gd name="connsiteY4" fmla="*/ 0 h 6858000"/>
              <a:gd name="connsiteX5" fmla="*/ 7262190 w 7262190"/>
              <a:gd name="connsiteY5" fmla="*/ 0 h 6858000"/>
              <a:gd name="connsiteX6" fmla="*/ 5878275 w 7262190"/>
              <a:gd name="connsiteY6" fmla="*/ 5910470 h 6858000"/>
              <a:gd name="connsiteX7" fmla="*/ 3114260 w 7262190"/>
              <a:gd name="connsiteY7" fmla="*/ 59104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62190" h="6858000">
                <a:moveTo>
                  <a:pt x="1383915" y="947530"/>
                </a:moveTo>
                <a:lnTo>
                  <a:pt x="4147930" y="947530"/>
                </a:lnTo>
                <a:lnTo>
                  <a:pt x="2764015" y="6858000"/>
                </a:lnTo>
                <a:lnTo>
                  <a:pt x="0" y="6858000"/>
                </a:lnTo>
                <a:close/>
                <a:moveTo>
                  <a:pt x="4498175" y="0"/>
                </a:moveTo>
                <a:lnTo>
                  <a:pt x="7262190" y="0"/>
                </a:lnTo>
                <a:lnTo>
                  <a:pt x="5878275" y="5910470"/>
                </a:lnTo>
                <a:lnTo>
                  <a:pt x="3114260" y="5910470"/>
                </a:ln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116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1533939"/>
            <a:ext cx="12192000" cy="3790122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322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7097486" y="1251858"/>
            <a:ext cx="5094514" cy="4354284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309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1251858"/>
            <a:ext cx="5094514" cy="4354284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817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1" y="-1"/>
            <a:ext cx="2888974" cy="5141844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4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3074506" y="1716156"/>
            <a:ext cx="2888974" cy="5141844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149011" y="-1"/>
            <a:ext cx="2888974" cy="5141844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9223516" y="1716156"/>
            <a:ext cx="2968484" cy="5141844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471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1" y="-1"/>
            <a:ext cx="2888974" cy="5141844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4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3074506" y="1716156"/>
            <a:ext cx="2888974" cy="5141844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149011" y="-1"/>
            <a:ext cx="2888974" cy="5141844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9223516" y="1716156"/>
            <a:ext cx="2968484" cy="5141844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17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4863548" y="1643271"/>
            <a:ext cx="2464904" cy="2464904"/>
          </a:xfrm>
          <a:prstGeom prst="ellipse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1351722" y="1643271"/>
            <a:ext cx="2464904" cy="2464904"/>
          </a:xfrm>
          <a:prstGeom prst="ellipse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8375374" y="1643271"/>
            <a:ext cx="2464904" cy="2464904"/>
          </a:xfrm>
          <a:prstGeom prst="ellipse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5197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3767589" y="1868557"/>
            <a:ext cx="2014332" cy="2014331"/>
          </a:xfrm>
          <a:prstGeom prst="ellipse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10078" y="1868557"/>
            <a:ext cx="2014332" cy="2014331"/>
          </a:xfrm>
          <a:prstGeom prst="ellipse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9052568" y="1868557"/>
            <a:ext cx="2014332" cy="2014331"/>
          </a:xfrm>
          <a:prstGeom prst="ellipse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2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1125101" y="1868557"/>
            <a:ext cx="2014332" cy="2014331"/>
          </a:xfrm>
          <a:prstGeom prst="ellipse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681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836886" y="2169886"/>
            <a:ext cx="2518228" cy="2518228"/>
          </a:xfrm>
          <a:prstGeom prst="ellipse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077686" y="2169886"/>
            <a:ext cx="2518228" cy="2518228"/>
          </a:xfrm>
          <a:prstGeom prst="ellipse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596086" y="2169886"/>
            <a:ext cx="2518228" cy="2518228"/>
          </a:xfrm>
          <a:prstGeom prst="ellipse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988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4249107" y="1775790"/>
            <a:ext cx="3693786" cy="2690193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8105490" y="1775790"/>
            <a:ext cx="3693786" cy="2690193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392724" y="1775790"/>
            <a:ext cx="3693786" cy="2690193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174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680067" y="1775791"/>
            <a:ext cx="2602268" cy="3657600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3423266" y="1775791"/>
            <a:ext cx="2602268" cy="3657600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6166466" y="1775791"/>
            <a:ext cx="2602268" cy="3657600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8909666" y="1775791"/>
            <a:ext cx="2602268" cy="3657600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4464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5"/>
          <p:cNvSpPr>
            <a:spLocks noGrp="1"/>
          </p:cNvSpPr>
          <p:nvPr>
            <p:ph type="pic" sz="quarter" idx="19" hasCustomPrompt="1"/>
          </p:nvPr>
        </p:nvSpPr>
        <p:spPr>
          <a:xfrm>
            <a:off x="4027328" y="2"/>
            <a:ext cx="4225722" cy="6857998"/>
          </a:xfr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en-US" dirty="0" smtClean="0"/>
              <a:t>Insert Image Just One Click</a:t>
            </a:r>
            <a:endParaRPr lang="en-US" dirty="0"/>
          </a:p>
        </p:txBody>
      </p:sp>
      <p:sp>
        <p:nvSpPr>
          <p:cNvPr id="12" name="Picture Placeholder 15"/>
          <p:cNvSpPr>
            <a:spLocks noGrp="1"/>
          </p:cNvSpPr>
          <p:nvPr>
            <p:ph type="pic" sz="quarter" idx="16" hasCustomPrompt="1"/>
          </p:nvPr>
        </p:nvSpPr>
        <p:spPr>
          <a:xfrm>
            <a:off x="-2" y="2"/>
            <a:ext cx="4027330" cy="6857998"/>
          </a:xfr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en-US" dirty="0" smtClean="0"/>
              <a:t>Insert Image Just One Click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8167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4358247" y="1758463"/>
            <a:ext cx="3471828" cy="3291839"/>
          </a:xfrm>
          <a:prstGeom prst="round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8142346" y="1758463"/>
            <a:ext cx="3471829" cy="3291839"/>
          </a:xfrm>
          <a:prstGeom prst="round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574146" y="1758463"/>
            <a:ext cx="3471829" cy="3291839"/>
          </a:xfrm>
          <a:prstGeom prst="round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677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7"/>
          <p:cNvSpPr>
            <a:spLocks noGrp="1"/>
          </p:cNvSpPr>
          <p:nvPr>
            <p:ph type="pic" sz="quarter" idx="10" hasCustomPrompt="1"/>
          </p:nvPr>
        </p:nvSpPr>
        <p:spPr>
          <a:xfrm>
            <a:off x="421577" y="0"/>
            <a:ext cx="6896948" cy="8715184"/>
          </a:xfrm>
          <a:custGeom>
            <a:avLst/>
            <a:gdLst>
              <a:gd name="connsiteX0" fmla="*/ 4314790 w 4953001"/>
              <a:gd name="connsiteY0" fmla="*/ 1775938 h 6258756"/>
              <a:gd name="connsiteX1" fmla="*/ 4493607 w 4953001"/>
              <a:gd name="connsiteY1" fmla="*/ 1739836 h 6258756"/>
              <a:gd name="connsiteX2" fmla="*/ 4953001 w 4953001"/>
              <a:gd name="connsiteY2" fmla="*/ 2199230 h 6258756"/>
              <a:gd name="connsiteX3" fmla="*/ 4952999 w 4953001"/>
              <a:gd name="connsiteY3" fmla="*/ 4665008 h 6258756"/>
              <a:gd name="connsiteX4" fmla="*/ 4493605 w 4953001"/>
              <a:gd name="connsiteY4" fmla="*/ 5124402 h 6258756"/>
              <a:gd name="connsiteX5" fmla="*/ 4493607 w 4953001"/>
              <a:gd name="connsiteY5" fmla="*/ 5124401 h 6258756"/>
              <a:gd name="connsiteX6" fmla="*/ 4034213 w 4953001"/>
              <a:gd name="connsiteY6" fmla="*/ 4665007 h 6258756"/>
              <a:gd name="connsiteX7" fmla="*/ 4034212 w 4953001"/>
              <a:gd name="connsiteY7" fmla="*/ 2199230 h 6258756"/>
              <a:gd name="connsiteX8" fmla="*/ 4314790 w 4953001"/>
              <a:gd name="connsiteY8" fmla="*/ 1775938 h 6258756"/>
              <a:gd name="connsiteX9" fmla="*/ 3325467 w 4953001"/>
              <a:gd name="connsiteY9" fmla="*/ 822008 h 6258756"/>
              <a:gd name="connsiteX10" fmla="*/ 3504284 w 4953001"/>
              <a:gd name="connsiteY10" fmla="*/ 785907 h 6258756"/>
              <a:gd name="connsiteX11" fmla="*/ 3963678 w 4953001"/>
              <a:gd name="connsiteY11" fmla="*/ 1245301 h 6258756"/>
              <a:gd name="connsiteX12" fmla="*/ 3963677 w 4953001"/>
              <a:gd name="connsiteY12" fmla="*/ 5342664 h 6258756"/>
              <a:gd name="connsiteX13" fmla="*/ 3504283 w 4953001"/>
              <a:gd name="connsiteY13" fmla="*/ 5802058 h 6258756"/>
              <a:gd name="connsiteX14" fmla="*/ 3504284 w 4953001"/>
              <a:gd name="connsiteY14" fmla="*/ 5802057 h 6258756"/>
              <a:gd name="connsiteX15" fmla="*/ 3044890 w 4953001"/>
              <a:gd name="connsiteY15" fmla="*/ 5342663 h 6258756"/>
              <a:gd name="connsiteX16" fmla="*/ 3044890 w 4953001"/>
              <a:gd name="connsiteY16" fmla="*/ 1245301 h 6258756"/>
              <a:gd name="connsiteX17" fmla="*/ 3325467 w 4953001"/>
              <a:gd name="connsiteY17" fmla="*/ 822008 h 6258756"/>
              <a:gd name="connsiteX18" fmla="*/ 280578 w 4953001"/>
              <a:gd name="connsiteY18" fmla="*/ 986928 h 6258756"/>
              <a:gd name="connsiteX19" fmla="*/ 459394 w 4953001"/>
              <a:gd name="connsiteY19" fmla="*/ 950827 h 6258756"/>
              <a:gd name="connsiteX20" fmla="*/ 918788 w 4953001"/>
              <a:gd name="connsiteY20" fmla="*/ 1410221 h 6258756"/>
              <a:gd name="connsiteX21" fmla="*/ 918787 w 4953001"/>
              <a:gd name="connsiteY21" fmla="*/ 3875998 h 6258756"/>
              <a:gd name="connsiteX22" fmla="*/ 459393 w 4953001"/>
              <a:gd name="connsiteY22" fmla="*/ 4335392 h 6258756"/>
              <a:gd name="connsiteX23" fmla="*/ 459394 w 4953001"/>
              <a:gd name="connsiteY23" fmla="*/ 4335391 h 6258756"/>
              <a:gd name="connsiteX24" fmla="*/ 0 w 4953001"/>
              <a:gd name="connsiteY24" fmla="*/ 3875997 h 6258756"/>
              <a:gd name="connsiteX25" fmla="*/ 0 w 4953001"/>
              <a:gd name="connsiteY25" fmla="*/ 1410221 h 6258756"/>
              <a:gd name="connsiteX26" fmla="*/ 280578 w 4953001"/>
              <a:gd name="connsiteY26" fmla="*/ 986928 h 6258756"/>
              <a:gd name="connsiteX27" fmla="*/ 1305194 w 4953001"/>
              <a:gd name="connsiteY27" fmla="*/ 507467 h 6258756"/>
              <a:gd name="connsiteX28" fmla="*/ 1484010 w 4953001"/>
              <a:gd name="connsiteY28" fmla="*/ 471366 h 6258756"/>
              <a:gd name="connsiteX29" fmla="*/ 1943404 w 4953001"/>
              <a:gd name="connsiteY29" fmla="*/ 930760 h 6258756"/>
              <a:gd name="connsiteX30" fmla="*/ 1943404 w 4953001"/>
              <a:gd name="connsiteY30" fmla="*/ 5028123 h 6258756"/>
              <a:gd name="connsiteX31" fmla="*/ 1484009 w 4953001"/>
              <a:gd name="connsiteY31" fmla="*/ 5487517 h 6258756"/>
              <a:gd name="connsiteX32" fmla="*/ 1484010 w 4953001"/>
              <a:gd name="connsiteY32" fmla="*/ 5487516 h 6258756"/>
              <a:gd name="connsiteX33" fmla="*/ 1024616 w 4953001"/>
              <a:gd name="connsiteY33" fmla="*/ 5028122 h 6258756"/>
              <a:gd name="connsiteX34" fmla="*/ 1024616 w 4953001"/>
              <a:gd name="connsiteY34" fmla="*/ 930760 h 6258756"/>
              <a:gd name="connsiteX35" fmla="*/ 1305194 w 4953001"/>
              <a:gd name="connsiteY35" fmla="*/ 507467 h 6258756"/>
              <a:gd name="connsiteX36" fmla="*/ 2312510 w 4953001"/>
              <a:gd name="connsiteY36" fmla="*/ 36102 h 6258756"/>
              <a:gd name="connsiteX37" fmla="*/ 2491327 w 4953001"/>
              <a:gd name="connsiteY37" fmla="*/ 0 h 6258756"/>
              <a:gd name="connsiteX38" fmla="*/ 2950721 w 4953001"/>
              <a:gd name="connsiteY38" fmla="*/ 459394 h 6258756"/>
              <a:gd name="connsiteX39" fmla="*/ 2950720 w 4953001"/>
              <a:gd name="connsiteY39" fmla="*/ 5799362 h 6258756"/>
              <a:gd name="connsiteX40" fmla="*/ 2491326 w 4953001"/>
              <a:gd name="connsiteY40" fmla="*/ 6258756 h 6258756"/>
              <a:gd name="connsiteX41" fmla="*/ 2491327 w 4953001"/>
              <a:gd name="connsiteY41" fmla="*/ 6258755 h 6258756"/>
              <a:gd name="connsiteX42" fmla="*/ 2031933 w 4953001"/>
              <a:gd name="connsiteY42" fmla="*/ 5799361 h 6258756"/>
              <a:gd name="connsiteX43" fmla="*/ 2031933 w 4953001"/>
              <a:gd name="connsiteY43" fmla="*/ 459394 h 6258756"/>
              <a:gd name="connsiteX44" fmla="*/ 2312510 w 4953001"/>
              <a:gd name="connsiteY44" fmla="*/ 36102 h 6258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53001" h="6258756">
                <a:moveTo>
                  <a:pt x="4314790" y="1775938"/>
                </a:moveTo>
                <a:cubicBezTo>
                  <a:pt x="4369751" y="1752691"/>
                  <a:pt x="4430177" y="1739836"/>
                  <a:pt x="4493607" y="1739836"/>
                </a:cubicBezTo>
                <a:cubicBezTo>
                  <a:pt x="4747322" y="1739836"/>
                  <a:pt x="4953000" y="1945514"/>
                  <a:pt x="4953001" y="2199230"/>
                </a:cubicBezTo>
                <a:cubicBezTo>
                  <a:pt x="4953000" y="3021156"/>
                  <a:pt x="4952999" y="3843081"/>
                  <a:pt x="4952999" y="4665008"/>
                </a:cubicBezTo>
                <a:cubicBezTo>
                  <a:pt x="4952999" y="4918723"/>
                  <a:pt x="4747321" y="5124401"/>
                  <a:pt x="4493605" y="5124402"/>
                </a:cubicBezTo>
                <a:lnTo>
                  <a:pt x="4493607" y="5124401"/>
                </a:lnTo>
                <a:cubicBezTo>
                  <a:pt x="4239890" y="5124400"/>
                  <a:pt x="4034212" y="4918723"/>
                  <a:pt x="4034213" y="4665007"/>
                </a:cubicBezTo>
                <a:lnTo>
                  <a:pt x="4034212" y="2199230"/>
                </a:lnTo>
                <a:cubicBezTo>
                  <a:pt x="4034212" y="2008943"/>
                  <a:pt x="4149906" y="1845678"/>
                  <a:pt x="4314790" y="1775938"/>
                </a:cubicBezTo>
                <a:close/>
                <a:moveTo>
                  <a:pt x="3325467" y="822008"/>
                </a:moveTo>
                <a:cubicBezTo>
                  <a:pt x="3380429" y="798761"/>
                  <a:pt x="3440855" y="785907"/>
                  <a:pt x="3504284" y="785907"/>
                </a:cubicBezTo>
                <a:cubicBezTo>
                  <a:pt x="3758000" y="785906"/>
                  <a:pt x="3963678" y="991585"/>
                  <a:pt x="3963678" y="1245301"/>
                </a:cubicBezTo>
                <a:cubicBezTo>
                  <a:pt x="3963678" y="2611089"/>
                  <a:pt x="3963677" y="3976876"/>
                  <a:pt x="3963677" y="5342664"/>
                </a:cubicBezTo>
                <a:cubicBezTo>
                  <a:pt x="3963677" y="5596380"/>
                  <a:pt x="3757999" y="5802058"/>
                  <a:pt x="3504283" y="5802058"/>
                </a:cubicBezTo>
                <a:lnTo>
                  <a:pt x="3504284" y="5802057"/>
                </a:lnTo>
                <a:cubicBezTo>
                  <a:pt x="3250568" y="5802057"/>
                  <a:pt x="3044890" y="5596379"/>
                  <a:pt x="3044890" y="5342663"/>
                </a:cubicBezTo>
                <a:lnTo>
                  <a:pt x="3044890" y="1245301"/>
                </a:lnTo>
                <a:cubicBezTo>
                  <a:pt x="3044890" y="1055014"/>
                  <a:pt x="3160584" y="891748"/>
                  <a:pt x="3325467" y="822008"/>
                </a:cubicBezTo>
                <a:close/>
                <a:moveTo>
                  <a:pt x="280578" y="986928"/>
                </a:moveTo>
                <a:cubicBezTo>
                  <a:pt x="335539" y="963682"/>
                  <a:pt x="395966" y="950827"/>
                  <a:pt x="459394" y="950827"/>
                </a:cubicBezTo>
                <a:cubicBezTo>
                  <a:pt x="713110" y="950827"/>
                  <a:pt x="918788" y="1156505"/>
                  <a:pt x="918788" y="1410221"/>
                </a:cubicBezTo>
                <a:cubicBezTo>
                  <a:pt x="918788" y="2232147"/>
                  <a:pt x="918787" y="3054071"/>
                  <a:pt x="918787" y="3875998"/>
                </a:cubicBezTo>
                <a:cubicBezTo>
                  <a:pt x="918787" y="4129714"/>
                  <a:pt x="713109" y="4335392"/>
                  <a:pt x="459393" y="4335392"/>
                </a:cubicBezTo>
                <a:lnTo>
                  <a:pt x="459394" y="4335391"/>
                </a:lnTo>
                <a:cubicBezTo>
                  <a:pt x="205678" y="4335391"/>
                  <a:pt x="0" y="4129713"/>
                  <a:pt x="0" y="3875997"/>
                </a:cubicBezTo>
                <a:lnTo>
                  <a:pt x="0" y="1410221"/>
                </a:lnTo>
                <a:cubicBezTo>
                  <a:pt x="0" y="1219934"/>
                  <a:pt x="115694" y="1056668"/>
                  <a:pt x="280578" y="986928"/>
                </a:cubicBezTo>
                <a:close/>
                <a:moveTo>
                  <a:pt x="1305194" y="507467"/>
                </a:moveTo>
                <a:cubicBezTo>
                  <a:pt x="1360155" y="484221"/>
                  <a:pt x="1420581" y="471366"/>
                  <a:pt x="1484010" y="471366"/>
                </a:cubicBezTo>
                <a:cubicBezTo>
                  <a:pt x="1737726" y="471366"/>
                  <a:pt x="1943404" y="677044"/>
                  <a:pt x="1943404" y="930760"/>
                </a:cubicBezTo>
                <a:cubicBezTo>
                  <a:pt x="1943404" y="2296548"/>
                  <a:pt x="1943403" y="3662335"/>
                  <a:pt x="1943404" y="5028123"/>
                </a:cubicBezTo>
                <a:cubicBezTo>
                  <a:pt x="1943404" y="5281839"/>
                  <a:pt x="1737725" y="5487517"/>
                  <a:pt x="1484009" y="5487517"/>
                </a:cubicBezTo>
                <a:lnTo>
                  <a:pt x="1484010" y="5487516"/>
                </a:lnTo>
                <a:cubicBezTo>
                  <a:pt x="1230294" y="5487516"/>
                  <a:pt x="1024616" y="5281838"/>
                  <a:pt x="1024616" y="5028122"/>
                </a:cubicBezTo>
                <a:lnTo>
                  <a:pt x="1024616" y="930760"/>
                </a:lnTo>
                <a:cubicBezTo>
                  <a:pt x="1024616" y="740473"/>
                  <a:pt x="1140310" y="577207"/>
                  <a:pt x="1305194" y="507467"/>
                </a:cubicBezTo>
                <a:close/>
                <a:moveTo>
                  <a:pt x="2312510" y="36102"/>
                </a:moveTo>
                <a:cubicBezTo>
                  <a:pt x="2367471" y="12855"/>
                  <a:pt x="2427898" y="0"/>
                  <a:pt x="2491327" y="0"/>
                </a:cubicBezTo>
                <a:cubicBezTo>
                  <a:pt x="2745043" y="0"/>
                  <a:pt x="2950721" y="205678"/>
                  <a:pt x="2950721" y="459394"/>
                </a:cubicBezTo>
                <a:cubicBezTo>
                  <a:pt x="2950721" y="2239383"/>
                  <a:pt x="2950720" y="4019373"/>
                  <a:pt x="2950720" y="5799362"/>
                </a:cubicBezTo>
                <a:cubicBezTo>
                  <a:pt x="2950720" y="6053078"/>
                  <a:pt x="2745043" y="6258756"/>
                  <a:pt x="2491326" y="6258756"/>
                </a:cubicBezTo>
                <a:lnTo>
                  <a:pt x="2491327" y="6258755"/>
                </a:lnTo>
                <a:cubicBezTo>
                  <a:pt x="2237611" y="6258755"/>
                  <a:pt x="2031933" y="6053077"/>
                  <a:pt x="2031933" y="5799361"/>
                </a:cubicBezTo>
                <a:lnTo>
                  <a:pt x="2031933" y="459394"/>
                </a:lnTo>
                <a:cubicBezTo>
                  <a:pt x="2031933" y="269107"/>
                  <a:pt x="2147627" y="105842"/>
                  <a:pt x="2312510" y="36102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000"/>
            </a:lvl1pPr>
          </a:lstStyle>
          <a:p>
            <a:r>
              <a:rPr lang="en-US" dirty="0" smtClean="0"/>
              <a:t>Insert Image Just one Click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8061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73BF8-0978-487A-81E9-5D9C0A9987D6}" type="datetimeFigureOut">
              <a:rPr lang="en-US" smtClean="0"/>
              <a:t>10/4/2018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C6ED5-8FC2-4F1D-8503-FF10359BB028}" type="slidenum">
              <a:rPr lang="en-US" smtClean="0"/>
              <a:t>‹#›</a:t>
            </a:fld>
            <a:endParaRPr lang="en-US"/>
          </a:p>
        </p:txBody>
      </p:sp>
      <p:grpSp>
        <p:nvGrpSpPr>
          <p:cNvPr id="36" name="Group 35"/>
          <p:cNvGrpSpPr/>
          <p:nvPr userDrawn="1"/>
        </p:nvGrpSpPr>
        <p:grpSpPr>
          <a:xfrm>
            <a:off x="168813" y="168812"/>
            <a:ext cx="11859067" cy="6527410"/>
            <a:chOff x="168813" y="168812"/>
            <a:chExt cx="11859067" cy="6527410"/>
          </a:xfrm>
        </p:grpSpPr>
        <p:grpSp>
          <p:nvGrpSpPr>
            <p:cNvPr id="7" name="Group 6"/>
            <p:cNvGrpSpPr/>
            <p:nvPr userDrawn="1"/>
          </p:nvGrpSpPr>
          <p:grpSpPr>
            <a:xfrm>
              <a:off x="168813" y="168812"/>
              <a:ext cx="1069145" cy="1069145"/>
              <a:chOff x="168813" y="168812"/>
              <a:chExt cx="1069145" cy="1069145"/>
            </a:xfrm>
          </p:grpSpPr>
          <p:grpSp>
            <p:nvGrpSpPr>
              <p:cNvPr id="8" name="Group 7"/>
              <p:cNvGrpSpPr/>
              <p:nvPr/>
            </p:nvGrpSpPr>
            <p:grpSpPr>
              <a:xfrm>
                <a:off x="168813" y="168812"/>
                <a:ext cx="1069145" cy="1069145"/>
                <a:chOff x="168813" y="168812"/>
                <a:chExt cx="2110154" cy="2110154"/>
              </a:xfrm>
            </p:grpSpPr>
            <p:cxnSp>
              <p:nvCxnSpPr>
                <p:cNvPr id="12" name="Straight Connector 11"/>
                <p:cNvCxnSpPr/>
                <p:nvPr/>
              </p:nvCxnSpPr>
              <p:spPr>
                <a:xfrm>
                  <a:off x="168813" y="168812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/>
                <p:cNvCxnSpPr/>
                <p:nvPr/>
              </p:nvCxnSpPr>
              <p:spPr>
                <a:xfrm rot="5400000">
                  <a:off x="1223890" y="-886265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Group 8"/>
              <p:cNvGrpSpPr/>
              <p:nvPr/>
            </p:nvGrpSpPr>
            <p:grpSpPr>
              <a:xfrm>
                <a:off x="253221" y="239150"/>
                <a:ext cx="759656" cy="759656"/>
                <a:chOff x="168813" y="168812"/>
                <a:chExt cx="2110154" cy="2110154"/>
              </a:xfrm>
            </p:grpSpPr>
            <p:cxnSp>
              <p:nvCxnSpPr>
                <p:cNvPr id="10" name="Straight Connector 9"/>
                <p:cNvCxnSpPr/>
                <p:nvPr/>
              </p:nvCxnSpPr>
              <p:spPr>
                <a:xfrm>
                  <a:off x="168813" y="168812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/>
                <p:cNvCxnSpPr/>
                <p:nvPr/>
              </p:nvCxnSpPr>
              <p:spPr>
                <a:xfrm rot="5400000">
                  <a:off x="1223890" y="-886265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4" name="Group 13"/>
            <p:cNvGrpSpPr/>
            <p:nvPr userDrawn="1"/>
          </p:nvGrpSpPr>
          <p:grpSpPr>
            <a:xfrm flipH="1">
              <a:off x="10958735" y="168812"/>
              <a:ext cx="1069145" cy="1069145"/>
              <a:chOff x="168813" y="168812"/>
              <a:chExt cx="1069145" cy="1069145"/>
            </a:xfrm>
          </p:grpSpPr>
          <p:grpSp>
            <p:nvGrpSpPr>
              <p:cNvPr id="15" name="Group 14"/>
              <p:cNvGrpSpPr/>
              <p:nvPr/>
            </p:nvGrpSpPr>
            <p:grpSpPr>
              <a:xfrm>
                <a:off x="168813" y="168812"/>
                <a:ext cx="1069145" cy="1069145"/>
                <a:chOff x="168813" y="168812"/>
                <a:chExt cx="2110154" cy="2110154"/>
              </a:xfrm>
            </p:grpSpPr>
            <p:cxnSp>
              <p:nvCxnSpPr>
                <p:cNvPr id="19" name="Straight Connector 18"/>
                <p:cNvCxnSpPr/>
                <p:nvPr/>
              </p:nvCxnSpPr>
              <p:spPr>
                <a:xfrm>
                  <a:off x="168813" y="168812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/>
                <p:cNvCxnSpPr/>
                <p:nvPr/>
              </p:nvCxnSpPr>
              <p:spPr>
                <a:xfrm rot="5400000">
                  <a:off x="1223890" y="-886265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" name="Group 15"/>
              <p:cNvGrpSpPr/>
              <p:nvPr/>
            </p:nvGrpSpPr>
            <p:grpSpPr>
              <a:xfrm>
                <a:off x="253221" y="239150"/>
                <a:ext cx="759656" cy="759656"/>
                <a:chOff x="168813" y="168812"/>
                <a:chExt cx="2110154" cy="2110154"/>
              </a:xfrm>
            </p:grpSpPr>
            <p:cxnSp>
              <p:nvCxnSpPr>
                <p:cNvPr id="17" name="Straight Connector 16"/>
                <p:cNvCxnSpPr/>
                <p:nvPr/>
              </p:nvCxnSpPr>
              <p:spPr>
                <a:xfrm>
                  <a:off x="168813" y="168812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/>
                <p:cNvCxnSpPr/>
                <p:nvPr/>
              </p:nvCxnSpPr>
              <p:spPr>
                <a:xfrm rot="5400000">
                  <a:off x="1223890" y="-886265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1" name="Group 20"/>
            <p:cNvGrpSpPr/>
            <p:nvPr userDrawn="1"/>
          </p:nvGrpSpPr>
          <p:grpSpPr>
            <a:xfrm flipV="1">
              <a:off x="168813" y="5627077"/>
              <a:ext cx="1069145" cy="1069145"/>
              <a:chOff x="168813" y="168812"/>
              <a:chExt cx="1069145" cy="1069145"/>
            </a:xfrm>
          </p:grpSpPr>
          <p:grpSp>
            <p:nvGrpSpPr>
              <p:cNvPr id="22" name="Group 21"/>
              <p:cNvGrpSpPr/>
              <p:nvPr/>
            </p:nvGrpSpPr>
            <p:grpSpPr>
              <a:xfrm>
                <a:off x="168813" y="168812"/>
                <a:ext cx="1069145" cy="1069145"/>
                <a:chOff x="168813" y="168812"/>
                <a:chExt cx="2110154" cy="2110154"/>
              </a:xfrm>
            </p:grpSpPr>
            <p:cxnSp>
              <p:nvCxnSpPr>
                <p:cNvPr id="26" name="Straight Connector 25"/>
                <p:cNvCxnSpPr/>
                <p:nvPr/>
              </p:nvCxnSpPr>
              <p:spPr>
                <a:xfrm>
                  <a:off x="168813" y="168812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/>
                <p:cNvCxnSpPr/>
                <p:nvPr/>
              </p:nvCxnSpPr>
              <p:spPr>
                <a:xfrm rot="5400000">
                  <a:off x="1223890" y="-886265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Group 22"/>
              <p:cNvGrpSpPr/>
              <p:nvPr/>
            </p:nvGrpSpPr>
            <p:grpSpPr>
              <a:xfrm>
                <a:off x="253221" y="239150"/>
                <a:ext cx="759656" cy="759656"/>
                <a:chOff x="168813" y="168812"/>
                <a:chExt cx="2110154" cy="2110154"/>
              </a:xfrm>
            </p:grpSpPr>
            <p:cxnSp>
              <p:nvCxnSpPr>
                <p:cNvPr id="24" name="Straight Connector 23"/>
                <p:cNvCxnSpPr/>
                <p:nvPr/>
              </p:nvCxnSpPr>
              <p:spPr>
                <a:xfrm>
                  <a:off x="168813" y="168812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/>
                <p:nvPr/>
              </p:nvCxnSpPr>
              <p:spPr>
                <a:xfrm rot="5400000">
                  <a:off x="1223890" y="-886265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8" name="Group 27"/>
            <p:cNvGrpSpPr/>
            <p:nvPr userDrawn="1"/>
          </p:nvGrpSpPr>
          <p:grpSpPr>
            <a:xfrm flipH="1" flipV="1">
              <a:off x="10958735" y="5627077"/>
              <a:ext cx="1069145" cy="1069145"/>
              <a:chOff x="168813" y="168812"/>
              <a:chExt cx="1069145" cy="1069145"/>
            </a:xfrm>
          </p:grpSpPr>
          <p:grpSp>
            <p:nvGrpSpPr>
              <p:cNvPr id="29" name="Group 28"/>
              <p:cNvGrpSpPr/>
              <p:nvPr/>
            </p:nvGrpSpPr>
            <p:grpSpPr>
              <a:xfrm>
                <a:off x="168813" y="168812"/>
                <a:ext cx="1069145" cy="1069145"/>
                <a:chOff x="168813" y="168812"/>
                <a:chExt cx="2110154" cy="2110154"/>
              </a:xfrm>
            </p:grpSpPr>
            <p:cxnSp>
              <p:nvCxnSpPr>
                <p:cNvPr id="33" name="Straight Connector 32"/>
                <p:cNvCxnSpPr/>
                <p:nvPr/>
              </p:nvCxnSpPr>
              <p:spPr>
                <a:xfrm>
                  <a:off x="168813" y="168812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 rot="5400000">
                  <a:off x="1223890" y="-886265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" name="Group 29"/>
              <p:cNvGrpSpPr/>
              <p:nvPr/>
            </p:nvGrpSpPr>
            <p:grpSpPr>
              <a:xfrm>
                <a:off x="253221" y="239150"/>
                <a:ext cx="759656" cy="759656"/>
                <a:chOff x="168813" y="168812"/>
                <a:chExt cx="2110154" cy="2110154"/>
              </a:xfrm>
            </p:grpSpPr>
            <p:cxnSp>
              <p:nvCxnSpPr>
                <p:cNvPr id="31" name="Straight Connector 30"/>
                <p:cNvCxnSpPr/>
                <p:nvPr/>
              </p:nvCxnSpPr>
              <p:spPr>
                <a:xfrm>
                  <a:off x="168813" y="168812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/>
                <p:cNvCxnSpPr/>
                <p:nvPr/>
              </p:nvCxnSpPr>
              <p:spPr>
                <a:xfrm rot="5400000">
                  <a:off x="1223890" y="-886265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5" name="TextBox 34"/>
          <p:cNvSpPr txBox="1"/>
          <p:nvPr userDrawn="1"/>
        </p:nvSpPr>
        <p:spPr>
          <a:xfrm>
            <a:off x="253221" y="6348885"/>
            <a:ext cx="12763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r</a:t>
            </a: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exi.theme.com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6518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  <p:sldLayoutId id="2147483658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6" r:id="rId17"/>
    <p:sldLayoutId id="2147483665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-409739" y="1074510"/>
            <a:ext cx="8937062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0" b="1" dirty="0" err="1" smtClean="0">
                <a:solidFill>
                  <a:schemeClr val="bg1">
                    <a:lumMod val="85000"/>
                    <a:alpha val="30000"/>
                  </a:schemeClr>
                </a:solidFill>
                <a:latin typeface="+mj-lt"/>
              </a:rPr>
              <a:t>Rexi</a:t>
            </a:r>
            <a:r>
              <a:rPr lang="en-US" sz="30000" b="1" dirty="0" smtClean="0">
                <a:solidFill>
                  <a:schemeClr val="bg1">
                    <a:lumMod val="85000"/>
                    <a:alpha val="30000"/>
                  </a:schemeClr>
                </a:solidFill>
                <a:latin typeface="+mj-lt"/>
              </a:rPr>
              <a:t>.</a:t>
            </a:r>
            <a:endParaRPr lang="en-US" sz="30000" b="1" dirty="0">
              <a:solidFill>
                <a:schemeClr val="bg1">
                  <a:lumMod val="85000"/>
                  <a:alpha val="30000"/>
                </a:schemeClr>
              </a:solidFill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37959" y="2767281"/>
            <a:ext cx="25186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 dirty="0" err="1" smtClean="0">
                <a:solidFill>
                  <a:schemeClr val="accent2"/>
                </a:solidFill>
                <a:latin typeface="+mj-lt"/>
              </a:rPr>
              <a:t>R</a:t>
            </a:r>
            <a:r>
              <a:rPr lang="en-US" sz="8000" b="1" dirty="0" err="1" smtClean="0">
                <a:solidFill>
                  <a:schemeClr val="bg1"/>
                </a:solidFill>
                <a:latin typeface="+mj-lt"/>
              </a:rPr>
              <a:t>exi</a:t>
            </a:r>
            <a:r>
              <a:rPr lang="en-US" sz="8000" b="1" dirty="0" smtClean="0">
                <a:solidFill>
                  <a:schemeClr val="bg1"/>
                </a:solidFill>
                <a:latin typeface="+mj-lt"/>
              </a:rPr>
              <a:t>.</a:t>
            </a:r>
            <a:endParaRPr lang="en-US" sz="8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20738" y="3921443"/>
            <a:ext cx="35910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+mj-lt"/>
              </a:rPr>
              <a:t>The ultimate presentation template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20220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/>
          <p:cNvSpPr txBox="1"/>
          <p:nvPr/>
        </p:nvSpPr>
        <p:spPr>
          <a:xfrm>
            <a:off x="-409739" y="1074510"/>
            <a:ext cx="8937062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0" b="1" dirty="0" err="1" smtClean="0">
                <a:solidFill>
                  <a:schemeClr val="bg1">
                    <a:lumMod val="85000"/>
                    <a:alpha val="30000"/>
                  </a:schemeClr>
                </a:solidFill>
                <a:latin typeface="+mj-lt"/>
              </a:rPr>
              <a:t>Rexi</a:t>
            </a:r>
            <a:r>
              <a:rPr lang="en-US" sz="30000" b="1" dirty="0" smtClean="0">
                <a:solidFill>
                  <a:schemeClr val="bg1">
                    <a:lumMod val="85000"/>
                    <a:alpha val="30000"/>
                  </a:schemeClr>
                </a:solidFill>
                <a:latin typeface="+mj-lt"/>
              </a:rPr>
              <a:t>.</a:t>
            </a:r>
            <a:endParaRPr lang="en-US" sz="30000" b="1" dirty="0">
              <a:solidFill>
                <a:schemeClr val="bg1">
                  <a:lumMod val="85000"/>
                  <a:alpha val="30000"/>
                </a:schemeClr>
              </a:solidFill>
              <a:latin typeface="+mj-lt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68813" y="168812"/>
            <a:ext cx="11859067" cy="6527410"/>
            <a:chOff x="168813" y="168812"/>
            <a:chExt cx="11859067" cy="6527410"/>
          </a:xfrm>
        </p:grpSpPr>
        <p:grpSp>
          <p:nvGrpSpPr>
            <p:cNvPr id="3" name="Group 2"/>
            <p:cNvGrpSpPr/>
            <p:nvPr userDrawn="1"/>
          </p:nvGrpSpPr>
          <p:grpSpPr>
            <a:xfrm>
              <a:off x="168813" y="168812"/>
              <a:ext cx="1069145" cy="1069145"/>
              <a:chOff x="168813" y="168812"/>
              <a:chExt cx="1069145" cy="1069145"/>
            </a:xfrm>
          </p:grpSpPr>
          <p:grpSp>
            <p:nvGrpSpPr>
              <p:cNvPr id="25" name="Group 24"/>
              <p:cNvGrpSpPr/>
              <p:nvPr/>
            </p:nvGrpSpPr>
            <p:grpSpPr>
              <a:xfrm>
                <a:off x="168813" y="168812"/>
                <a:ext cx="1069145" cy="1069145"/>
                <a:chOff x="168813" y="168812"/>
                <a:chExt cx="2110154" cy="2110154"/>
              </a:xfrm>
            </p:grpSpPr>
            <p:cxnSp>
              <p:nvCxnSpPr>
                <p:cNvPr id="29" name="Straight Connector 28"/>
                <p:cNvCxnSpPr/>
                <p:nvPr/>
              </p:nvCxnSpPr>
              <p:spPr>
                <a:xfrm>
                  <a:off x="168813" y="168812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/>
                <p:nvPr/>
              </p:nvCxnSpPr>
              <p:spPr>
                <a:xfrm rot="5400000">
                  <a:off x="1223890" y="-886265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" name="Group 25"/>
              <p:cNvGrpSpPr/>
              <p:nvPr/>
            </p:nvGrpSpPr>
            <p:grpSpPr>
              <a:xfrm>
                <a:off x="253221" y="239150"/>
                <a:ext cx="759656" cy="759656"/>
                <a:chOff x="168813" y="168812"/>
                <a:chExt cx="2110154" cy="2110154"/>
              </a:xfrm>
            </p:grpSpPr>
            <p:cxnSp>
              <p:nvCxnSpPr>
                <p:cNvPr id="27" name="Straight Connector 26"/>
                <p:cNvCxnSpPr/>
                <p:nvPr/>
              </p:nvCxnSpPr>
              <p:spPr>
                <a:xfrm>
                  <a:off x="168813" y="168812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/>
                <p:nvPr/>
              </p:nvCxnSpPr>
              <p:spPr>
                <a:xfrm rot="5400000">
                  <a:off x="1223890" y="-886265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" name="Group 3"/>
            <p:cNvGrpSpPr/>
            <p:nvPr userDrawn="1"/>
          </p:nvGrpSpPr>
          <p:grpSpPr>
            <a:xfrm flipH="1">
              <a:off x="10958735" y="168812"/>
              <a:ext cx="1069145" cy="1069145"/>
              <a:chOff x="168813" y="168812"/>
              <a:chExt cx="1069145" cy="1069145"/>
            </a:xfrm>
          </p:grpSpPr>
          <p:grpSp>
            <p:nvGrpSpPr>
              <p:cNvPr id="19" name="Group 18"/>
              <p:cNvGrpSpPr/>
              <p:nvPr/>
            </p:nvGrpSpPr>
            <p:grpSpPr>
              <a:xfrm>
                <a:off x="168813" y="168812"/>
                <a:ext cx="1069145" cy="1069145"/>
                <a:chOff x="168813" y="168812"/>
                <a:chExt cx="2110154" cy="2110154"/>
              </a:xfrm>
            </p:grpSpPr>
            <p:cxnSp>
              <p:nvCxnSpPr>
                <p:cNvPr id="23" name="Straight Connector 22"/>
                <p:cNvCxnSpPr/>
                <p:nvPr/>
              </p:nvCxnSpPr>
              <p:spPr>
                <a:xfrm>
                  <a:off x="168813" y="168812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 rot="5400000">
                  <a:off x="1223890" y="-886265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Group 19"/>
              <p:cNvGrpSpPr/>
              <p:nvPr/>
            </p:nvGrpSpPr>
            <p:grpSpPr>
              <a:xfrm>
                <a:off x="253221" y="239150"/>
                <a:ext cx="759656" cy="759656"/>
                <a:chOff x="168813" y="168812"/>
                <a:chExt cx="2110154" cy="2110154"/>
              </a:xfrm>
            </p:grpSpPr>
            <p:cxnSp>
              <p:nvCxnSpPr>
                <p:cNvPr id="21" name="Straight Connector 20"/>
                <p:cNvCxnSpPr/>
                <p:nvPr/>
              </p:nvCxnSpPr>
              <p:spPr>
                <a:xfrm>
                  <a:off x="168813" y="168812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/>
                <p:nvPr/>
              </p:nvCxnSpPr>
              <p:spPr>
                <a:xfrm rot="5400000">
                  <a:off x="1223890" y="-886265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" name="Group 4"/>
            <p:cNvGrpSpPr/>
            <p:nvPr userDrawn="1"/>
          </p:nvGrpSpPr>
          <p:grpSpPr>
            <a:xfrm flipV="1">
              <a:off x="168813" y="5627077"/>
              <a:ext cx="1069145" cy="1069145"/>
              <a:chOff x="168813" y="168812"/>
              <a:chExt cx="1069145" cy="1069145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168813" y="168812"/>
                <a:ext cx="1069145" cy="1069145"/>
                <a:chOff x="168813" y="168812"/>
                <a:chExt cx="2110154" cy="2110154"/>
              </a:xfrm>
            </p:grpSpPr>
            <p:cxnSp>
              <p:nvCxnSpPr>
                <p:cNvPr id="17" name="Straight Connector 16"/>
                <p:cNvCxnSpPr/>
                <p:nvPr/>
              </p:nvCxnSpPr>
              <p:spPr>
                <a:xfrm>
                  <a:off x="168813" y="168812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/>
                <p:cNvCxnSpPr/>
                <p:nvPr/>
              </p:nvCxnSpPr>
              <p:spPr>
                <a:xfrm rot="5400000">
                  <a:off x="1223890" y="-886265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" name="Group 13"/>
              <p:cNvGrpSpPr/>
              <p:nvPr/>
            </p:nvGrpSpPr>
            <p:grpSpPr>
              <a:xfrm>
                <a:off x="253221" y="239150"/>
                <a:ext cx="759656" cy="759656"/>
                <a:chOff x="168813" y="168812"/>
                <a:chExt cx="2110154" cy="2110154"/>
              </a:xfrm>
            </p:grpSpPr>
            <p:cxnSp>
              <p:nvCxnSpPr>
                <p:cNvPr id="15" name="Straight Connector 14"/>
                <p:cNvCxnSpPr/>
                <p:nvPr/>
              </p:nvCxnSpPr>
              <p:spPr>
                <a:xfrm>
                  <a:off x="168813" y="168812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/>
                <p:cNvCxnSpPr/>
                <p:nvPr/>
              </p:nvCxnSpPr>
              <p:spPr>
                <a:xfrm rot="5400000">
                  <a:off x="1223890" y="-886265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" name="Group 5"/>
            <p:cNvGrpSpPr/>
            <p:nvPr userDrawn="1"/>
          </p:nvGrpSpPr>
          <p:grpSpPr>
            <a:xfrm flipH="1" flipV="1">
              <a:off x="10958735" y="5627077"/>
              <a:ext cx="1069145" cy="1069145"/>
              <a:chOff x="168813" y="168812"/>
              <a:chExt cx="1069145" cy="1069145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168813" y="168812"/>
                <a:ext cx="1069145" cy="1069145"/>
                <a:chOff x="168813" y="168812"/>
                <a:chExt cx="2110154" cy="2110154"/>
              </a:xfrm>
            </p:grpSpPr>
            <p:cxnSp>
              <p:nvCxnSpPr>
                <p:cNvPr id="11" name="Straight Connector 10"/>
                <p:cNvCxnSpPr/>
                <p:nvPr/>
              </p:nvCxnSpPr>
              <p:spPr>
                <a:xfrm>
                  <a:off x="168813" y="168812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/>
              </p:nvCxnSpPr>
              <p:spPr>
                <a:xfrm rot="5400000">
                  <a:off x="1223890" y="-886265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Group 7"/>
              <p:cNvGrpSpPr/>
              <p:nvPr/>
            </p:nvGrpSpPr>
            <p:grpSpPr>
              <a:xfrm>
                <a:off x="253221" y="239150"/>
                <a:ext cx="759656" cy="759656"/>
                <a:chOff x="168813" y="168812"/>
                <a:chExt cx="2110154" cy="2110154"/>
              </a:xfrm>
            </p:grpSpPr>
            <p:cxnSp>
              <p:nvCxnSpPr>
                <p:cNvPr id="9" name="Straight Connector 8"/>
                <p:cNvCxnSpPr/>
                <p:nvPr/>
              </p:nvCxnSpPr>
              <p:spPr>
                <a:xfrm>
                  <a:off x="168813" y="168812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 rot="5400000">
                  <a:off x="1223890" y="-886265"/>
                  <a:ext cx="0" cy="211015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1" name="TextBox 30"/>
          <p:cNvSpPr txBox="1"/>
          <p:nvPr/>
        </p:nvSpPr>
        <p:spPr>
          <a:xfrm>
            <a:off x="1237959" y="2767281"/>
            <a:ext cx="25186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 dirty="0" err="1" smtClean="0">
                <a:solidFill>
                  <a:schemeClr val="accent2"/>
                </a:solidFill>
                <a:latin typeface="+mj-lt"/>
              </a:rPr>
              <a:t>R</a:t>
            </a:r>
            <a:r>
              <a:rPr lang="en-US" sz="80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exi</a:t>
            </a:r>
            <a:r>
              <a:rPr lang="en-US" sz="8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.</a:t>
            </a:r>
            <a:endParaRPr lang="en-US" sz="80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20738" y="3921443"/>
            <a:ext cx="35910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The ultimate presentation template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67853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3" name="Rectangle 12"/>
          <p:cNvSpPr/>
          <p:nvPr/>
        </p:nvSpPr>
        <p:spPr>
          <a:xfrm>
            <a:off x="-1" y="0"/>
            <a:ext cx="5300871" cy="591047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97535" y="1017157"/>
            <a:ext cx="36013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solidFill>
                  <a:schemeClr val="accent2"/>
                </a:solidFill>
                <a:latin typeface="+mj-lt"/>
              </a:rPr>
              <a:t>CORPORATE</a:t>
            </a:r>
            <a:endParaRPr lang="en-US" sz="44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7535" y="1812407"/>
            <a:ext cx="323037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MINIMAL </a:t>
            </a: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BUSINESS</a:t>
            </a:r>
          </a:p>
          <a:p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IDEA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7535" y="2817004"/>
            <a:ext cx="10983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Analyze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7535" y="3217114"/>
            <a:ext cx="360137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 err="1" smtClean="0">
                <a:solidFill>
                  <a:schemeClr val="bg1">
                    <a:lumMod val="50000"/>
                  </a:schemeClr>
                </a:solidFill>
              </a:rPr>
              <a:t>Lorem</a:t>
            </a: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200" dirty="0" err="1" smtClean="0">
                <a:solidFill>
                  <a:schemeClr val="bg1">
                    <a:lumMod val="50000"/>
                  </a:schemeClr>
                </a:solidFill>
              </a:rPr>
              <a:t>Ipsum</a:t>
            </a: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 comes from section Contrary to popular belief, </a:t>
            </a:r>
            <a:r>
              <a:rPr lang="en-US" sz="1200" dirty="0" err="1" smtClean="0">
                <a:solidFill>
                  <a:schemeClr val="bg1">
                    <a:lumMod val="50000"/>
                  </a:schemeClr>
                </a:solidFill>
              </a:rPr>
              <a:t>Lorem</a:t>
            </a: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200" dirty="0" err="1" smtClean="0">
                <a:solidFill>
                  <a:schemeClr val="bg1">
                    <a:lumMod val="50000"/>
                  </a:schemeClr>
                </a:solidFill>
              </a:rPr>
              <a:t>Ipsum</a:t>
            </a: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 is not simply random text. It has roots in a piece of classical Latin literature from 45 BC, making it over 2000 years old. Richard McClintock, a Latin professor at Hampden-Sydney College in Virginia. </a:t>
            </a:r>
            <a:r>
              <a:rPr lang="en-US" sz="1200" dirty="0" err="1" smtClean="0">
                <a:solidFill>
                  <a:schemeClr val="bg1">
                    <a:lumMod val="50000"/>
                  </a:schemeClr>
                </a:solidFill>
              </a:rPr>
              <a:t>Lorem</a:t>
            </a: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200" dirty="0" err="1" smtClean="0">
                <a:solidFill>
                  <a:schemeClr val="bg1">
                    <a:lumMod val="50000"/>
                  </a:schemeClr>
                </a:solidFill>
              </a:rPr>
              <a:t>Ipsum</a:t>
            </a: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 comes from section.</a:t>
            </a:r>
          </a:p>
        </p:txBody>
      </p:sp>
    </p:spTree>
    <p:extLst>
      <p:ext uri="{BB962C8B-B14F-4D97-AF65-F5344CB8AC3E}">
        <p14:creationId xmlns:p14="http://schemas.microsoft.com/office/powerpoint/2010/main" val="3970902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051553" y="834168"/>
            <a:ext cx="46971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solidFill>
                  <a:schemeClr val="accent2"/>
                </a:solidFill>
                <a:latin typeface="+mj-lt"/>
              </a:rPr>
              <a:t>BEST CORPORATE</a:t>
            </a:r>
            <a:endParaRPr lang="en-US" sz="40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51553" y="1629418"/>
            <a:ext cx="30957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MINIMAL 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BUSINESS</a:t>
            </a:r>
          </a:p>
          <a:p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IDEA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51553" y="2764566"/>
            <a:ext cx="10983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Analyze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051553" y="3164676"/>
            <a:ext cx="47256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 err="1" smtClean="0">
                <a:solidFill>
                  <a:schemeClr val="bg1">
                    <a:lumMod val="50000"/>
                  </a:schemeClr>
                </a:solidFill>
              </a:rPr>
              <a:t>Lorem</a:t>
            </a: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200" dirty="0" err="1" smtClean="0">
                <a:solidFill>
                  <a:schemeClr val="bg1">
                    <a:lumMod val="50000"/>
                  </a:schemeClr>
                </a:solidFill>
              </a:rPr>
              <a:t>Ipsum</a:t>
            </a: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 comes from section Contrary to popular belief, </a:t>
            </a:r>
            <a:r>
              <a:rPr lang="en-US" sz="1200" dirty="0" err="1" smtClean="0">
                <a:solidFill>
                  <a:schemeClr val="bg1">
                    <a:lumMod val="50000"/>
                  </a:schemeClr>
                </a:solidFill>
              </a:rPr>
              <a:t>Lorem</a:t>
            </a: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200" dirty="0" err="1" smtClean="0">
                <a:solidFill>
                  <a:schemeClr val="bg1">
                    <a:lumMod val="50000"/>
                  </a:schemeClr>
                </a:solidFill>
              </a:rPr>
              <a:t>Ipsum</a:t>
            </a: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 is not simply random text. It has roots in a piece of classical Latin literature from 45 BC, making it over 2000 years old. Richard McClintock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en-US" sz="1200" dirty="0" smtClean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7209060" y="4765116"/>
            <a:ext cx="724307" cy="640271"/>
            <a:chOff x="-1587" y="65088"/>
            <a:chExt cx="862013" cy="762000"/>
          </a:xfrm>
          <a:solidFill>
            <a:schemeClr val="accent1"/>
          </a:solidFill>
        </p:grpSpPr>
        <p:sp>
          <p:nvSpPr>
            <p:cNvPr id="10" name="Freeform 42"/>
            <p:cNvSpPr>
              <a:spLocks noEditPoints="1"/>
            </p:cNvSpPr>
            <p:nvPr/>
          </p:nvSpPr>
          <p:spPr bwMode="auto">
            <a:xfrm>
              <a:off x="255588" y="65088"/>
              <a:ext cx="604838" cy="762000"/>
            </a:xfrm>
            <a:custGeom>
              <a:avLst/>
              <a:gdLst>
                <a:gd name="T0" fmla="*/ 96 w 178"/>
                <a:gd name="T1" fmla="*/ 16 h 224"/>
                <a:gd name="T2" fmla="*/ 96 w 178"/>
                <a:gd name="T3" fmla="*/ 16 h 224"/>
                <a:gd name="T4" fmla="*/ 94 w 178"/>
                <a:gd name="T5" fmla="*/ 16 h 224"/>
                <a:gd name="T6" fmla="*/ 86 w 178"/>
                <a:gd name="T7" fmla="*/ 76 h 224"/>
                <a:gd name="T8" fmla="*/ 133 w 178"/>
                <a:gd name="T9" fmla="*/ 76 h 224"/>
                <a:gd name="T10" fmla="*/ 162 w 178"/>
                <a:gd name="T11" fmla="*/ 106 h 224"/>
                <a:gd name="T12" fmla="*/ 154 w 178"/>
                <a:gd name="T13" fmla="*/ 179 h 224"/>
                <a:gd name="T14" fmla="*/ 125 w 178"/>
                <a:gd name="T15" fmla="*/ 208 h 224"/>
                <a:gd name="T16" fmla="*/ 44 w 178"/>
                <a:gd name="T17" fmla="*/ 208 h 224"/>
                <a:gd name="T18" fmla="*/ 16 w 178"/>
                <a:gd name="T19" fmla="*/ 179 h 224"/>
                <a:gd name="T20" fmla="*/ 16 w 178"/>
                <a:gd name="T21" fmla="*/ 106 h 224"/>
                <a:gd name="T22" fmla="*/ 75 w 178"/>
                <a:gd name="T23" fmla="*/ 20 h 224"/>
                <a:gd name="T24" fmla="*/ 94 w 178"/>
                <a:gd name="T25" fmla="*/ 16 h 224"/>
                <a:gd name="T26" fmla="*/ 94 w 178"/>
                <a:gd name="T27" fmla="*/ 0 h 224"/>
                <a:gd name="T28" fmla="*/ 94 w 178"/>
                <a:gd name="T29" fmla="*/ 0 h 224"/>
                <a:gd name="T30" fmla="*/ 94 w 178"/>
                <a:gd name="T31" fmla="*/ 0 h 224"/>
                <a:gd name="T32" fmla="*/ 69 w 178"/>
                <a:gd name="T33" fmla="*/ 5 h 224"/>
                <a:gd name="T34" fmla="*/ 28 w 178"/>
                <a:gd name="T35" fmla="*/ 49 h 224"/>
                <a:gd name="T36" fmla="*/ 0 w 178"/>
                <a:gd name="T37" fmla="*/ 106 h 224"/>
                <a:gd name="T38" fmla="*/ 0 w 178"/>
                <a:gd name="T39" fmla="*/ 179 h 224"/>
                <a:gd name="T40" fmla="*/ 44 w 178"/>
                <a:gd name="T41" fmla="*/ 224 h 224"/>
                <a:gd name="T42" fmla="*/ 125 w 178"/>
                <a:gd name="T43" fmla="*/ 224 h 224"/>
                <a:gd name="T44" fmla="*/ 170 w 178"/>
                <a:gd name="T45" fmla="*/ 180 h 224"/>
                <a:gd name="T46" fmla="*/ 178 w 178"/>
                <a:gd name="T47" fmla="*/ 107 h 224"/>
                <a:gd name="T48" fmla="*/ 178 w 178"/>
                <a:gd name="T49" fmla="*/ 106 h 224"/>
                <a:gd name="T50" fmla="*/ 133 w 178"/>
                <a:gd name="T51" fmla="*/ 60 h 224"/>
                <a:gd name="T52" fmla="*/ 105 w 178"/>
                <a:gd name="T53" fmla="*/ 60 h 224"/>
                <a:gd name="T54" fmla="*/ 110 w 178"/>
                <a:gd name="T55" fmla="*/ 19 h 224"/>
                <a:gd name="T56" fmla="*/ 110 w 178"/>
                <a:gd name="T57" fmla="*/ 16 h 224"/>
                <a:gd name="T58" fmla="*/ 94 w 178"/>
                <a:gd name="T59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78" h="224">
                  <a:moveTo>
                    <a:pt x="96" y="16"/>
                  </a:moveTo>
                  <a:cubicBezTo>
                    <a:pt x="96" y="16"/>
                    <a:pt x="96" y="16"/>
                    <a:pt x="96" y="16"/>
                  </a:cubicBezTo>
                  <a:moveTo>
                    <a:pt x="94" y="16"/>
                  </a:moveTo>
                  <a:cubicBezTo>
                    <a:pt x="86" y="76"/>
                    <a:pt x="86" y="76"/>
                    <a:pt x="86" y="76"/>
                  </a:cubicBezTo>
                  <a:cubicBezTo>
                    <a:pt x="133" y="76"/>
                    <a:pt x="133" y="76"/>
                    <a:pt x="133" y="76"/>
                  </a:cubicBezTo>
                  <a:cubicBezTo>
                    <a:pt x="149" y="76"/>
                    <a:pt x="162" y="89"/>
                    <a:pt x="162" y="106"/>
                  </a:cubicBezTo>
                  <a:cubicBezTo>
                    <a:pt x="154" y="179"/>
                    <a:pt x="154" y="179"/>
                    <a:pt x="154" y="179"/>
                  </a:cubicBezTo>
                  <a:cubicBezTo>
                    <a:pt x="154" y="195"/>
                    <a:pt x="141" y="208"/>
                    <a:pt x="125" y="208"/>
                  </a:cubicBezTo>
                  <a:cubicBezTo>
                    <a:pt x="44" y="208"/>
                    <a:pt x="44" y="208"/>
                    <a:pt x="44" y="208"/>
                  </a:cubicBezTo>
                  <a:cubicBezTo>
                    <a:pt x="28" y="208"/>
                    <a:pt x="16" y="195"/>
                    <a:pt x="16" y="179"/>
                  </a:cubicBezTo>
                  <a:cubicBezTo>
                    <a:pt x="16" y="106"/>
                    <a:pt x="16" y="106"/>
                    <a:pt x="16" y="106"/>
                  </a:cubicBezTo>
                  <a:cubicBezTo>
                    <a:pt x="16" y="90"/>
                    <a:pt x="63" y="24"/>
                    <a:pt x="75" y="20"/>
                  </a:cubicBezTo>
                  <a:cubicBezTo>
                    <a:pt x="87" y="16"/>
                    <a:pt x="94" y="16"/>
                    <a:pt x="94" y="16"/>
                  </a:cubicBezTo>
                  <a:moveTo>
                    <a:pt x="94" y="0"/>
                  </a:moveTo>
                  <a:cubicBezTo>
                    <a:pt x="94" y="0"/>
                    <a:pt x="94" y="0"/>
                    <a:pt x="94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2" y="0"/>
                    <a:pt x="83" y="1"/>
                    <a:pt x="69" y="5"/>
                  </a:cubicBezTo>
                  <a:cubicBezTo>
                    <a:pt x="60" y="8"/>
                    <a:pt x="46" y="23"/>
                    <a:pt x="28" y="49"/>
                  </a:cubicBezTo>
                  <a:cubicBezTo>
                    <a:pt x="9" y="75"/>
                    <a:pt x="0" y="95"/>
                    <a:pt x="0" y="106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204"/>
                    <a:pt x="19" y="224"/>
                    <a:pt x="44" y="224"/>
                  </a:cubicBezTo>
                  <a:cubicBezTo>
                    <a:pt x="125" y="224"/>
                    <a:pt x="125" y="224"/>
                    <a:pt x="125" y="224"/>
                  </a:cubicBezTo>
                  <a:cubicBezTo>
                    <a:pt x="149" y="224"/>
                    <a:pt x="169" y="204"/>
                    <a:pt x="170" y="180"/>
                  </a:cubicBezTo>
                  <a:cubicBezTo>
                    <a:pt x="178" y="107"/>
                    <a:pt x="178" y="107"/>
                    <a:pt x="178" y="107"/>
                  </a:cubicBezTo>
                  <a:cubicBezTo>
                    <a:pt x="178" y="107"/>
                    <a:pt x="178" y="106"/>
                    <a:pt x="178" y="106"/>
                  </a:cubicBezTo>
                  <a:cubicBezTo>
                    <a:pt x="178" y="81"/>
                    <a:pt x="158" y="60"/>
                    <a:pt x="133" y="60"/>
                  </a:cubicBezTo>
                  <a:cubicBezTo>
                    <a:pt x="105" y="60"/>
                    <a:pt x="105" y="60"/>
                    <a:pt x="105" y="60"/>
                  </a:cubicBezTo>
                  <a:cubicBezTo>
                    <a:pt x="110" y="19"/>
                    <a:pt x="110" y="19"/>
                    <a:pt x="110" y="19"/>
                  </a:cubicBezTo>
                  <a:cubicBezTo>
                    <a:pt x="110" y="18"/>
                    <a:pt x="110" y="17"/>
                    <a:pt x="110" y="16"/>
                  </a:cubicBezTo>
                  <a:cubicBezTo>
                    <a:pt x="110" y="7"/>
                    <a:pt x="103" y="0"/>
                    <a:pt x="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43"/>
            <p:cNvSpPr>
              <a:spLocks/>
            </p:cNvSpPr>
            <p:nvPr/>
          </p:nvSpPr>
          <p:spPr bwMode="auto">
            <a:xfrm>
              <a:off x="419101" y="582613"/>
              <a:ext cx="315913" cy="163513"/>
            </a:xfrm>
            <a:custGeom>
              <a:avLst/>
              <a:gdLst>
                <a:gd name="T0" fmla="*/ 67 w 93"/>
                <a:gd name="T1" fmla="*/ 48 h 48"/>
                <a:gd name="T2" fmla="*/ 4 w 93"/>
                <a:gd name="T3" fmla="*/ 48 h 48"/>
                <a:gd name="T4" fmla="*/ 0 w 93"/>
                <a:gd name="T5" fmla="*/ 44 h 48"/>
                <a:gd name="T6" fmla="*/ 4 w 93"/>
                <a:gd name="T7" fmla="*/ 40 h 48"/>
                <a:gd name="T8" fmla="*/ 67 w 93"/>
                <a:gd name="T9" fmla="*/ 40 h 48"/>
                <a:gd name="T10" fmla="*/ 84 w 93"/>
                <a:gd name="T11" fmla="*/ 23 h 48"/>
                <a:gd name="T12" fmla="*/ 85 w 93"/>
                <a:gd name="T13" fmla="*/ 4 h 48"/>
                <a:gd name="T14" fmla="*/ 89 w 93"/>
                <a:gd name="T15" fmla="*/ 0 h 48"/>
                <a:gd name="T16" fmla="*/ 93 w 93"/>
                <a:gd name="T17" fmla="*/ 4 h 48"/>
                <a:gd name="T18" fmla="*/ 92 w 93"/>
                <a:gd name="T19" fmla="*/ 23 h 48"/>
                <a:gd name="T20" fmla="*/ 67 w 93"/>
                <a:gd name="T21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3" h="48">
                  <a:moveTo>
                    <a:pt x="67" y="48"/>
                  </a:moveTo>
                  <a:cubicBezTo>
                    <a:pt x="4" y="48"/>
                    <a:pt x="4" y="48"/>
                    <a:pt x="4" y="48"/>
                  </a:cubicBezTo>
                  <a:cubicBezTo>
                    <a:pt x="2" y="48"/>
                    <a:pt x="0" y="46"/>
                    <a:pt x="0" y="44"/>
                  </a:cubicBezTo>
                  <a:cubicBezTo>
                    <a:pt x="0" y="42"/>
                    <a:pt x="2" y="40"/>
                    <a:pt x="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76" y="40"/>
                    <a:pt x="84" y="32"/>
                    <a:pt x="84" y="23"/>
                  </a:cubicBezTo>
                  <a:cubicBezTo>
                    <a:pt x="85" y="4"/>
                    <a:pt x="85" y="4"/>
                    <a:pt x="85" y="4"/>
                  </a:cubicBezTo>
                  <a:cubicBezTo>
                    <a:pt x="85" y="2"/>
                    <a:pt x="87" y="0"/>
                    <a:pt x="89" y="0"/>
                  </a:cubicBezTo>
                  <a:cubicBezTo>
                    <a:pt x="91" y="0"/>
                    <a:pt x="93" y="2"/>
                    <a:pt x="93" y="4"/>
                  </a:cubicBezTo>
                  <a:cubicBezTo>
                    <a:pt x="92" y="23"/>
                    <a:pt x="92" y="23"/>
                    <a:pt x="92" y="23"/>
                  </a:cubicBezTo>
                  <a:cubicBezTo>
                    <a:pt x="92" y="37"/>
                    <a:pt x="81" y="48"/>
                    <a:pt x="67" y="4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44"/>
            <p:cNvSpPr>
              <a:spLocks/>
            </p:cNvSpPr>
            <p:nvPr/>
          </p:nvSpPr>
          <p:spPr bwMode="auto">
            <a:xfrm>
              <a:off x="714376" y="500063"/>
              <a:ext cx="33338" cy="58738"/>
            </a:xfrm>
            <a:custGeom>
              <a:avLst/>
              <a:gdLst>
                <a:gd name="T0" fmla="*/ 5 w 10"/>
                <a:gd name="T1" fmla="*/ 17 h 17"/>
                <a:gd name="T2" fmla="*/ 4 w 10"/>
                <a:gd name="T3" fmla="*/ 17 h 17"/>
                <a:gd name="T4" fmla="*/ 1 w 10"/>
                <a:gd name="T5" fmla="*/ 12 h 17"/>
                <a:gd name="T6" fmla="*/ 2 w 10"/>
                <a:gd name="T7" fmla="*/ 4 h 17"/>
                <a:gd name="T8" fmla="*/ 6 w 10"/>
                <a:gd name="T9" fmla="*/ 0 h 17"/>
                <a:gd name="T10" fmla="*/ 10 w 10"/>
                <a:gd name="T11" fmla="*/ 4 h 17"/>
                <a:gd name="T12" fmla="*/ 9 w 10"/>
                <a:gd name="T13" fmla="*/ 13 h 17"/>
                <a:gd name="T14" fmla="*/ 5 w 10"/>
                <a:gd name="T1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17">
                  <a:moveTo>
                    <a:pt x="5" y="17"/>
                  </a:moveTo>
                  <a:cubicBezTo>
                    <a:pt x="5" y="17"/>
                    <a:pt x="4" y="17"/>
                    <a:pt x="4" y="17"/>
                  </a:cubicBezTo>
                  <a:cubicBezTo>
                    <a:pt x="2" y="16"/>
                    <a:pt x="0" y="14"/>
                    <a:pt x="1" y="12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1"/>
                    <a:pt x="4" y="0"/>
                    <a:pt x="6" y="0"/>
                  </a:cubicBezTo>
                  <a:cubicBezTo>
                    <a:pt x="8" y="0"/>
                    <a:pt x="10" y="2"/>
                    <a:pt x="10" y="4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8" y="15"/>
                    <a:pt x="7" y="17"/>
                    <a:pt x="5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45"/>
            <p:cNvSpPr>
              <a:spLocks noEditPoints="1"/>
            </p:cNvSpPr>
            <p:nvPr/>
          </p:nvSpPr>
          <p:spPr bwMode="auto">
            <a:xfrm>
              <a:off x="-1587" y="350838"/>
              <a:ext cx="312738" cy="449263"/>
            </a:xfrm>
            <a:custGeom>
              <a:avLst/>
              <a:gdLst>
                <a:gd name="T0" fmla="*/ 66 w 92"/>
                <a:gd name="T1" fmla="*/ 16 h 132"/>
                <a:gd name="T2" fmla="*/ 76 w 92"/>
                <a:gd name="T3" fmla="*/ 30 h 132"/>
                <a:gd name="T4" fmla="*/ 76 w 92"/>
                <a:gd name="T5" fmla="*/ 102 h 132"/>
                <a:gd name="T6" fmla="*/ 66 w 92"/>
                <a:gd name="T7" fmla="*/ 116 h 132"/>
                <a:gd name="T8" fmla="*/ 32 w 92"/>
                <a:gd name="T9" fmla="*/ 116 h 132"/>
                <a:gd name="T10" fmla="*/ 16 w 92"/>
                <a:gd name="T11" fmla="*/ 102 h 132"/>
                <a:gd name="T12" fmla="*/ 16 w 92"/>
                <a:gd name="T13" fmla="*/ 30 h 132"/>
                <a:gd name="T14" fmla="*/ 32 w 92"/>
                <a:gd name="T15" fmla="*/ 16 h 132"/>
                <a:gd name="T16" fmla="*/ 64 w 92"/>
                <a:gd name="T17" fmla="*/ 16 h 132"/>
                <a:gd name="T18" fmla="*/ 66 w 92"/>
                <a:gd name="T19" fmla="*/ 0 h 132"/>
                <a:gd name="T20" fmla="*/ 32 w 92"/>
                <a:gd name="T21" fmla="*/ 0 h 132"/>
                <a:gd name="T22" fmla="*/ 0 w 92"/>
                <a:gd name="T23" fmla="*/ 30 h 132"/>
                <a:gd name="T24" fmla="*/ 0 w 92"/>
                <a:gd name="T25" fmla="*/ 102 h 132"/>
                <a:gd name="T26" fmla="*/ 32 w 92"/>
                <a:gd name="T27" fmla="*/ 132 h 132"/>
                <a:gd name="T28" fmla="*/ 66 w 92"/>
                <a:gd name="T29" fmla="*/ 132 h 132"/>
                <a:gd name="T30" fmla="*/ 92 w 92"/>
                <a:gd name="T31" fmla="*/ 102 h 132"/>
                <a:gd name="T32" fmla="*/ 92 w 92"/>
                <a:gd name="T33" fmla="*/ 30 h 132"/>
                <a:gd name="T34" fmla="*/ 66 w 92"/>
                <a:gd name="T35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2" h="132">
                  <a:moveTo>
                    <a:pt x="66" y="16"/>
                  </a:moveTo>
                  <a:cubicBezTo>
                    <a:pt x="73" y="16"/>
                    <a:pt x="76" y="23"/>
                    <a:pt x="76" y="30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6" y="110"/>
                    <a:pt x="73" y="116"/>
                    <a:pt x="66" y="116"/>
                  </a:cubicBezTo>
                  <a:cubicBezTo>
                    <a:pt x="32" y="116"/>
                    <a:pt x="32" y="116"/>
                    <a:pt x="32" y="116"/>
                  </a:cubicBezTo>
                  <a:cubicBezTo>
                    <a:pt x="24" y="116"/>
                    <a:pt x="16" y="110"/>
                    <a:pt x="16" y="102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23"/>
                    <a:pt x="24" y="16"/>
                    <a:pt x="32" y="16"/>
                  </a:cubicBezTo>
                  <a:cubicBezTo>
                    <a:pt x="64" y="16"/>
                    <a:pt x="64" y="16"/>
                    <a:pt x="64" y="16"/>
                  </a:cubicBezTo>
                  <a:moveTo>
                    <a:pt x="66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5" y="0"/>
                    <a:pt x="0" y="14"/>
                    <a:pt x="0" y="30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19"/>
                    <a:pt x="15" y="132"/>
                    <a:pt x="32" y="132"/>
                  </a:cubicBezTo>
                  <a:cubicBezTo>
                    <a:pt x="66" y="132"/>
                    <a:pt x="66" y="132"/>
                    <a:pt x="66" y="132"/>
                  </a:cubicBezTo>
                  <a:cubicBezTo>
                    <a:pt x="78" y="132"/>
                    <a:pt x="92" y="124"/>
                    <a:pt x="92" y="102"/>
                  </a:cubicBezTo>
                  <a:cubicBezTo>
                    <a:pt x="92" y="30"/>
                    <a:pt x="92" y="30"/>
                    <a:pt x="92" y="30"/>
                  </a:cubicBezTo>
                  <a:cubicBezTo>
                    <a:pt x="92" y="8"/>
                    <a:pt x="78" y="0"/>
                    <a:pt x="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46"/>
            <p:cNvSpPr>
              <a:spLocks/>
            </p:cNvSpPr>
            <p:nvPr/>
          </p:nvSpPr>
          <p:spPr bwMode="auto">
            <a:xfrm>
              <a:off x="106363" y="623888"/>
              <a:ext cx="109538" cy="134938"/>
            </a:xfrm>
            <a:custGeom>
              <a:avLst/>
              <a:gdLst>
                <a:gd name="T0" fmla="*/ 28 w 32"/>
                <a:gd name="T1" fmla="*/ 40 h 40"/>
                <a:gd name="T2" fmla="*/ 24 w 32"/>
                <a:gd name="T3" fmla="*/ 36 h 40"/>
                <a:gd name="T4" fmla="*/ 24 w 32"/>
                <a:gd name="T5" fmla="*/ 14 h 40"/>
                <a:gd name="T6" fmla="*/ 16 w 32"/>
                <a:gd name="T7" fmla="*/ 8 h 40"/>
                <a:gd name="T8" fmla="*/ 8 w 32"/>
                <a:gd name="T9" fmla="*/ 14 h 40"/>
                <a:gd name="T10" fmla="*/ 8 w 32"/>
                <a:gd name="T11" fmla="*/ 36 h 40"/>
                <a:gd name="T12" fmla="*/ 4 w 32"/>
                <a:gd name="T13" fmla="*/ 40 h 40"/>
                <a:gd name="T14" fmla="*/ 0 w 32"/>
                <a:gd name="T15" fmla="*/ 36 h 40"/>
                <a:gd name="T16" fmla="*/ 0 w 32"/>
                <a:gd name="T17" fmla="*/ 14 h 40"/>
                <a:gd name="T18" fmla="*/ 16 w 32"/>
                <a:gd name="T19" fmla="*/ 0 h 40"/>
                <a:gd name="T20" fmla="*/ 32 w 32"/>
                <a:gd name="T21" fmla="*/ 14 h 40"/>
                <a:gd name="T22" fmla="*/ 32 w 32"/>
                <a:gd name="T23" fmla="*/ 36 h 40"/>
                <a:gd name="T24" fmla="*/ 28 w 32"/>
                <a:gd name="T2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40">
                  <a:moveTo>
                    <a:pt x="28" y="40"/>
                  </a:moveTo>
                  <a:cubicBezTo>
                    <a:pt x="26" y="40"/>
                    <a:pt x="24" y="38"/>
                    <a:pt x="24" y="36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4" y="11"/>
                    <a:pt x="20" y="8"/>
                    <a:pt x="16" y="8"/>
                  </a:cubicBezTo>
                  <a:cubicBezTo>
                    <a:pt x="12" y="8"/>
                    <a:pt x="8" y="11"/>
                    <a:pt x="8" y="14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8" y="38"/>
                    <a:pt x="6" y="40"/>
                    <a:pt x="4" y="40"/>
                  </a:cubicBezTo>
                  <a:cubicBezTo>
                    <a:pt x="2" y="40"/>
                    <a:pt x="0" y="38"/>
                    <a:pt x="0" y="36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5" y="0"/>
                    <a:pt x="32" y="7"/>
                    <a:pt x="32" y="14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2" y="38"/>
                    <a:pt x="30" y="40"/>
                    <a:pt x="28" y="4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47"/>
            <p:cNvSpPr>
              <a:spLocks/>
            </p:cNvSpPr>
            <p:nvPr/>
          </p:nvSpPr>
          <p:spPr bwMode="auto">
            <a:xfrm>
              <a:off x="147638" y="677863"/>
              <a:ext cx="26988" cy="53975"/>
            </a:xfrm>
            <a:custGeom>
              <a:avLst/>
              <a:gdLst>
                <a:gd name="T0" fmla="*/ 4 w 8"/>
                <a:gd name="T1" fmla="*/ 16 h 16"/>
                <a:gd name="T2" fmla="*/ 0 w 8"/>
                <a:gd name="T3" fmla="*/ 12 h 16"/>
                <a:gd name="T4" fmla="*/ 0 w 8"/>
                <a:gd name="T5" fmla="*/ 4 h 16"/>
                <a:gd name="T6" fmla="*/ 4 w 8"/>
                <a:gd name="T7" fmla="*/ 0 h 16"/>
                <a:gd name="T8" fmla="*/ 8 w 8"/>
                <a:gd name="T9" fmla="*/ 4 h 16"/>
                <a:gd name="T10" fmla="*/ 8 w 8"/>
                <a:gd name="T11" fmla="*/ 12 h 16"/>
                <a:gd name="T12" fmla="*/ 4 w 8"/>
                <a:gd name="T1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16">
                  <a:moveTo>
                    <a:pt x="4" y="16"/>
                  </a:moveTo>
                  <a:cubicBezTo>
                    <a:pt x="2" y="16"/>
                    <a:pt x="0" y="14"/>
                    <a:pt x="0" y="1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8" y="14"/>
                    <a:pt x="6" y="16"/>
                    <a:pt x="4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8337112" y="4765115"/>
            <a:ext cx="643828" cy="640271"/>
            <a:chOff x="5583238" y="17463"/>
            <a:chExt cx="862013" cy="857250"/>
          </a:xfrm>
          <a:solidFill>
            <a:schemeClr val="accent2"/>
          </a:solidFill>
        </p:grpSpPr>
        <p:sp>
          <p:nvSpPr>
            <p:cNvPr id="17" name="Freeform 32"/>
            <p:cNvSpPr>
              <a:spLocks noEditPoints="1"/>
            </p:cNvSpPr>
            <p:nvPr/>
          </p:nvSpPr>
          <p:spPr bwMode="auto">
            <a:xfrm>
              <a:off x="5583238" y="17463"/>
              <a:ext cx="862013" cy="857250"/>
            </a:xfrm>
            <a:custGeom>
              <a:avLst/>
              <a:gdLst>
                <a:gd name="T0" fmla="*/ 127 w 254"/>
                <a:gd name="T1" fmla="*/ 16 h 252"/>
                <a:gd name="T2" fmla="*/ 156 w 254"/>
                <a:gd name="T3" fmla="*/ 79 h 252"/>
                <a:gd name="T4" fmla="*/ 170 w 254"/>
                <a:gd name="T5" fmla="*/ 90 h 252"/>
                <a:gd name="T6" fmla="*/ 237 w 254"/>
                <a:gd name="T7" fmla="*/ 100 h 252"/>
                <a:gd name="T8" fmla="*/ 188 w 254"/>
                <a:gd name="T9" fmla="*/ 149 h 252"/>
                <a:gd name="T10" fmla="*/ 183 w 254"/>
                <a:gd name="T11" fmla="*/ 164 h 252"/>
                <a:gd name="T12" fmla="*/ 203 w 254"/>
                <a:gd name="T13" fmla="*/ 236 h 252"/>
                <a:gd name="T14" fmla="*/ 136 w 254"/>
                <a:gd name="T15" fmla="*/ 198 h 252"/>
                <a:gd name="T16" fmla="*/ 127 w 254"/>
                <a:gd name="T17" fmla="*/ 196 h 252"/>
                <a:gd name="T18" fmla="*/ 118 w 254"/>
                <a:gd name="T19" fmla="*/ 198 h 252"/>
                <a:gd name="T20" fmla="*/ 55 w 254"/>
                <a:gd name="T21" fmla="*/ 236 h 252"/>
                <a:gd name="T22" fmla="*/ 71 w 254"/>
                <a:gd name="T23" fmla="*/ 164 h 252"/>
                <a:gd name="T24" fmla="*/ 66 w 254"/>
                <a:gd name="T25" fmla="*/ 149 h 252"/>
                <a:gd name="T26" fmla="*/ 17 w 254"/>
                <a:gd name="T27" fmla="*/ 100 h 252"/>
                <a:gd name="T28" fmla="*/ 84 w 254"/>
                <a:gd name="T29" fmla="*/ 90 h 252"/>
                <a:gd name="T30" fmla="*/ 98 w 254"/>
                <a:gd name="T31" fmla="*/ 79 h 252"/>
                <a:gd name="T32" fmla="*/ 127 w 254"/>
                <a:gd name="T33" fmla="*/ 16 h 252"/>
                <a:gd name="T34" fmla="*/ 127 w 254"/>
                <a:gd name="T35" fmla="*/ 0 h 252"/>
                <a:gd name="T36" fmla="*/ 127 w 254"/>
                <a:gd name="T37" fmla="*/ 0 h 252"/>
                <a:gd name="T38" fmla="*/ 113 w 254"/>
                <a:gd name="T39" fmla="*/ 10 h 252"/>
                <a:gd name="T40" fmla="*/ 84 w 254"/>
                <a:gd name="T41" fmla="*/ 73 h 252"/>
                <a:gd name="T42" fmla="*/ 82 w 254"/>
                <a:gd name="T43" fmla="*/ 74 h 252"/>
                <a:gd name="T44" fmla="*/ 15 w 254"/>
                <a:gd name="T45" fmla="*/ 84 h 252"/>
                <a:gd name="T46" fmla="*/ 2 w 254"/>
                <a:gd name="T47" fmla="*/ 95 h 252"/>
                <a:gd name="T48" fmla="*/ 6 w 254"/>
                <a:gd name="T49" fmla="*/ 111 h 252"/>
                <a:gd name="T50" fmla="*/ 55 w 254"/>
                <a:gd name="T51" fmla="*/ 160 h 252"/>
                <a:gd name="T52" fmla="*/ 56 w 254"/>
                <a:gd name="T53" fmla="*/ 162 h 252"/>
                <a:gd name="T54" fmla="*/ 40 w 254"/>
                <a:gd name="T55" fmla="*/ 233 h 252"/>
                <a:gd name="T56" fmla="*/ 46 w 254"/>
                <a:gd name="T57" fmla="*/ 249 h 252"/>
                <a:gd name="T58" fmla="*/ 55 w 254"/>
                <a:gd name="T59" fmla="*/ 252 h 252"/>
                <a:gd name="T60" fmla="*/ 63 w 254"/>
                <a:gd name="T61" fmla="*/ 250 h 252"/>
                <a:gd name="T62" fmla="*/ 126 w 254"/>
                <a:gd name="T63" fmla="*/ 212 h 252"/>
                <a:gd name="T64" fmla="*/ 127 w 254"/>
                <a:gd name="T65" fmla="*/ 212 h 252"/>
                <a:gd name="T66" fmla="*/ 129 w 254"/>
                <a:gd name="T67" fmla="*/ 213 h 252"/>
                <a:gd name="T68" fmla="*/ 195 w 254"/>
                <a:gd name="T69" fmla="*/ 250 h 252"/>
                <a:gd name="T70" fmla="*/ 203 w 254"/>
                <a:gd name="T71" fmla="*/ 252 h 252"/>
                <a:gd name="T72" fmla="*/ 213 w 254"/>
                <a:gd name="T73" fmla="*/ 249 h 252"/>
                <a:gd name="T74" fmla="*/ 218 w 254"/>
                <a:gd name="T75" fmla="*/ 232 h 252"/>
                <a:gd name="T76" fmla="*/ 199 w 254"/>
                <a:gd name="T77" fmla="*/ 161 h 252"/>
                <a:gd name="T78" fmla="*/ 200 w 254"/>
                <a:gd name="T79" fmla="*/ 160 h 252"/>
                <a:gd name="T80" fmla="*/ 249 w 254"/>
                <a:gd name="T81" fmla="*/ 111 h 252"/>
                <a:gd name="T82" fmla="*/ 252 w 254"/>
                <a:gd name="T83" fmla="*/ 95 h 252"/>
                <a:gd name="T84" fmla="*/ 240 w 254"/>
                <a:gd name="T85" fmla="*/ 84 h 252"/>
                <a:gd name="T86" fmla="*/ 173 w 254"/>
                <a:gd name="T87" fmla="*/ 74 h 252"/>
                <a:gd name="T88" fmla="*/ 171 w 254"/>
                <a:gd name="T89" fmla="*/ 73 h 252"/>
                <a:gd name="T90" fmla="*/ 142 w 254"/>
                <a:gd name="T91" fmla="*/ 10 h 252"/>
                <a:gd name="T92" fmla="*/ 127 w 254"/>
                <a:gd name="T93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54" h="252">
                  <a:moveTo>
                    <a:pt x="127" y="16"/>
                  </a:moveTo>
                  <a:cubicBezTo>
                    <a:pt x="156" y="79"/>
                    <a:pt x="156" y="79"/>
                    <a:pt x="156" y="79"/>
                  </a:cubicBezTo>
                  <a:cubicBezTo>
                    <a:pt x="159" y="85"/>
                    <a:pt x="164" y="89"/>
                    <a:pt x="170" y="90"/>
                  </a:cubicBezTo>
                  <a:cubicBezTo>
                    <a:pt x="237" y="100"/>
                    <a:pt x="237" y="100"/>
                    <a:pt x="237" y="100"/>
                  </a:cubicBezTo>
                  <a:cubicBezTo>
                    <a:pt x="188" y="149"/>
                    <a:pt x="188" y="149"/>
                    <a:pt x="188" y="149"/>
                  </a:cubicBezTo>
                  <a:cubicBezTo>
                    <a:pt x="184" y="153"/>
                    <a:pt x="182" y="159"/>
                    <a:pt x="183" y="164"/>
                  </a:cubicBezTo>
                  <a:cubicBezTo>
                    <a:pt x="203" y="236"/>
                    <a:pt x="203" y="236"/>
                    <a:pt x="203" y="236"/>
                  </a:cubicBezTo>
                  <a:cubicBezTo>
                    <a:pt x="136" y="198"/>
                    <a:pt x="136" y="198"/>
                    <a:pt x="136" y="198"/>
                  </a:cubicBezTo>
                  <a:cubicBezTo>
                    <a:pt x="133" y="197"/>
                    <a:pt x="130" y="196"/>
                    <a:pt x="127" y="196"/>
                  </a:cubicBezTo>
                  <a:cubicBezTo>
                    <a:pt x="124" y="196"/>
                    <a:pt x="121" y="197"/>
                    <a:pt x="118" y="198"/>
                  </a:cubicBezTo>
                  <a:cubicBezTo>
                    <a:pt x="55" y="236"/>
                    <a:pt x="55" y="236"/>
                    <a:pt x="55" y="236"/>
                  </a:cubicBezTo>
                  <a:cubicBezTo>
                    <a:pt x="71" y="164"/>
                    <a:pt x="71" y="164"/>
                    <a:pt x="71" y="164"/>
                  </a:cubicBezTo>
                  <a:cubicBezTo>
                    <a:pt x="72" y="159"/>
                    <a:pt x="70" y="153"/>
                    <a:pt x="66" y="149"/>
                  </a:cubicBezTo>
                  <a:cubicBezTo>
                    <a:pt x="17" y="100"/>
                    <a:pt x="17" y="100"/>
                    <a:pt x="17" y="100"/>
                  </a:cubicBezTo>
                  <a:cubicBezTo>
                    <a:pt x="84" y="90"/>
                    <a:pt x="84" y="90"/>
                    <a:pt x="84" y="90"/>
                  </a:cubicBezTo>
                  <a:cubicBezTo>
                    <a:pt x="90" y="89"/>
                    <a:pt x="96" y="85"/>
                    <a:pt x="98" y="79"/>
                  </a:cubicBezTo>
                  <a:cubicBezTo>
                    <a:pt x="127" y="16"/>
                    <a:pt x="127" y="16"/>
                    <a:pt x="127" y="16"/>
                  </a:cubicBezTo>
                  <a:moveTo>
                    <a:pt x="127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1" y="0"/>
                    <a:pt x="115" y="4"/>
                    <a:pt x="113" y="10"/>
                  </a:cubicBezTo>
                  <a:cubicBezTo>
                    <a:pt x="84" y="73"/>
                    <a:pt x="84" y="73"/>
                    <a:pt x="84" y="73"/>
                  </a:cubicBezTo>
                  <a:cubicBezTo>
                    <a:pt x="83" y="73"/>
                    <a:pt x="83" y="74"/>
                    <a:pt x="82" y="74"/>
                  </a:cubicBezTo>
                  <a:cubicBezTo>
                    <a:pt x="15" y="84"/>
                    <a:pt x="15" y="84"/>
                    <a:pt x="15" y="84"/>
                  </a:cubicBezTo>
                  <a:cubicBezTo>
                    <a:pt x="9" y="85"/>
                    <a:pt x="4" y="89"/>
                    <a:pt x="2" y="95"/>
                  </a:cubicBezTo>
                  <a:cubicBezTo>
                    <a:pt x="0" y="100"/>
                    <a:pt x="2" y="107"/>
                    <a:pt x="6" y="111"/>
                  </a:cubicBezTo>
                  <a:cubicBezTo>
                    <a:pt x="55" y="160"/>
                    <a:pt x="55" y="160"/>
                    <a:pt x="55" y="160"/>
                  </a:cubicBezTo>
                  <a:cubicBezTo>
                    <a:pt x="55" y="161"/>
                    <a:pt x="56" y="161"/>
                    <a:pt x="56" y="162"/>
                  </a:cubicBezTo>
                  <a:cubicBezTo>
                    <a:pt x="40" y="233"/>
                    <a:pt x="40" y="233"/>
                    <a:pt x="40" y="233"/>
                  </a:cubicBezTo>
                  <a:cubicBezTo>
                    <a:pt x="38" y="239"/>
                    <a:pt x="41" y="246"/>
                    <a:pt x="46" y="249"/>
                  </a:cubicBezTo>
                  <a:cubicBezTo>
                    <a:pt x="49" y="251"/>
                    <a:pt x="52" y="252"/>
                    <a:pt x="55" y="252"/>
                  </a:cubicBezTo>
                  <a:cubicBezTo>
                    <a:pt x="58" y="252"/>
                    <a:pt x="61" y="252"/>
                    <a:pt x="63" y="250"/>
                  </a:cubicBezTo>
                  <a:cubicBezTo>
                    <a:pt x="126" y="212"/>
                    <a:pt x="126" y="212"/>
                    <a:pt x="126" y="212"/>
                  </a:cubicBezTo>
                  <a:cubicBezTo>
                    <a:pt x="126" y="212"/>
                    <a:pt x="127" y="212"/>
                    <a:pt x="127" y="212"/>
                  </a:cubicBezTo>
                  <a:cubicBezTo>
                    <a:pt x="128" y="212"/>
                    <a:pt x="128" y="212"/>
                    <a:pt x="129" y="213"/>
                  </a:cubicBezTo>
                  <a:cubicBezTo>
                    <a:pt x="195" y="250"/>
                    <a:pt x="195" y="250"/>
                    <a:pt x="195" y="250"/>
                  </a:cubicBezTo>
                  <a:cubicBezTo>
                    <a:pt x="197" y="252"/>
                    <a:pt x="200" y="252"/>
                    <a:pt x="203" y="252"/>
                  </a:cubicBezTo>
                  <a:cubicBezTo>
                    <a:pt x="206" y="252"/>
                    <a:pt x="210" y="251"/>
                    <a:pt x="213" y="249"/>
                  </a:cubicBezTo>
                  <a:cubicBezTo>
                    <a:pt x="218" y="245"/>
                    <a:pt x="220" y="238"/>
                    <a:pt x="218" y="232"/>
                  </a:cubicBezTo>
                  <a:cubicBezTo>
                    <a:pt x="199" y="161"/>
                    <a:pt x="199" y="161"/>
                    <a:pt x="199" y="161"/>
                  </a:cubicBezTo>
                  <a:cubicBezTo>
                    <a:pt x="199" y="161"/>
                    <a:pt x="199" y="161"/>
                    <a:pt x="200" y="160"/>
                  </a:cubicBezTo>
                  <a:cubicBezTo>
                    <a:pt x="249" y="111"/>
                    <a:pt x="249" y="111"/>
                    <a:pt x="249" y="111"/>
                  </a:cubicBezTo>
                  <a:cubicBezTo>
                    <a:pt x="253" y="107"/>
                    <a:pt x="254" y="100"/>
                    <a:pt x="252" y="95"/>
                  </a:cubicBezTo>
                  <a:cubicBezTo>
                    <a:pt x="251" y="89"/>
                    <a:pt x="246" y="85"/>
                    <a:pt x="240" y="84"/>
                  </a:cubicBezTo>
                  <a:cubicBezTo>
                    <a:pt x="173" y="74"/>
                    <a:pt x="173" y="74"/>
                    <a:pt x="173" y="74"/>
                  </a:cubicBezTo>
                  <a:cubicBezTo>
                    <a:pt x="172" y="74"/>
                    <a:pt x="171" y="73"/>
                    <a:pt x="171" y="73"/>
                  </a:cubicBezTo>
                  <a:cubicBezTo>
                    <a:pt x="142" y="10"/>
                    <a:pt x="142" y="10"/>
                    <a:pt x="142" y="10"/>
                  </a:cubicBezTo>
                  <a:cubicBezTo>
                    <a:pt x="139" y="4"/>
                    <a:pt x="133" y="0"/>
                    <a:pt x="1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33"/>
            <p:cNvSpPr>
              <a:spLocks noEditPoints="1"/>
            </p:cNvSpPr>
            <p:nvPr/>
          </p:nvSpPr>
          <p:spPr bwMode="auto">
            <a:xfrm>
              <a:off x="5800726" y="173038"/>
              <a:ext cx="227013" cy="228600"/>
            </a:xfrm>
            <a:custGeom>
              <a:avLst/>
              <a:gdLst>
                <a:gd name="T0" fmla="*/ 4 w 67"/>
                <a:gd name="T1" fmla="*/ 67 h 67"/>
                <a:gd name="T2" fmla="*/ 0 w 67"/>
                <a:gd name="T3" fmla="*/ 64 h 67"/>
                <a:gd name="T4" fmla="*/ 3 w 67"/>
                <a:gd name="T5" fmla="*/ 60 h 67"/>
                <a:gd name="T6" fmla="*/ 30 w 67"/>
                <a:gd name="T7" fmla="*/ 55 h 67"/>
                <a:gd name="T8" fmla="*/ 38 w 67"/>
                <a:gd name="T9" fmla="*/ 50 h 67"/>
                <a:gd name="T10" fmla="*/ 53 w 67"/>
                <a:gd name="T11" fmla="*/ 22 h 67"/>
                <a:gd name="T12" fmla="*/ 58 w 67"/>
                <a:gd name="T13" fmla="*/ 20 h 67"/>
                <a:gd name="T14" fmla="*/ 60 w 67"/>
                <a:gd name="T15" fmla="*/ 26 h 67"/>
                <a:gd name="T16" fmla="*/ 45 w 67"/>
                <a:gd name="T17" fmla="*/ 54 h 67"/>
                <a:gd name="T18" fmla="*/ 31 w 67"/>
                <a:gd name="T19" fmla="*/ 63 h 67"/>
                <a:gd name="T20" fmla="*/ 4 w 67"/>
                <a:gd name="T21" fmla="*/ 67 h 67"/>
                <a:gd name="T22" fmla="*/ 4 w 67"/>
                <a:gd name="T23" fmla="*/ 67 h 67"/>
                <a:gd name="T24" fmla="*/ 60 w 67"/>
                <a:gd name="T25" fmla="*/ 15 h 67"/>
                <a:gd name="T26" fmla="*/ 58 w 67"/>
                <a:gd name="T27" fmla="*/ 15 h 67"/>
                <a:gd name="T28" fmla="*/ 56 w 67"/>
                <a:gd name="T29" fmla="*/ 9 h 67"/>
                <a:gd name="T30" fmla="*/ 59 w 67"/>
                <a:gd name="T31" fmla="*/ 3 h 67"/>
                <a:gd name="T32" fmla="*/ 65 w 67"/>
                <a:gd name="T33" fmla="*/ 1 h 67"/>
                <a:gd name="T34" fmla="*/ 66 w 67"/>
                <a:gd name="T35" fmla="*/ 7 h 67"/>
                <a:gd name="T36" fmla="*/ 64 w 67"/>
                <a:gd name="T37" fmla="*/ 13 h 67"/>
                <a:gd name="T38" fmla="*/ 60 w 67"/>
                <a:gd name="T39" fmla="*/ 15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7" h="67">
                  <a:moveTo>
                    <a:pt x="4" y="67"/>
                  </a:moveTo>
                  <a:cubicBezTo>
                    <a:pt x="2" y="67"/>
                    <a:pt x="0" y="66"/>
                    <a:pt x="0" y="64"/>
                  </a:cubicBezTo>
                  <a:cubicBezTo>
                    <a:pt x="0" y="62"/>
                    <a:pt x="1" y="60"/>
                    <a:pt x="3" y="60"/>
                  </a:cubicBezTo>
                  <a:cubicBezTo>
                    <a:pt x="30" y="55"/>
                    <a:pt x="30" y="55"/>
                    <a:pt x="30" y="55"/>
                  </a:cubicBezTo>
                  <a:cubicBezTo>
                    <a:pt x="33" y="55"/>
                    <a:pt x="36" y="53"/>
                    <a:pt x="38" y="50"/>
                  </a:cubicBezTo>
                  <a:cubicBezTo>
                    <a:pt x="53" y="22"/>
                    <a:pt x="53" y="22"/>
                    <a:pt x="53" y="22"/>
                  </a:cubicBezTo>
                  <a:cubicBezTo>
                    <a:pt x="54" y="20"/>
                    <a:pt x="57" y="19"/>
                    <a:pt x="58" y="20"/>
                  </a:cubicBezTo>
                  <a:cubicBezTo>
                    <a:pt x="60" y="21"/>
                    <a:pt x="61" y="24"/>
                    <a:pt x="60" y="26"/>
                  </a:cubicBezTo>
                  <a:cubicBezTo>
                    <a:pt x="45" y="54"/>
                    <a:pt x="45" y="54"/>
                    <a:pt x="45" y="54"/>
                  </a:cubicBezTo>
                  <a:cubicBezTo>
                    <a:pt x="42" y="59"/>
                    <a:pt x="37" y="63"/>
                    <a:pt x="31" y="63"/>
                  </a:cubicBezTo>
                  <a:cubicBezTo>
                    <a:pt x="4" y="67"/>
                    <a:pt x="4" y="67"/>
                    <a:pt x="4" y="67"/>
                  </a:cubicBezTo>
                  <a:cubicBezTo>
                    <a:pt x="4" y="67"/>
                    <a:pt x="4" y="67"/>
                    <a:pt x="4" y="67"/>
                  </a:cubicBezTo>
                  <a:close/>
                  <a:moveTo>
                    <a:pt x="60" y="15"/>
                  </a:moveTo>
                  <a:cubicBezTo>
                    <a:pt x="59" y="15"/>
                    <a:pt x="59" y="15"/>
                    <a:pt x="58" y="15"/>
                  </a:cubicBezTo>
                  <a:cubicBezTo>
                    <a:pt x="56" y="14"/>
                    <a:pt x="55" y="11"/>
                    <a:pt x="56" y="9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60" y="1"/>
                    <a:pt x="62" y="0"/>
                    <a:pt x="65" y="1"/>
                  </a:cubicBezTo>
                  <a:cubicBezTo>
                    <a:pt x="67" y="2"/>
                    <a:pt x="67" y="5"/>
                    <a:pt x="66" y="7"/>
                  </a:cubicBezTo>
                  <a:cubicBezTo>
                    <a:pt x="64" y="13"/>
                    <a:pt x="64" y="13"/>
                    <a:pt x="64" y="13"/>
                  </a:cubicBezTo>
                  <a:cubicBezTo>
                    <a:pt x="63" y="14"/>
                    <a:pt x="61" y="15"/>
                    <a:pt x="60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1432344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3856674" y="357089"/>
            <a:ext cx="44786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Company Featured</a:t>
            </a:r>
            <a:endParaRPr 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6" name="Oval 5"/>
          <p:cNvSpPr/>
          <p:nvPr/>
        </p:nvSpPr>
        <p:spPr>
          <a:xfrm>
            <a:off x="5040580" y="2050342"/>
            <a:ext cx="2110841" cy="2110841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745833" y="2050342"/>
            <a:ext cx="2110841" cy="2110841"/>
          </a:xfrm>
          <a:prstGeom prst="ellipse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8335327" y="2050342"/>
            <a:ext cx="2110841" cy="2110841"/>
          </a:xfrm>
          <a:prstGeom prst="ellipse">
            <a:avLst/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9076129" y="2586214"/>
            <a:ext cx="647750" cy="644172"/>
            <a:chOff x="5583238" y="17463"/>
            <a:chExt cx="862013" cy="857250"/>
          </a:xfrm>
          <a:solidFill>
            <a:schemeClr val="bg1"/>
          </a:solidFill>
        </p:grpSpPr>
        <p:sp>
          <p:nvSpPr>
            <p:cNvPr id="10" name="Freeform 32"/>
            <p:cNvSpPr>
              <a:spLocks noEditPoints="1"/>
            </p:cNvSpPr>
            <p:nvPr/>
          </p:nvSpPr>
          <p:spPr bwMode="auto">
            <a:xfrm>
              <a:off x="5583238" y="17463"/>
              <a:ext cx="862013" cy="857250"/>
            </a:xfrm>
            <a:custGeom>
              <a:avLst/>
              <a:gdLst>
                <a:gd name="T0" fmla="*/ 127 w 254"/>
                <a:gd name="T1" fmla="*/ 16 h 252"/>
                <a:gd name="T2" fmla="*/ 156 w 254"/>
                <a:gd name="T3" fmla="*/ 79 h 252"/>
                <a:gd name="T4" fmla="*/ 170 w 254"/>
                <a:gd name="T5" fmla="*/ 90 h 252"/>
                <a:gd name="T6" fmla="*/ 237 w 254"/>
                <a:gd name="T7" fmla="*/ 100 h 252"/>
                <a:gd name="T8" fmla="*/ 188 w 254"/>
                <a:gd name="T9" fmla="*/ 149 h 252"/>
                <a:gd name="T10" fmla="*/ 183 w 254"/>
                <a:gd name="T11" fmla="*/ 164 h 252"/>
                <a:gd name="T12" fmla="*/ 203 w 254"/>
                <a:gd name="T13" fmla="*/ 236 h 252"/>
                <a:gd name="T14" fmla="*/ 136 w 254"/>
                <a:gd name="T15" fmla="*/ 198 h 252"/>
                <a:gd name="T16" fmla="*/ 127 w 254"/>
                <a:gd name="T17" fmla="*/ 196 h 252"/>
                <a:gd name="T18" fmla="*/ 118 w 254"/>
                <a:gd name="T19" fmla="*/ 198 h 252"/>
                <a:gd name="T20" fmla="*/ 55 w 254"/>
                <a:gd name="T21" fmla="*/ 236 h 252"/>
                <a:gd name="T22" fmla="*/ 71 w 254"/>
                <a:gd name="T23" fmla="*/ 164 h 252"/>
                <a:gd name="T24" fmla="*/ 66 w 254"/>
                <a:gd name="T25" fmla="*/ 149 h 252"/>
                <a:gd name="T26" fmla="*/ 17 w 254"/>
                <a:gd name="T27" fmla="*/ 100 h 252"/>
                <a:gd name="T28" fmla="*/ 84 w 254"/>
                <a:gd name="T29" fmla="*/ 90 h 252"/>
                <a:gd name="T30" fmla="*/ 98 w 254"/>
                <a:gd name="T31" fmla="*/ 79 h 252"/>
                <a:gd name="T32" fmla="*/ 127 w 254"/>
                <a:gd name="T33" fmla="*/ 16 h 252"/>
                <a:gd name="T34" fmla="*/ 127 w 254"/>
                <a:gd name="T35" fmla="*/ 0 h 252"/>
                <a:gd name="T36" fmla="*/ 127 w 254"/>
                <a:gd name="T37" fmla="*/ 0 h 252"/>
                <a:gd name="T38" fmla="*/ 113 w 254"/>
                <a:gd name="T39" fmla="*/ 10 h 252"/>
                <a:gd name="T40" fmla="*/ 84 w 254"/>
                <a:gd name="T41" fmla="*/ 73 h 252"/>
                <a:gd name="T42" fmla="*/ 82 w 254"/>
                <a:gd name="T43" fmla="*/ 74 h 252"/>
                <a:gd name="T44" fmla="*/ 15 w 254"/>
                <a:gd name="T45" fmla="*/ 84 h 252"/>
                <a:gd name="T46" fmla="*/ 2 w 254"/>
                <a:gd name="T47" fmla="*/ 95 h 252"/>
                <a:gd name="T48" fmla="*/ 6 w 254"/>
                <a:gd name="T49" fmla="*/ 111 h 252"/>
                <a:gd name="T50" fmla="*/ 55 w 254"/>
                <a:gd name="T51" fmla="*/ 160 h 252"/>
                <a:gd name="T52" fmla="*/ 56 w 254"/>
                <a:gd name="T53" fmla="*/ 162 h 252"/>
                <a:gd name="T54" fmla="*/ 40 w 254"/>
                <a:gd name="T55" fmla="*/ 233 h 252"/>
                <a:gd name="T56" fmla="*/ 46 w 254"/>
                <a:gd name="T57" fmla="*/ 249 h 252"/>
                <a:gd name="T58" fmla="*/ 55 w 254"/>
                <a:gd name="T59" fmla="*/ 252 h 252"/>
                <a:gd name="T60" fmla="*/ 63 w 254"/>
                <a:gd name="T61" fmla="*/ 250 h 252"/>
                <a:gd name="T62" fmla="*/ 126 w 254"/>
                <a:gd name="T63" fmla="*/ 212 h 252"/>
                <a:gd name="T64" fmla="*/ 127 w 254"/>
                <a:gd name="T65" fmla="*/ 212 h 252"/>
                <a:gd name="T66" fmla="*/ 129 w 254"/>
                <a:gd name="T67" fmla="*/ 213 h 252"/>
                <a:gd name="T68" fmla="*/ 195 w 254"/>
                <a:gd name="T69" fmla="*/ 250 h 252"/>
                <a:gd name="T70" fmla="*/ 203 w 254"/>
                <a:gd name="T71" fmla="*/ 252 h 252"/>
                <a:gd name="T72" fmla="*/ 213 w 254"/>
                <a:gd name="T73" fmla="*/ 249 h 252"/>
                <a:gd name="T74" fmla="*/ 218 w 254"/>
                <a:gd name="T75" fmla="*/ 232 h 252"/>
                <a:gd name="T76" fmla="*/ 199 w 254"/>
                <a:gd name="T77" fmla="*/ 161 h 252"/>
                <a:gd name="T78" fmla="*/ 200 w 254"/>
                <a:gd name="T79" fmla="*/ 160 h 252"/>
                <a:gd name="T80" fmla="*/ 249 w 254"/>
                <a:gd name="T81" fmla="*/ 111 h 252"/>
                <a:gd name="T82" fmla="*/ 252 w 254"/>
                <a:gd name="T83" fmla="*/ 95 h 252"/>
                <a:gd name="T84" fmla="*/ 240 w 254"/>
                <a:gd name="T85" fmla="*/ 84 h 252"/>
                <a:gd name="T86" fmla="*/ 173 w 254"/>
                <a:gd name="T87" fmla="*/ 74 h 252"/>
                <a:gd name="T88" fmla="*/ 171 w 254"/>
                <a:gd name="T89" fmla="*/ 73 h 252"/>
                <a:gd name="T90" fmla="*/ 142 w 254"/>
                <a:gd name="T91" fmla="*/ 10 h 252"/>
                <a:gd name="T92" fmla="*/ 127 w 254"/>
                <a:gd name="T93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54" h="252">
                  <a:moveTo>
                    <a:pt x="127" y="16"/>
                  </a:moveTo>
                  <a:cubicBezTo>
                    <a:pt x="156" y="79"/>
                    <a:pt x="156" y="79"/>
                    <a:pt x="156" y="79"/>
                  </a:cubicBezTo>
                  <a:cubicBezTo>
                    <a:pt x="159" y="85"/>
                    <a:pt x="164" y="89"/>
                    <a:pt x="170" y="90"/>
                  </a:cubicBezTo>
                  <a:cubicBezTo>
                    <a:pt x="237" y="100"/>
                    <a:pt x="237" y="100"/>
                    <a:pt x="237" y="100"/>
                  </a:cubicBezTo>
                  <a:cubicBezTo>
                    <a:pt x="188" y="149"/>
                    <a:pt x="188" y="149"/>
                    <a:pt x="188" y="149"/>
                  </a:cubicBezTo>
                  <a:cubicBezTo>
                    <a:pt x="184" y="153"/>
                    <a:pt x="182" y="159"/>
                    <a:pt x="183" y="164"/>
                  </a:cubicBezTo>
                  <a:cubicBezTo>
                    <a:pt x="203" y="236"/>
                    <a:pt x="203" y="236"/>
                    <a:pt x="203" y="236"/>
                  </a:cubicBezTo>
                  <a:cubicBezTo>
                    <a:pt x="136" y="198"/>
                    <a:pt x="136" y="198"/>
                    <a:pt x="136" y="198"/>
                  </a:cubicBezTo>
                  <a:cubicBezTo>
                    <a:pt x="133" y="197"/>
                    <a:pt x="130" y="196"/>
                    <a:pt x="127" y="196"/>
                  </a:cubicBezTo>
                  <a:cubicBezTo>
                    <a:pt x="124" y="196"/>
                    <a:pt x="121" y="197"/>
                    <a:pt x="118" y="198"/>
                  </a:cubicBezTo>
                  <a:cubicBezTo>
                    <a:pt x="55" y="236"/>
                    <a:pt x="55" y="236"/>
                    <a:pt x="55" y="236"/>
                  </a:cubicBezTo>
                  <a:cubicBezTo>
                    <a:pt x="71" y="164"/>
                    <a:pt x="71" y="164"/>
                    <a:pt x="71" y="164"/>
                  </a:cubicBezTo>
                  <a:cubicBezTo>
                    <a:pt x="72" y="159"/>
                    <a:pt x="70" y="153"/>
                    <a:pt x="66" y="149"/>
                  </a:cubicBezTo>
                  <a:cubicBezTo>
                    <a:pt x="17" y="100"/>
                    <a:pt x="17" y="100"/>
                    <a:pt x="17" y="100"/>
                  </a:cubicBezTo>
                  <a:cubicBezTo>
                    <a:pt x="84" y="90"/>
                    <a:pt x="84" y="90"/>
                    <a:pt x="84" y="90"/>
                  </a:cubicBezTo>
                  <a:cubicBezTo>
                    <a:pt x="90" y="89"/>
                    <a:pt x="96" y="85"/>
                    <a:pt x="98" y="79"/>
                  </a:cubicBezTo>
                  <a:cubicBezTo>
                    <a:pt x="127" y="16"/>
                    <a:pt x="127" y="16"/>
                    <a:pt x="127" y="16"/>
                  </a:cubicBezTo>
                  <a:moveTo>
                    <a:pt x="127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1" y="0"/>
                    <a:pt x="115" y="4"/>
                    <a:pt x="113" y="10"/>
                  </a:cubicBezTo>
                  <a:cubicBezTo>
                    <a:pt x="84" y="73"/>
                    <a:pt x="84" y="73"/>
                    <a:pt x="84" y="73"/>
                  </a:cubicBezTo>
                  <a:cubicBezTo>
                    <a:pt x="83" y="73"/>
                    <a:pt x="83" y="74"/>
                    <a:pt x="82" y="74"/>
                  </a:cubicBezTo>
                  <a:cubicBezTo>
                    <a:pt x="15" y="84"/>
                    <a:pt x="15" y="84"/>
                    <a:pt x="15" y="84"/>
                  </a:cubicBezTo>
                  <a:cubicBezTo>
                    <a:pt x="9" y="85"/>
                    <a:pt x="4" y="89"/>
                    <a:pt x="2" y="95"/>
                  </a:cubicBezTo>
                  <a:cubicBezTo>
                    <a:pt x="0" y="100"/>
                    <a:pt x="2" y="107"/>
                    <a:pt x="6" y="111"/>
                  </a:cubicBezTo>
                  <a:cubicBezTo>
                    <a:pt x="55" y="160"/>
                    <a:pt x="55" y="160"/>
                    <a:pt x="55" y="160"/>
                  </a:cubicBezTo>
                  <a:cubicBezTo>
                    <a:pt x="55" y="161"/>
                    <a:pt x="56" y="161"/>
                    <a:pt x="56" y="162"/>
                  </a:cubicBezTo>
                  <a:cubicBezTo>
                    <a:pt x="40" y="233"/>
                    <a:pt x="40" y="233"/>
                    <a:pt x="40" y="233"/>
                  </a:cubicBezTo>
                  <a:cubicBezTo>
                    <a:pt x="38" y="239"/>
                    <a:pt x="41" y="246"/>
                    <a:pt x="46" y="249"/>
                  </a:cubicBezTo>
                  <a:cubicBezTo>
                    <a:pt x="49" y="251"/>
                    <a:pt x="52" y="252"/>
                    <a:pt x="55" y="252"/>
                  </a:cubicBezTo>
                  <a:cubicBezTo>
                    <a:pt x="58" y="252"/>
                    <a:pt x="61" y="252"/>
                    <a:pt x="63" y="250"/>
                  </a:cubicBezTo>
                  <a:cubicBezTo>
                    <a:pt x="126" y="212"/>
                    <a:pt x="126" y="212"/>
                    <a:pt x="126" y="212"/>
                  </a:cubicBezTo>
                  <a:cubicBezTo>
                    <a:pt x="126" y="212"/>
                    <a:pt x="127" y="212"/>
                    <a:pt x="127" y="212"/>
                  </a:cubicBezTo>
                  <a:cubicBezTo>
                    <a:pt x="128" y="212"/>
                    <a:pt x="128" y="212"/>
                    <a:pt x="129" y="213"/>
                  </a:cubicBezTo>
                  <a:cubicBezTo>
                    <a:pt x="195" y="250"/>
                    <a:pt x="195" y="250"/>
                    <a:pt x="195" y="250"/>
                  </a:cubicBezTo>
                  <a:cubicBezTo>
                    <a:pt x="197" y="252"/>
                    <a:pt x="200" y="252"/>
                    <a:pt x="203" y="252"/>
                  </a:cubicBezTo>
                  <a:cubicBezTo>
                    <a:pt x="206" y="252"/>
                    <a:pt x="210" y="251"/>
                    <a:pt x="213" y="249"/>
                  </a:cubicBezTo>
                  <a:cubicBezTo>
                    <a:pt x="218" y="245"/>
                    <a:pt x="220" y="238"/>
                    <a:pt x="218" y="232"/>
                  </a:cubicBezTo>
                  <a:cubicBezTo>
                    <a:pt x="199" y="161"/>
                    <a:pt x="199" y="161"/>
                    <a:pt x="199" y="161"/>
                  </a:cubicBezTo>
                  <a:cubicBezTo>
                    <a:pt x="199" y="161"/>
                    <a:pt x="199" y="161"/>
                    <a:pt x="200" y="160"/>
                  </a:cubicBezTo>
                  <a:cubicBezTo>
                    <a:pt x="249" y="111"/>
                    <a:pt x="249" y="111"/>
                    <a:pt x="249" y="111"/>
                  </a:cubicBezTo>
                  <a:cubicBezTo>
                    <a:pt x="253" y="107"/>
                    <a:pt x="254" y="100"/>
                    <a:pt x="252" y="95"/>
                  </a:cubicBezTo>
                  <a:cubicBezTo>
                    <a:pt x="251" y="89"/>
                    <a:pt x="246" y="85"/>
                    <a:pt x="240" y="84"/>
                  </a:cubicBezTo>
                  <a:cubicBezTo>
                    <a:pt x="173" y="74"/>
                    <a:pt x="173" y="74"/>
                    <a:pt x="173" y="74"/>
                  </a:cubicBezTo>
                  <a:cubicBezTo>
                    <a:pt x="172" y="74"/>
                    <a:pt x="171" y="73"/>
                    <a:pt x="171" y="73"/>
                  </a:cubicBezTo>
                  <a:cubicBezTo>
                    <a:pt x="142" y="10"/>
                    <a:pt x="142" y="10"/>
                    <a:pt x="142" y="10"/>
                  </a:cubicBezTo>
                  <a:cubicBezTo>
                    <a:pt x="139" y="4"/>
                    <a:pt x="133" y="0"/>
                    <a:pt x="1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33"/>
            <p:cNvSpPr>
              <a:spLocks noEditPoints="1"/>
            </p:cNvSpPr>
            <p:nvPr/>
          </p:nvSpPr>
          <p:spPr bwMode="auto">
            <a:xfrm>
              <a:off x="5800726" y="173038"/>
              <a:ext cx="227013" cy="228600"/>
            </a:xfrm>
            <a:custGeom>
              <a:avLst/>
              <a:gdLst>
                <a:gd name="T0" fmla="*/ 4 w 67"/>
                <a:gd name="T1" fmla="*/ 67 h 67"/>
                <a:gd name="T2" fmla="*/ 0 w 67"/>
                <a:gd name="T3" fmla="*/ 64 h 67"/>
                <a:gd name="T4" fmla="*/ 3 w 67"/>
                <a:gd name="T5" fmla="*/ 60 h 67"/>
                <a:gd name="T6" fmla="*/ 30 w 67"/>
                <a:gd name="T7" fmla="*/ 55 h 67"/>
                <a:gd name="T8" fmla="*/ 38 w 67"/>
                <a:gd name="T9" fmla="*/ 50 h 67"/>
                <a:gd name="T10" fmla="*/ 53 w 67"/>
                <a:gd name="T11" fmla="*/ 22 h 67"/>
                <a:gd name="T12" fmla="*/ 58 w 67"/>
                <a:gd name="T13" fmla="*/ 20 h 67"/>
                <a:gd name="T14" fmla="*/ 60 w 67"/>
                <a:gd name="T15" fmla="*/ 26 h 67"/>
                <a:gd name="T16" fmla="*/ 45 w 67"/>
                <a:gd name="T17" fmla="*/ 54 h 67"/>
                <a:gd name="T18" fmla="*/ 31 w 67"/>
                <a:gd name="T19" fmla="*/ 63 h 67"/>
                <a:gd name="T20" fmla="*/ 4 w 67"/>
                <a:gd name="T21" fmla="*/ 67 h 67"/>
                <a:gd name="T22" fmla="*/ 4 w 67"/>
                <a:gd name="T23" fmla="*/ 67 h 67"/>
                <a:gd name="T24" fmla="*/ 60 w 67"/>
                <a:gd name="T25" fmla="*/ 15 h 67"/>
                <a:gd name="T26" fmla="*/ 58 w 67"/>
                <a:gd name="T27" fmla="*/ 15 h 67"/>
                <a:gd name="T28" fmla="*/ 56 w 67"/>
                <a:gd name="T29" fmla="*/ 9 h 67"/>
                <a:gd name="T30" fmla="*/ 59 w 67"/>
                <a:gd name="T31" fmla="*/ 3 h 67"/>
                <a:gd name="T32" fmla="*/ 65 w 67"/>
                <a:gd name="T33" fmla="*/ 1 h 67"/>
                <a:gd name="T34" fmla="*/ 66 w 67"/>
                <a:gd name="T35" fmla="*/ 7 h 67"/>
                <a:gd name="T36" fmla="*/ 64 w 67"/>
                <a:gd name="T37" fmla="*/ 13 h 67"/>
                <a:gd name="T38" fmla="*/ 60 w 67"/>
                <a:gd name="T39" fmla="*/ 15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7" h="67">
                  <a:moveTo>
                    <a:pt x="4" y="67"/>
                  </a:moveTo>
                  <a:cubicBezTo>
                    <a:pt x="2" y="67"/>
                    <a:pt x="0" y="66"/>
                    <a:pt x="0" y="64"/>
                  </a:cubicBezTo>
                  <a:cubicBezTo>
                    <a:pt x="0" y="62"/>
                    <a:pt x="1" y="60"/>
                    <a:pt x="3" y="60"/>
                  </a:cubicBezTo>
                  <a:cubicBezTo>
                    <a:pt x="30" y="55"/>
                    <a:pt x="30" y="55"/>
                    <a:pt x="30" y="55"/>
                  </a:cubicBezTo>
                  <a:cubicBezTo>
                    <a:pt x="33" y="55"/>
                    <a:pt x="36" y="53"/>
                    <a:pt x="38" y="50"/>
                  </a:cubicBezTo>
                  <a:cubicBezTo>
                    <a:pt x="53" y="22"/>
                    <a:pt x="53" y="22"/>
                    <a:pt x="53" y="22"/>
                  </a:cubicBezTo>
                  <a:cubicBezTo>
                    <a:pt x="54" y="20"/>
                    <a:pt x="57" y="19"/>
                    <a:pt x="58" y="20"/>
                  </a:cubicBezTo>
                  <a:cubicBezTo>
                    <a:pt x="60" y="21"/>
                    <a:pt x="61" y="24"/>
                    <a:pt x="60" y="26"/>
                  </a:cubicBezTo>
                  <a:cubicBezTo>
                    <a:pt x="45" y="54"/>
                    <a:pt x="45" y="54"/>
                    <a:pt x="45" y="54"/>
                  </a:cubicBezTo>
                  <a:cubicBezTo>
                    <a:pt x="42" y="59"/>
                    <a:pt x="37" y="63"/>
                    <a:pt x="31" y="63"/>
                  </a:cubicBezTo>
                  <a:cubicBezTo>
                    <a:pt x="4" y="67"/>
                    <a:pt x="4" y="67"/>
                    <a:pt x="4" y="67"/>
                  </a:cubicBezTo>
                  <a:cubicBezTo>
                    <a:pt x="4" y="67"/>
                    <a:pt x="4" y="67"/>
                    <a:pt x="4" y="67"/>
                  </a:cubicBezTo>
                  <a:close/>
                  <a:moveTo>
                    <a:pt x="60" y="15"/>
                  </a:moveTo>
                  <a:cubicBezTo>
                    <a:pt x="59" y="15"/>
                    <a:pt x="59" y="15"/>
                    <a:pt x="58" y="15"/>
                  </a:cubicBezTo>
                  <a:cubicBezTo>
                    <a:pt x="56" y="14"/>
                    <a:pt x="55" y="11"/>
                    <a:pt x="56" y="9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60" y="1"/>
                    <a:pt x="62" y="0"/>
                    <a:pt x="65" y="1"/>
                  </a:cubicBezTo>
                  <a:cubicBezTo>
                    <a:pt x="67" y="2"/>
                    <a:pt x="67" y="5"/>
                    <a:pt x="66" y="7"/>
                  </a:cubicBezTo>
                  <a:cubicBezTo>
                    <a:pt x="64" y="13"/>
                    <a:pt x="64" y="13"/>
                    <a:pt x="64" y="13"/>
                  </a:cubicBezTo>
                  <a:cubicBezTo>
                    <a:pt x="63" y="14"/>
                    <a:pt x="61" y="15"/>
                    <a:pt x="60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474993" y="2559129"/>
            <a:ext cx="652520" cy="635818"/>
            <a:chOff x="9301163" y="36513"/>
            <a:chExt cx="868363" cy="846137"/>
          </a:xfrm>
          <a:solidFill>
            <a:schemeClr val="bg1"/>
          </a:solidFill>
        </p:grpSpPr>
        <p:sp>
          <p:nvSpPr>
            <p:cNvPr id="13" name="Freeform 5"/>
            <p:cNvSpPr>
              <a:spLocks noEditPoints="1"/>
            </p:cNvSpPr>
            <p:nvPr/>
          </p:nvSpPr>
          <p:spPr bwMode="auto">
            <a:xfrm>
              <a:off x="9301163" y="104775"/>
              <a:ext cx="868363" cy="777875"/>
            </a:xfrm>
            <a:custGeom>
              <a:avLst/>
              <a:gdLst>
                <a:gd name="T0" fmla="*/ 240 w 256"/>
                <a:gd name="T1" fmla="*/ 16 h 228"/>
                <a:gd name="T2" fmla="*/ 240 w 256"/>
                <a:gd name="T3" fmla="*/ 212 h 228"/>
                <a:gd name="T4" fmla="*/ 16 w 256"/>
                <a:gd name="T5" fmla="*/ 212 h 228"/>
                <a:gd name="T6" fmla="*/ 16 w 256"/>
                <a:gd name="T7" fmla="*/ 16 h 228"/>
                <a:gd name="T8" fmla="*/ 240 w 256"/>
                <a:gd name="T9" fmla="*/ 16 h 228"/>
                <a:gd name="T10" fmla="*/ 242 w 256"/>
                <a:gd name="T11" fmla="*/ 0 h 228"/>
                <a:gd name="T12" fmla="*/ 18 w 256"/>
                <a:gd name="T13" fmla="*/ 0 h 228"/>
                <a:gd name="T14" fmla="*/ 0 w 256"/>
                <a:gd name="T15" fmla="*/ 17 h 228"/>
                <a:gd name="T16" fmla="*/ 0 w 256"/>
                <a:gd name="T17" fmla="*/ 213 h 228"/>
                <a:gd name="T18" fmla="*/ 18 w 256"/>
                <a:gd name="T19" fmla="*/ 228 h 228"/>
                <a:gd name="T20" fmla="*/ 242 w 256"/>
                <a:gd name="T21" fmla="*/ 228 h 228"/>
                <a:gd name="T22" fmla="*/ 256 w 256"/>
                <a:gd name="T23" fmla="*/ 213 h 228"/>
                <a:gd name="T24" fmla="*/ 256 w 256"/>
                <a:gd name="T25" fmla="*/ 17 h 228"/>
                <a:gd name="T26" fmla="*/ 242 w 256"/>
                <a:gd name="T27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6" h="228">
                  <a:moveTo>
                    <a:pt x="240" y="16"/>
                  </a:moveTo>
                  <a:cubicBezTo>
                    <a:pt x="240" y="212"/>
                    <a:pt x="240" y="212"/>
                    <a:pt x="240" y="212"/>
                  </a:cubicBezTo>
                  <a:cubicBezTo>
                    <a:pt x="16" y="212"/>
                    <a:pt x="16" y="212"/>
                    <a:pt x="16" y="212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240" y="16"/>
                    <a:pt x="240" y="16"/>
                    <a:pt x="240" y="16"/>
                  </a:cubicBezTo>
                  <a:moveTo>
                    <a:pt x="242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9" y="0"/>
                    <a:pt x="0" y="8"/>
                    <a:pt x="0" y="17"/>
                  </a:cubicBezTo>
                  <a:cubicBezTo>
                    <a:pt x="0" y="213"/>
                    <a:pt x="0" y="213"/>
                    <a:pt x="0" y="213"/>
                  </a:cubicBezTo>
                  <a:cubicBezTo>
                    <a:pt x="0" y="222"/>
                    <a:pt x="9" y="228"/>
                    <a:pt x="18" y="228"/>
                  </a:cubicBezTo>
                  <a:cubicBezTo>
                    <a:pt x="242" y="228"/>
                    <a:pt x="242" y="228"/>
                    <a:pt x="242" y="228"/>
                  </a:cubicBezTo>
                  <a:cubicBezTo>
                    <a:pt x="251" y="228"/>
                    <a:pt x="256" y="222"/>
                    <a:pt x="256" y="213"/>
                  </a:cubicBezTo>
                  <a:cubicBezTo>
                    <a:pt x="256" y="17"/>
                    <a:pt x="256" y="17"/>
                    <a:pt x="256" y="17"/>
                  </a:cubicBezTo>
                  <a:cubicBezTo>
                    <a:pt x="256" y="8"/>
                    <a:pt x="251" y="0"/>
                    <a:pt x="2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/>
            <p:cNvSpPr>
              <a:spLocks/>
            </p:cNvSpPr>
            <p:nvPr/>
          </p:nvSpPr>
          <p:spPr bwMode="auto">
            <a:xfrm>
              <a:off x="9301163" y="296863"/>
              <a:ext cx="827088" cy="26988"/>
            </a:xfrm>
            <a:custGeom>
              <a:avLst/>
              <a:gdLst>
                <a:gd name="T0" fmla="*/ 240 w 244"/>
                <a:gd name="T1" fmla="*/ 8 h 8"/>
                <a:gd name="T2" fmla="*/ 4 w 244"/>
                <a:gd name="T3" fmla="*/ 8 h 8"/>
                <a:gd name="T4" fmla="*/ 0 w 244"/>
                <a:gd name="T5" fmla="*/ 4 h 8"/>
                <a:gd name="T6" fmla="*/ 4 w 244"/>
                <a:gd name="T7" fmla="*/ 0 h 8"/>
                <a:gd name="T8" fmla="*/ 240 w 244"/>
                <a:gd name="T9" fmla="*/ 0 h 8"/>
                <a:gd name="T10" fmla="*/ 244 w 244"/>
                <a:gd name="T11" fmla="*/ 4 h 8"/>
                <a:gd name="T12" fmla="*/ 240 w 244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8">
                  <a:moveTo>
                    <a:pt x="240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42" y="0"/>
                    <a:pt x="244" y="2"/>
                    <a:pt x="244" y="4"/>
                  </a:cubicBezTo>
                  <a:cubicBezTo>
                    <a:pt x="244" y="6"/>
                    <a:pt x="242" y="8"/>
                    <a:pt x="24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7"/>
            <p:cNvSpPr>
              <a:spLocks/>
            </p:cNvSpPr>
            <p:nvPr/>
          </p:nvSpPr>
          <p:spPr bwMode="auto">
            <a:xfrm>
              <a:off x="9585326" y="401638"/>
              <a:ext cx="149225" cy="225425"/>
            </a:xfrm>
            <a:custGeom>
              <a:avLst/>
              <a:gdLst>
                <a:gd name="T0" fmla="*/ 43 w 44"/>
                <a:gd name="T1" fmla="*/ 66 h 66"/>
                <a:gd name="T2" fmla="*/ 0 w 44"/>
                <a:gd name="T3" fmla="*/ 66 h 66"/>
                <a:gd name="T4" fmla="*/ 20 w 44"/>
                <a:gd name="T5" fmla="*/ 38 h 66"/>
                <a:gd name="T6" fmla="*/ 36 w 44"/>
                <a:gd name="T7" fmla="*/ 19 h 66"/>
                <a:gd name="T8" fmla="*/ 23 w 44"/>
                <a:gd name="T9" fmla="*/ 7 h 66"/>
                <a:gd name="T10" fmla="*/ 10 w 44"/>
                <a:gd name="T11" fmla="*/ 23 h 66"/>
                <a:gd name="T12" fmla="*/ 2 w 44"/>
                <a:gd name="T13" fmla="*/ 23 h 66"/>
                <a:gd name="T14" fmla="*/ 2 w 44"/>
                <a:gd name="T15" fmla="*/ 22 h 66"/>
                <a:gd name="T16" fmla="*/ 23 w 44"/>
                <a:gd name="T17" fmla="*/ 0 h 66"/>
                <a:gd name="T18" fmla="*/ 44 w 44"/>
                <a:gd name="T19" fmla="*/ 19 h 66"/>
                <a:gd name="T20" fmla="*/ 24 w 44"/>
                <a:gd name="T21" fmla="*/ 44 h 66"/>
                <a:gd name="T22" fmla="*/ 9 w 44"/>
                <a:gd name="T23" fmla="*/ 59 h 66"/>
                <a:gd name="T24" fmla="*/ 43 w 44"/>
                <a:gd name="T25" fmla="*/ 59 h 66"/>
                <a:gd name="T26" fmla="*/ 43 w 44"/>
                <a:gd name="T27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4" h="66">
                  <a:moveTo>
                    <a:pt x="43" y="66"/>
                  </a:moveTo>
                  <a:cubicBezTo>
                    <a:pt x="0" y="66"/>
                    <a:pt x="0" y="66"/>
                    <a:pt x="0" y="66"/>
                  </a:cubicBezTo>
                  <a:cubicBezTo>
                    <a:pt x="1" y="51"/>
                    <a:pt x="8" y="46"/>
                    <a:pt x="20" y="38"/>
                  </a:cubicBezTo>
                  <a:cubicBezTo>
                    <a:pt x="27" y="34"/>
                    <a:pt x="36" y="29"/>
                    <a:pt x="36" y="19"/>
                  </a:cubicBezTo>
                  <a:cubicBezTo>
                    <a:pt x="36" y="12"/>
                    <a:pt x="30" y="7"/>
                    <a:pt x="23" y="7"/>
                  </a:cubicBezTo>
                  <a:cubicBezTo>
                    <a:pt x="13" y="7"/>
                    <a:pt x="10" y="15"/>
                    <a:pt x="10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2" y="8"/>
                    <a:pt x="10" y="0"/>
                    <a:pt x="23" y="0"/>
                  </a:cubicBezTo>
                  <a:cubicBezTo>
                    <a:pt x="36" y="0"/>
                    <a:pt x="44" y="7"/>
                    <a:pt x="44" y="19"/>
                  </a:cubicBezTo>
                  <a:cubicBezTo>
                    <a:pt x="44" y="32"/>
                    <a:pt x="34" y="38"/>
                    <a:pt x="24" y="44"/>
                  </a:cubicBezTo>
                  <a:cubicBezTo>
                    <a:pt x="18" y="48"/>
                    <a:pt x="11" y="52"/>
                    <a:pt x="9" y="59"/>
                  </a:cubicBezTo>
                  <a:cubicBezTo>
                    <a:pt x="43" y="59"/>
                    <a:pt x="43" y="59"/>
                    <a:pt x="43" y="59"/>
                  </a:cubicBezTo>
                  <a:lnTo>
                    <a:pt x="43" y="6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8"/>
            <p:cNvSpPr>
              <a:spLocks/>
            </p:cNvSpPr>
            <p:nvPr/>
          </p:nvSpPr>
          <p:spPr bwMode="auto">
            <a:xfrm>
              <a:off x="9769476" y="404813"/>
              <a:ext cx="149225" cy="222250"/>
            </a:xfrm>
            <a:custGeom>
              <a:avLst/>
              <a:gdLst>
                <a:gd name="T0" fmla="*/ 44 w 44"/>
                <a:gd name="T1" fmla="*/ 7 h 65"/>
                <a:gd name="T2" fmla="*/ 18 w 44"/>
                <a:gd name="T3" fmla="*/ 65 h 65"/>
                <a:gd name="T4" fmla="*/ 9 w 44"/>
                <a:gd name="T5" fmla="*/ 65 h 65"/>
                <a:gd name="T6" fmla="*/ 35 w 44"/>
                <a:gd name="T7" fmla="*/ 7 h 65"/>
                <a:gd name="T8" fmla="*/ 0 w 44"/>
                <a:gd name="T9" fmla="*/ 7 h 65"/>
                <a:gd name="T10" fmla="*/ 0 w 44"/>
                <a:gd name="T11" fmla="*/ 0 h 65"/>
                <a:gd name="T12" fmla="*/ 44 w 44"/>
                <a:gd name="T13" fmla="*/ 0 h 65"/>
                <a:gd name="T14" fmla="*/ 44 w 44"/>
                <a:gd name="T15" fmla="*/ 7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" h="65">
                  <a:moveTo>
                    <a:pt x="44" y="7"/>
                  </a:moveTo>
                  <a:cubicBezTo>
                    <a:pt x="31" y="21"/>
                    <a:pt x="21" y="40"/>
                    <a:pt x="18" y="65"/>
                  </a:cubicBezTo>
                  <a:cubicBezTo>
                    <a:pt x="9" y="65"/>
                    <a:pt x="9" y="65"/>
                    <a:pt x="9" y="65"/>
                  </a:cubicBezTo>
                  <a:cubicBezTo>
                    <a:pt x="11" y="44"/>
                    <a:pt x="21" y="23"/>
                    <a:pt x="35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44" y="0"/>
                    <a:pt x="44" y="0"/>
                  </a:cubicBezTo>
                  <a:lnTo>
                    <a:pt x="44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9"/>
            <p:cNvSpPr>
              <a:spLocks/>
            </p:cNvSpPr>
            <p:nvPr/>
          </p:nvSpPr>
          <p:spPr bwMode="auto">
            <a:xfrm>
              <a:off x="9952038" y="650875"/>
              <a:ext cx="122238" cy="149225"/>
            </a:xfrm>
            <a:custGeom>
              <a:avLst/>
              <a:gdLst>
                <a:gd name="T0" fmla="*/ 32 w 36"/>
                <a:gd name="T1" fmla="*/ 44 h 44"/>
                <a:gd name="T2" fmla="*/ 4 w 36"/>
                <a:gd name="T3" fmla="*/ 44 h 44"/>
                <a:gd name="T4" fmla="*/ 0 w 36"/>
                <a:gd name="T5" fmla="*/ 40 h 44"/>
                <a:gd name="T6" fmla="*/ 4 w 36"/>
                <a:gd name="T7" fmla="*/ 36 h 44"/>
                <a:gd name="T8" fmla="*/ 28 w 36"/>
                <a:gd name="T9" fmla="*/ 36 h 44"/>
                <a:gd name="T10" fmla="*/ 28 w 36"/>
                <a:gd name="T11" fmla="*/ 4 h 44"/>
                <a:gd name="T12" fmla="*/ 32 w 36"/>
                <a:gd name="T13" fmla="*/ 0 h 44"/>
                <a:gd name="T14" fmla="*/ 36 w 36"/>
                <a:gd name="T15" fmla="*/ 4 h 44"/>
                <a:gd name="T16" fmla="*/ 36 w 36"/>
                <a:gd name="T17" fmla="*/ 40 h 44"/>
                <a:gd name="T18" fmla="*/ 32 w 36"/>
                <a:gd name="T19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44">
                  <a:moveTo>
                    <a:pt x="32" y="44"/>
                  </a:moveTo>
                  <a:cubicBezTo>
                    <a:pt x="4" y="44"/>
                    <a:pt x="4" y="44"/>
                    <a:pt x="4" y="44"/>
                  </a:cubicBezTo>
                  <a:cubicBezTo>
                    <a:pt x="2" y="44"/>
                    <a:pt x="0" y="42"/>
                    <a:pt x="0" y="40"/>
                  </a:cubicBezTo>
                  <a:cubicBezTo>
                    <a:pt x="0" y="38"/>
                    <a:pt x="2" y="36"/>
                    <a:pt x="4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2"/>
                    <a:pt x="30" y="0"/>
                    <a:pt x="32" y="0"/>
                  </a:cubicBezTo>
                  <a:cubicBezTo>
                    <a:pt x="34" y="0"/>
                    <a:pt x="36" y="2"/>
                    <a:pt x="36" y="4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2"/>
                    <a:pt x="34" y="44"/>
                    <a:pt x="32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0"/>
            <p:cNvSpPr>
              <a:spLocks/>
            </p:cNvSpPr>
            <p:nvPr/>
          </p:nvSpPr>
          <p:spPr bwMode="auto">
            <a:xfrm>
              <a:off x="9871076" y="773113"/>
              <a:ext cx="53975" cy="26988"/>
            </a:xfrm>
            <a:custGeom>
              <a:avLst/>
              <a:gdLst>
                <a:gd name="T0" fmla="*/ 12 w 16"/>
                <a:gd name="T1" fmla="*/ 8 h 8"/>
                <a:gd name="T2" fmla="*/ 4 w 16"/>
                <a:gd name="T3" fmla="*/ 8 h 8"/>
                <a:gd name="T4" fmla="*/ 0 w 16"/>
                <a:gd name="T5" fmla="*/ 4 h 8"/>
                <a:gd name="T6" fmla="*/ 4 w 16"/>
                <a:gd name="T7" fmla="*/ 0 h 8"/>
                <a:gd name="T8" fmla="*/ 12 w 16"/>
                <a:gd name="T9" fmla="*/ 0 h 8"/>
                <a:gd name="T10" fmla="*/ 16 w 16"/>
                <a:gd name="T11" fmla="*/ 4 h 8"/>
                <a:gd name="T12" fmla="*/ 12 w 16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8">
                  <a:moveTo>
                    <a:pt x="12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4" y="0"/>
                    <a:pt x="16" y="2"/>
                    <a:pt x="16" y="4"/>
                  </a:cubicBezTo>
                  <a:cubicBezTo>
                    <a:pt x="16" y="6"/>
                    <a:pt x="14" y="8"/>
                    <a:pt x="1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1"/>
            <p:cNvSpPr>
              <a:spLocks/>
            </p:cNvSpPr>
            <p:nvPr/>
          </p:nvSpPr>
          <p:spPr bwMode="auto">
            <a:xfrm>
              <a:off x="9450388" y="36513"/>
              <a:ext cx="53975" cy="177800"/>
            </a:xfrm>
            <a:custGeom>
              <a:avLst/>
              <a:gdLst>
                <a:gd name="T0" fmla="*/ 8 w 16"/>
                <a:gd name="T1" fmla="*/ 52 h 52"/>
                <a:gd name="T2" fmla="*/ 0 w 16"/>
                <a:gd name="T3" fmla="*/ 44 h 52"/>
                <a:gd name="T4" fmla="*/ 0 w 16"/>
                <a:gd name="T5" fmla="*/ 8 h 52"/>
                <a:gd name="T6" fmla="*/ 8 w 16"/>
                <a:gd name="T7" fmla="*/ 0 h 52"/>
                <a:gd name="T8" fmla="*/ 16 w 16"/>
                <a:gd name="T9" fmla="*/ 8 h 52"/>
                <a:gd name="T10" fmla="*/ 16 w 16"/>
                <a:gd name="T11" fmla="*/ 44 h 52"/>
                <a:gd name="T12" fmla="*/ 8 w 16"/>
                <a:gd name="T13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52">
                  <a:moveTo>
                    <a:pt x="8" y="52"/>
                  </a:moveTo>
                  <a:cubicBezTo>
                    <a:pt x="4" y="52"/>
                    <a:pt x="0" y="48"/>
                    <a:pt x="0" y="4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8"/>
                    <a:pt x="12" y="52"/>
                    <a:pt x="8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2"/>
            <p:cNvSpPr>
              <a:spLocks/>
            </p:cNvSpPr>
            <p:nvPr/>
          </p:nvSpPr>
          <p:spPr bwMode="auto">
            <a:xfrm>
              <a:off x="9939338" y="36513"/>
              <a:ext cx="53975" cy="177800"/>
            </a:xfrm>
            <a:custGeom>
              <a:avLst/>
              <a:gdLst>
                <a:gd name="T0" fmla="*/ 8 w 16"/>
                <a:gd name="T1" fmla="*/ 52 h 52"/>
                <a:gd name="T2" fmla="*/ 0 w 16"/>
                <a:gd name="T3" fmla="*/ 44 h 52"/>
                <a:gd name="T4" fmla="*/ 0 w 16"/>
                <a:gd name="T5" fmla="*/ 8 h 52"/>
                <a:gd name="T6" fmla="*/ 8 w 16"/>
                <a:gd name="T7" fmla="*/ 0 h 52"/>
                <a:gd name="T8" fmla="*/ 16 w 16"/>
                <a:gd name="T9" fmla="*/ 8 h 52"/>
                <a:gd name="T10" fmla="*/ 16 w 16"/>
                <a:gd name="T11" fmla="*/ 44 h 52"/>
                <a:gd name="T12" fmla="*/ 8 w 16"/>
                <a:gd name="T13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52">
                  <a:moveTo>
                    <a:pt x="8" y="52"/>
                  </a:moveTo>
                  <a:cubicBezTo>
                    <a:pt x="4" y="52"/>
                    <a:pt x="0" y="48"/>
                    <a:pt x="0" y="4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8"/>
                    <a:pt x="12" y="52"/>
                    <a:pt x="8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3"/>
            <p:cNvSpPr>
              <a:spLocks/>
            </p:cNvSpPr>
            <p:nvPr/>
          </p:nvSpPr>
          <p:spPr bwMode="auto">
            <a:xfrm>
              <a:off x="9817101" y="36513"/>
              <a:ext cx="53975" cy="177800"/>
            </a:xfrm>
            <a:custGeom>
              <a:avLst/>
              <a:gdLst>
                <a:gd name="T0" fmla="*/ 8 w 16"/>
                <a:gd name="T1" fmla="*/ 52 h 52"/>
                <a:gd name="T2" fmla="*/ 0 w 16"/>
                <a:gd name="T3" fmla="*/ 44 h 52"/>
                <a:gd name="T4" fmla="*/ 0 w 16"/>
                <a:gd name="T5" fmla="*/ 8 h 52"/>
                <a:gd name="T6" fmla="*/ 8 w 16"/>
                <a:gd name="T7" fmla="*/ 0 h 52"/>
                <a:gd name="T8" fmla="*/ 16 w 16"/>
                <a:gd name="T9" fmla="*/ 8 h 52"/>
                <a:gd name="T10" fmla="*/ 16 w 16"/>
                <a:gd name="T11" fmla="*/ 44 h 52"/>
                <a:gd name="T12" fmla="*/ 8 w 16"/>
                <a:gd name="T13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52">
                  <a:moveTo>
                    <a:pt x="8" y="52"/>
                  </a:moveTo>
                  <a:cubicBezTo>
                    <a:pt x="4" y="52"/>
                    <a:pt x="0" y="48"/>
                    <a:pt x="0" y="4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8"/>
                    <a:pt x="12" y="52"/>
                    <a:pt x="8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4"/>
            <p:cNvSpPr>
              <a:spLocks/>
            </p:cNvSpPr>
            <p:nvPr/>
          </p:nvSpPr>
          <p:spPr bwMode="auto">
            <a:xfrm>
              <a:off x="9694863" y="36513"/>
              <a:ext cx="53975" cy="177800"/>
            </a:xfrm>
            <a:custGeom>
              <a:avLst/>
              <a:gdLst>
                <a:gd name="T0" fmla="*/ 8 w 16"/>
                <a:gd name="T1" fmla="*/ 52 h 52"/>
                <a:gd name="T2" fmla="*/ 0 w 16"/>
                <a:gd name="T3" fmla="*/ 44 h 52"/>
                <a:gd name="T4" fmla="*/ 0 w 16"/>
                <a:gd name="T5" fmla="*/ 8 h 52"/>
                <a:gd name="T6" fmla="*/ 8 w 16"/>
                <a:gd name="T7" fmla="*/ 0 h 52"/>
                <a:gd name="T8" fmla="*/ 16 w 16"/>
                <a:gd name="T9" fmla="*/ 8 h 52"/>
                <a:gd name="T10" fmla="*/ 16 w 16"/>
                <a:gd name="T11" fmla="*/ 44 h 52"/>
                <a:gd name="T12" fmla="*/ 8 w 16"/>
                <a:gd name="T13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52">
                  <a:moveTo>
                    <a:pt x="8" y="52"/>
                  </a:moveTo>
                  <a:cubicBezTo>
                    <a:pt x="4" y="52"/>
                    <a:pt x="0" y="48"/>
                    <a:pt x="0" y="4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8"/>
                    <a:pt x="12" y="52"/>
                    <a:pt x="8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5"/>
            <p:cNvSpPr>
              <a:spLocks/>
            </p:cNvSpPr>
            <p:nvPr/>
          </p:nvSpPr>
          <p:spPr bwMode="auto">
            <a:xfrm>
              <a:off x="9572626" y="36513"/>
              <a:ext cx="53975" cy="177800"/>
            </a:xfrm>
            <a:custGeom>
              <a:avLst/>
              <a:gdLst>
                <a:gd name="T0" fmla="*/ 8 w 16"/>
                <a:gd name="T1" fmla="*/ 52 h 52"/>
                <a:gd name="T2" fmla="*/ 0 w 16"/>
                <a:gd name="T3" fmla="*/ 44 h 52"/>
                <a:gd name="T4" fmla="*/ 0 w 16"/>
                <a:gd name="T5" fmla="*/ 8 h 52"/>
                <a:gd name="T6" fmla="*/ 8 w 16"/>
                <a:gd name="T7" fmla="*/ 0 h 52"/>
                <a:gd name="T8" fmla="*/ 16 w 16"/>
                <a:gd name="T9" fmla="*/ 8 h 52"/>
                <a:gd name="T10" fmla="*/ 16 w 16"/>
                <a:gd name="T11" fmla="*/ 44 h 52"/>
                <a:gd name="T12" fmla="*/ 8 w 16"/>
                <a:gd name="T13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52">
                  <a:moveTo>
                    <a:pt x="8" y="52"/>
                  </a:moveTo>
                  <a:cubicBezTo>
                    <a:pt x="4" y="52"/>
                    <a:pt x="0" y="48"/>
                    <a:pt x="0" y="4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8"/>
                    <a:pt x="12" y="52"/>
                    <a:pt x="8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784192" y="2598192"/>
            <a:ext cx="623616" cy="620216"/>
            <a:chOff x="7426326" y="0"/>
            <a:chExt cx="873125" cy="868363"/>
          </a:xfrm>
          <a:solidFill>
            <a:schemeClr val="bg1"/>
          </a:solidFill>
        </p:grpSpPr>
        <p:sp>
          <p:nvSpPr>
            <p:cNvPr id="25" name="Freeform 36"/>
            <p:cNvSpPr>
              <a:spLocks/>
            </p:cNvSpPr>
            <p:nvPr/>
          </p:nvSpPr>
          <p:spPr bwMode="auto">
            <a:xfrm>
              <a:off x="7900988" y="469900"/>
              <a:ext cx="398463" cy="398463"/>
            </a:xfrm>
            <a:custGeom>
              <a:avLst/>
              <a:gdLst>
                <a:gd name="T0" fmla="*/ 86 w 117"/>
                <a:gd name="T1" fmla="*/ 117 h 117"/>
                <a:gd name="T2" fmla="*/ 65 w 117"/>
                <a:gd name="T3" fmla="*/ 108 h 117"/>
                <a:gd name="T4" fmla="*/ 3 w 117"/>
                <a:gd name="T5" fmla="*/ 46 h 117"/>
                <a:gd name="T6" fmla="*/ 3 w 117"/>
                <a:gd name="T7" fmla="*/ 34 h 117"/>
                <a:gd name="T8" fmla="*/ 14 w 117"/>
                <a:gd name="T9" fmla="*/ 34 h 117"/>
                <a:gd name="T10" fmla="*/ 77 w 117"/>
                <a:gd name="T11" fmla="*/ 97 h 117"/>
                <a:gd name="T12" fmla="*/ 86 w 117"/>
                <a:gd name="T13" fmla="*/ 101 h 117"/>
                <a:gd name="T14" fmla="*/ 87 w 117"/>
                <a:gd name="T15" fmla="*/ 101 h 117"/>
                <a:gd name="T16" fmla="*/ 96 w 117"/>
                <a:gd name="T17" fmla="*/ 97 h 117"/>
                <a:gd name="T18" fmla="*/ 101 w 117"/>
                <a:gd name="T19" fmla="*/ 87 h 117"/>
                <a:gd name="T20" fmla="*/ 97 w 117"/>
                <a:gd name="T21" fmla="*/ 77 h 117"/>
                <a:gd name="T22" fmla="*/ 34 w 117"/>
                <a:gd name="T23" fmla="*/ 14 h 117"/>
                <a:gd name="T24" fmla="*/ 34 w 117"/>
                <a:gd name="T25" fmla="*/ 3 h 117"/>
                <a:gd name="T26" fmla="*/ 45 w 117"/>
                <a:gd name="T27" fmla="*/ 3 h 117"/>
                <a:gd name="T28" fmla="*/ 108 w 117"/>
                <a:gd name="T29" fmla="*/ 66 h 117"/>
                <a:gd name="T30" fmla="*/ 117 w 117"/>
                <a:gd name="T31" fmla="*/ 87 h 117"/>
                <a:gd name="T32" fmla="*/ 108 w 117"/>
                <a:gd name="T33" fmla="*/ 108 h 117"/>
                <a:gd name="T34" fmla="*/ 87 w 117"/>
                <a:gd name="T35" fmla="*/ 117 h 117"/>
                <a:gd name="T36" fmla="*/ 86 w 117"/>
                <a:gd name="T3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7" h="117">
                  <a:moveTo>
                    <a:pt x="86" y="117"/>
                  </a:moveTo>
                  <a:cubicBezTo>
                    <a:pt x="79" y="117"/>
                    <a:pt x="71" y="114"/>
                    <a:pt x="65" y="10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0" y="42"/>
                    <a:pt x="0" y="37"/>
                    <a:pt x="3" y="34"/>
                  </a:cubicBezTo>
                  <a:cubicBezTo>
                    <a:pt x="6" y="31"/>
                    <a:pt x="11" y="31"/>
                    <a:pt x="14" y="34"/>
                  </a:cubicBezTo>
                  <a:cubicBezTo>
                    <a:pt x="77" y="97"/>
                    <a:pt x="77" y="97"/>
                    <a:pt x="77" y="97"/>
                  </a:cubicBezTo>
                  <a:cubicBezTo>
                    <a:pt x="79" y="99"/>
                    <a:pt x="83" y="101"/>
                    <a:pt x="86" y="101"/>
                  </a:cubicBezTo>
                  <a:cubicBezTo>
                    <a:pt x="86" y="101"/>
                    <a:pt x="87" y="101"/>
                    <a:pt x="87" y="101"/>
                  </a:cubicBezTo>
                  <a:cubicBezTo>
                    <a:pt x="90" y="101"/>
                    <a:pt x="94" y="99"/>
                    <a:pt x="96" y="97"/>
                  </a:cubicBezTo>
                  <a:cubicBezTo>
                    <a:pt x="99" y="94"/>
                    <a:pt x="101" y="91"/>
                    <a:pt x="101" y="87"/>
                  </a:cubicBezTo>
                  <a:cubicBezTo>
                    <a:pt x="101" y="83"/>
                    <a:pt x="99" y="80"/>
                    <a:pt x="97" y="77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1" y="11"/>
                    <a:pt x="31" y="6"/>
                    <a:pt x="34" y="3"/>
                  </a:cubicBezTo>
                  <a:cubicBezTo>
                    <a:pt x="37" y="0"/>
                    <a:pt x="42" y="0"/>
                    <a:pt x="45" y="3"/>
                  </a:cubicBezTo>
                  <a:cubicBezTo>
                    <a:pt x="108" y="66"/>
                    <a:pt x="108" y="66"/>
                    <a:pt x="108" y="66"/>
                  </a:cubicBezTo>
                  <a:cubicBezTo>
                    <a:pt x="114" y="71"/>
                    <a:pt x="117" y="79"/>
                    <a:pt x="117" y="87"/>
                  </a:cubicBezTo>
                  <a:cubicBezTo>
                    <a:pt x="117" y="95"/>
                    <a:pt x="113" y="102"/>
                    <a:pt x="108" y="108"/>
                  </a:cubicBezTo>
                  <a:cubicBezTo>
                    <a:pt x="102" y="114"/>
                    <a:pt x="95" y="117"/>
                    <a:pt x="87" y="117"/>
                  </a:cubicBezTo>
                  <a:cubicBezTo>
                    <a:pt x="87" y="117"/>
                    <a:pt x="87" y="117"/>
                    <a:pt x="86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37"/>
            <p:cNvSpPr>
              <a:spLocks noEditPoints="1"/>
            </p:cNvSpPr>
            <p:nvPr/>
          </p:nvSpPr>
          <p:spPr bwMode="auto">
            <a:xfrm>
              <a:off x="7426326" y="0"/>
              <a:ext cx="665163" cy="666750"/>
            </a:xfrm>
            <a:custGeom>
              <a:avLst/>
              <a:gdLst>
                <a:gd name="T0" fmla="*/ 98 w 196"/>
                <a:gd name="T1" fmla="*/ 16 h 196"/>
                <a:gd name="T2" fmla="*/ 180 w 196"/>
                <a:gd name="T3" fmla="*/ 98 h 196"/>
                <a:gd name="T4" fmla="*/ 98 w 196"/>
                <a:gd name="T5" fmla="*/ 180 h 196"/>
                <a:gd name="T6" fmla="*/ 16 w 196"/>
                <a:gd name="T7" fmla="*/ 98 h 196"/>
                <a:gd name="T8" fmla="*/ 98 w 196"/>
                <a:gd name="T9" fmla="*/ 16 h 196"/>
                <a:gd name="T10" fmla="*/ 98 w 196"/>
                <a:gd name="T11" fmla="*/ 0 h 196"/>
                <a:gd name="T12" fmla="*/ 0 w 196"/>
                <a:gd name="T13" fmla="*/ 98 h 196"/>
                <a:gd name="T14" fmla="*/ 98 w 196"/>
                <a:gd name="T15" fmla="*/ 196 h 196"/>
                <a:gd name="T16" fmla="*/ 196 w 196"/>
                <a:gd name="T17" fmla="*/ 98 h 196"/>
                <a:gd name="T18" fmla="*/ 98 w 196"/>
                <a:gd name="T19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6" h="196">
                  <a:moveTo>
                    <a:pt x="98" y="16"/>
                  </a:moveTo>
                  <a:cubicBezTo>
                    <a:pt x="143" y="16"/>
                    <a:pt x="180" y="53"/>
                    <a:pt x="180" y="98"/>
                  </a:cubicBezTo>
                  <a:cubicBezTo>
                    <a:pt x="180" y="143"/>
                    <a:pt x="143" y="180"/>
                    <a:pt x="98" y="180"/>
                  </a:cubicBezTo>
                  <a:cubicBezTo>
                    <a:pt x="53" y="180"/>
                    <a:pt x="16" y="143"/>
                    <a:pt x="16" y="98"/>
                  </a:cubicBezTo>
                  <a:cubicBezTo>
                    <a:pt x="16" y="53"/>
                    <a:pt x="53" y="16"/>
                    <a:pt x="98" y="16"/>
                  </a:cubicBezTo>
                  <a:moveTo>
                    <a:pt x="98" y="0"/>
                  </a:moveTo>
                  <a:cubicBezTo>
                    <a:pt x="44" y="0"/>
                    <a:pt x="0" y="44"/>
                    <a:pt x="0" y="98"/>
                  </a:cubicBezTo>
                  <a:cubicBezTo>
                    <a:pt x="0" y="152"/>
                    <a:pt x="44" y="196"/>
                    <a:pt x="98" y="196"/>
                  </a:cubicBezTo>
                  <a:cubicBezTo>
                    <a:pt x="152" y="196"/>
                    <a:pt x="196" y="152"/>
                    <a:pt x="196" y="98"/>
                  </a:cubicBezTo>
                  <a:cubicBezTo>
                    <a:pt x="196" y="44"/>
                    <a:pt x="152" y="0"/>
                    <a:pt x="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38"/>
            <p:cNvSpPr>
              <a:spLocks/>
            </p:cNvSpPr>
            <p:nvPr/>
          </p:nvSpPr>
          <p:spPr bwMode="auto">
            <a:xfrm>
              <a:off x="7700963" y="112713"/>
              <a:ext cx="41275" cy="30163"/>
            </a:xfrm>
            <a:custGeom>
              <a:avLst/>
              <a:gdLst>
                <a:gd name="T0" fmla="*/ 4 w 12"/>
                <a:gd name="T1" fmla="*/ 9 h 9"/>
                <a:gd name="T2" fmla="*/ 0 w 12"/>
                <a:gd name="T3" fmla="*/ 5 h 9"/>
                <a:gd name="T4" fmla="*/ 4 w 12"/>
                <a:gd name="T5" fmla="*/ 1 h 9"/>
                <a:gd name="T6" fmla="*/ 8 w 12"/>
                <a:gd name="T7" fmla="*/ 0 h 9"/>
                <a:gd name="T8" fmla="*/ 12 w 12"/>
                <a:gd name="T9" fmla="*/ 4 h 9"/>
                <a:gd name="T10" fmla="*/ 8 w 12"/>
                <a:gd name="T11" fmla="*/ 8 h 9"/>
                <a:gd name="T12" fmla="*/ 4 w 12"/>
                <a:gd name="T13" fmla="*/ 9 h 9"/>
                <a:gd name="T14" fmla="*/ 4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4" y="9"/>
                  </a:moveTo>
                  <a:cubicBezTo>
                    <a:pt x="2" y="9"/>
                    <a:pt x="0" y="7"/>
                    <a:pt x="0" y="5"/>
                  </a:cubicBezTo>
                  <a:cubicBezTo>
                    <a:pt x="0" y="3"/>
                    <a:pt x="2" y="1"/>
                    <a:pt x="4" y="1"/>
                  </a:cubicBezTo>
                  <a:cubicBezTo>
                    <a:pt x="5" y="1"/>
                    <a:pt x="7" y="0"/>
                    <a:pt x="8" y="0"/>
                  </a:cubicBezTo>
                  <a:cubicBezTo>
                    <a:pt x="11" y="0"/>
                    <a:pt x="12" y="2"/>
                    <a:pt x="12" y="4"/>
                  </a:cubicBezTo>
                  <a:cubicBezTo>
                    <a:pt x="12" y="7"/>
                    <a:pt x="11" y="8"/>
                    <a:pt x="8" y="8"/>
                  </a:cubicBezTo>
                  <a:cubicBezTo>
                    <a:pt x="7" y="8"/>
                    <a:pt x="6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39"/>
            <p:cNvSpPr>
              <a:spLocks/>
            </p:cNvSpPr>
            <p:nvPr/>
          </p:nvSpPr>
          <p:spPr bwMode="auto">
            <a:xfrm>
              <a:off x="7542213" y="128588"/>
              <a:ext cx="128588" cy="187325"/>
            </a:xfrm>
            <a:custGeom>
              <a:avLst/>
              <a:gdLst>
                <a:gd name="T0" fmla="*/ 4 w 38"/>
                <a:gd name="T1" fmla="*/ 55 h 55"/>
                <a:gd name="T2" fmla="*/ 0 w 38"/>
                <a:gd name="T3" fmla="*/ 51 h 55"/>
                <a:gd name="T4" fmla="*/ 32 w 38"/>
                <a:gd name="T5" fmla="*/ 1 h 55"/>
                <a:gd name="T6" fmla="*/ 37 w 38"/>
                <a:gd name="T7" fmla="*/ 2 h 55"/>
                <a:gd name="T8" fmla="*/ 35 w 38"/>
                <a:gd name="T9" fmla="*/ 8 h 55"/>
                <a:gd name="T10" fmla="*/ 8 w 38"/>
                <a:gd name="T11" fmla="*/ 51 h 55"/>
                <a:gd name="T12" fmla="*/ 4 w 38"/>
                <a:gd name="T13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55">
                  <a:moveTo>
                    <a:pt x="4" y="55"/>
                  </a:moveTo>
                  <a:cubicBezTo>
                    <a:pt x="1" y="55"/>
                    <a:pt x="0" y="53"/>
                    <a:pt x="0" y="51"/>
                  </a:cubicBezTo>
                  <a:cubicBezTo>
                    <a:pt x="0" y="30"/>
                    <a:pt x="12" y="10"/>
                    <a:pt x="32" y="1"/>
                  </a:cubicBezTo>
                  <a:cubicBezTo>
                    <a:pt x="34" y="0"/>
                    <a:pt x="37" y="0"/>
                    <a:pt x="37" y="2"/>
                  </a:cubicBezTo>
                  <a:cubicBezTo>
                    <a:pt x="38" y="4"/>
                    <a:pt x="37" y="7"/>
                    <a:pt x="35" y="8"/>
                  </a:cubicBezTo>
                  <a:cubicBezTo>
                    <a:pt x="19" y="16"/>
                    <a:pt x="8" y="33"/>
                    <a:pt x="8" y="51"/>
                  </a:cubicBezTo>
                  <a:cubicBezTo>
                    <a:pt x="8" y="53"/>
                    <a:pt x="6" y="55"/>
                    <a:pt x="4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40"/>
            <p:cNvSpPr>
              <a:spLocks/>
            </p:cNvSpPr>
            <p:nvPr/>
          </p:nvSpPr>
          <p:spPr bwMode="auto">
            <a:xfrm>
              <a:off x="8010526" y="568325"/>
              <a:ext cx="107950" cy="112713"/>
            </a:xfrm>
            <a:custGeom>
              <a:avLst/>
              <a:gdLst>
                <a:gd name="T0" fmla="*/ 4 w 32"/>
                <a:gd name="T1" fmla="*/ 33 h 33"/>
                <a:gd name="T2" fmla="*/ 1 w 32"/>
                <a:gd name="T3" fmla="*/ 32 h 33"/>
                <a:gd name="T4" fmla="*/ 1 w 32"/>
                <a:gd name="T5" fmla="*/ 26 h 33"/>
                <a:gd name="T6" fmla="*/ 25 w 32"/>
                <a:gd name="T7" fmla="*/ 2 h 33"/>
                <a:gd name="T8" fmla="*/ 31 w 32"/>
                <a:gd name="T9" fmla="*/ 2 h 33"/>
                <a:gd name="T10" fmla="*/ 31 w 32"/>
                <a:gd name="T11" fmla="*/ 8 h 33"/>
                <a:gd name="T12" fmla="*/ 7 w 32"/>
                <a:gd name="T13" fmla="*/ 32 h 33"/>
                <a:gd name="T14" fmla="*/ 4 w 32"/>
                <a:gd name="T1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33">
                  <a:moveTo>
                    <a:pt x="4" y="33"/>
                  </a:moveTo>
                  <a:cubicBezTo>
                    <a:pt x="3" y="33"/>
                    <a:pt x="2" y="32"/>
                    <a:pt x="1" y="32"/>
                  </a:cubicBezTo>
                  <a:cubicBezTo>
                    <a:pt x="0" y="30"/>
                    <a:pt x="0" y="28"/>
                    <a:pt x="1" y="26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7" y="0"/>
                    <a:pt x="29" y="0"/>
                    <a:pt x="31" y="2"/>
                  </a:cubicBezTo>
                  <a:cubicBezTo>
                    <a:pt x="32" y="4"/>
                    <a:pt x="32" y="6"/>
                    <a:pt x="31" y="8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6" y="32"/>
                    <a:pt x="5" y="33"/>
                    <a:pt x="4" y="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41"/>
            <p:cNvSpPr>
              <a:spLocks/>
            </p:cNvSpPr>
            <p:nvPr/>
          </p:nvSpPr>
          <p:spPr bwMode="auto">
            <a:xfrm>
              <a:off x="8051801" y="609600"/>
              <a:ext cx="107950" cy="112713"/>
            </a:xfrm>
            <a:custGeom>
              <a:avLst/>
              <a:gdLst>
                <a:gd name="T0" fmla="*/ 4 w 32"/>
                <a:gd name="T1" fmla="*/ 33 h 33"/>
                <a:gd name="T2" fmla="*/ 1 w 32"/>
                <a:gd name="T3" fmla="*/ 32 h 33"/>
                <a:gd name="T4" fmla="*/ 1 w 32"/>
                <a:gd name="T5" fmla="*/ 26 h 33"/>
                <a:gd name="T6" fmla="*/ 25 w 32"/>
                <a:gd name="T7" fmla="*/ 2 h 33"/>
                <a:gd name="T8" fmla="*/ 31 w 32"/>
                <a:gd name="T9" fmla="*/ 2 h 33"/>
                <a:gd name="T10" fmla="*/ 31 w 32"/>
                <a:gd name="T11" fmla="*/ 8 h 33"/>
                <a:gd name="T12" fmla="*/ 7 w 32"/>
                <a:gd name="T13" fmla="*/ 32 h 33"/>
                <a:gd name="T14" fmla="*/ 4 w 32"/>
                <a:gd name="T1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33">
                  <a:moveTo>
                    <a:pt x="4" y="33"/>
                  </a:moveTo>
                  <a:cubicBezTo>
                    <a:pt x="3" y="33"/>
                    <a:pt x="2" y="32"/>
                    <a:pt x="1" y="32"/>
                  </a:cubicBezTo>
                  <a:cubicBezTo>
                    <a:pt x="0" y="30"/>
                    <a:pt x="0" y="28"/>
                    <a:pt x="1" y="26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7" y="0"/>
                    <a:pt x="29" y="0"/>
                    <a:pt x="31" y="2"/>
                  </a:cubicBezTo>
                  <a:cubicBezTo>
                    <a:pt x="32" y="4"/>
                    <a:pt x="32" y="6"/>
                    <a:pt x="31" y="8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6" y="32"/>
                    <a:pt x="5" y="33"/>
                    <a:pt x="4" y="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2135090" y="3343376"/>
            <a:ext cx="13311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+mj-lt"/>
              </a:rPr>
              <a:t>Text Here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30433" y="3343376"/>
            <a:ext cx="13311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+mj-lt"/>
              </a:rPr>
              <a:t>Text Here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725180" y="3343376"/>
            <a:ext cx="13311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+mj-lt"/>
              </a:rPr>
              <a:t>Text Here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339226" y="4208140"/>
            <a:ext cx="2922862" cy="92333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</a:t>
            </a:r>
            <a:r>
              <a:rPr lang="en-US" sz="1200" dirty="0" smtClean="0">
                <a:solidFill>
                  <a:schemeClr val="bg1"/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been.</a:t>
            </a:r>
            <a:endParaRPr lang="en-US" sz="1200" dirty="0">
              <a:solidFill>
                <a:schemeClr val="bg1"/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634569" y="4208140"/>
            <a:ext cx="2922862" cy="92333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</a:t>
            </a:r>
            <a:r>
              <a:rPr lang="en-US" sz="1200" dirty="0" smtClean="0">
                <a:solidFill>
                  <a:schemeClr val="bg1"/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been.</a:t>
            </a:r>
            <a:endParaRPr lang="en-US" sz="1200" dirty="0">
              <a:solidFill>
                <a:schemeClr val="bg1"/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929316" y="4208140"/>
            <a:ext cx="2922862" cy="92333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</a:t>
            </a:r>
            <a:r>
              <a:rPr lang="en-US" sz="1200" dirty="0" smtClean="0">
                <a:solidFill>
                  <a:schemeClr val="bg1"/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been.</a:t>
            </a:r>
            <a:endParaRPr lang="en-US" sz="1200" dirty="0">
              <a:solidFill>
                <a:schemeClr val="bg1"/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95131" y="5483951"/>
            <a:ext cx="10601739" cy="609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 err="1" smtClean="0">
                <a:solidFill>
                  <a:schemeClr val="bg1">
                    <a:lumMod val="50000"/>
                  </a:schemeClr>
                </a:solidFill>
              </a:rPr>
              <a:t>Lorem</a:t>
            </a: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200" dirty="0" err="1" smtClean="0">
                <a:solidFill>
                  <a:schemeClr val="bg1">
                    <a:lumMod val="50000"/>
                  </a:schemeClr>
                </a:solidFill>
              </a:rPr>
              <a:t>Ipsum</a:t>
            </a: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 comes from section Contrary to popular belief, </a:t>
            </a:r>
            <a:r>
              <a:rPr lang="en-US" sz="1200" dirty="0" err="1" smtClean="0">
                <a:solidFill>
                  <a:schemeClr val="bg1">
                    <a:lumMod val="50000"/>
                  </a:schemeClr>
                </a:solidFill>
              </a:rPr>
              <a:t>Lorem</a:t>
            </a: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200" dirty="0" err="1" smtClean="0">
                <a:solidFill>
                  <a:schemeClr val="bg1">
                    <a:lumMod val="50000"/>
                  </a:schemeClr>
                </a:solidFill>
              </a:rPr>
              <a:t>Ipsum</a:t>
            </a: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 is not simply random text. It has roots in a piece of classical Latin literature from 45 BC, making it over 2000 years old. Richard McClintock, a Latin professor at Hampden-Sydney College in Virginia.</a:t>
            </a:r>
          </a:p>
        </p:txBody>
      </p:sp>
    </p:spTree>
    <p:extLst>
      <p:ext uri="{BB962C8B-B14F-4D97-AF65-F5344CB8AC3E}">
        <p14:creationId xmlns:p14="http://schemas.microsoft.com/office/powerpoint/2010/main" val="1660178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251858"/>
            <a:ext cx="7097486" cy="4354284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9577" y="2482586"/>
            <a:ext cx="51361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+mj-lt"/>
              </a:rPr>
              <a:t>We are creative</a:t>
            </a:r>
          </a:p>
          <a:p>
            <a:r>
              <a:rPr lang="en-US" sz="3600" b="1" dirty="0">
                <a:solidFill>
                  <a:schemeClr val="bg1"/>
                </a:solidFill>
                <a:latin typeface="+mj-lt"/>
              </a:rPr>
              <a:t>p</a:t>
            </a:r>
            <a:r>
              <a:rPr lang="en-US" sz="3600" b="1" dirty="0" smtClean="0">
                <a:solidFill>
                  <a:schemeClr val="bg1"/>
                </a:solidFill>
                <a:latin typeface="+mj-lt"/>
              </a:rPr>
              <a:t>resentation template</a:t>
            </a:r>
            <a:endParaRPr lang="en-US"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0206" y="3682915"/>
            <a:ext cx="5205165" cy="120032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been the industry's standard dummy text ever since the 1500s, when an unknown printer took a galley of type and scrambled it to make a type specimen book</a:t>
            </a:r>
            <a:r>
              <a:rPr lang="en-US" sz="1200" dirty="0" smtClean="0">
                <a:solidFill>
                  <a:schemeClr val="bg1"/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.</a:t>
            </a:r>
            <a:endParaRPr lang="en-US" sz="1200" dirty="0">
              <a:solidFill>
                <a:schemeClr val="bg1"/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9577" y="1974755"/>
            <a:ext cx="48282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 smtClean="0">
                <a:solidFill>
                  <a:schemeClr val="bg1"/>
                </a:solidFill>
              </a:rPr>
              <a:t>“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223094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094514" y="1251858"/>
            <a:ext cx="7097486" cy="4354284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844731" y="2134243"/>
            <a:ext cx="23265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+mj-lt"/>
              </a:rPr>
              <a:t>Let’s go</a:t>
            </a:r>
          </a:p>
          <a:p>
            <a:r>
              <a:rPr lang="en-US" sz="3600" b="1" dirty="0" smtClean="0">
                <a:solidFill>
                  <a:schemeClr val="bg1"/>
                </a:solidFill>
                <a:latin typeface="+mj-lt"/>
              </a:rPr>
              <a:t>introduce</a:t>
            </a:r>
            <a:endParaRPr lang="en-US"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75360" y="3334572"/>
            <a:ext cx="5205165" cy="120032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been the industry's standard dummy text ever since the 1500s, when an unknown printer took a galley of type and scrambled it to make a type specimen book</a:t>
            </a:r>
            <a:r>
              <a:rPr lang="en-US" sz="1200" dirty="0" smtClean="0">
                <a:solidFill>
                  <a:schemeClr val="bg1"/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.</a:t>
            </a:r>
            <a:endParaRPr lang="en-US" sz="1200" dirty="0">
              <a:solidFill>
                <a:schemeClr val="bg1"/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44731" y="1626412"/>
            <a:ext cx="48282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 smtClean="0">
                <a:solidFill>
                  <a:schemeClr val="bg1"/>
                </a:solidFill>
              </a:rPr>
              <a:t>“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75360" y="4820998"/>
            <a:ext cx="1712686" cy="40640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Let’s See</a:t>
            </a:r>
            <a:endParaRPr lang="en-US" dirty="0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28367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049160" y="357089"/>
            <a:ext cx="40936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Our Service Slide</a:t>
            </a:r>
            <a:endParaRPr 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30087" y="1563756"/>
            <a:ext cx="3128066" cy="2014330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267144" y="1780292"/>
            <a:ext cx="782016" cy="5035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336464" y="1563756"/>
            <a:ext cx="3128066" cy="2014330"/>
          </a:xfrm>
          <a:prstGeom prst="rect">
            <a:avLst/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073521" y="1780292"/>
            <a:ext cx="782016" cy="5035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142845" y="1563756"/>
            <a:ext cx="3128066" cy="2014330"/>
          </a:xfrm>
          <a:prstGeom prst="rect">
            <a:avLst/>
          </a:prstGeom>
          <a:noFill/>
          <a:ln w="635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0879902" y="1780292"/>
            <a:ext cx="782016" cy="5035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530087" y="3962399"/>
            <a:ext cx="3128066" cy="2014330"/>
          </a:xfrm>
          <a:prstGeom prst="rect">
            <a:avLst/>
          </a:prstGeom>
          <a:noFill/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267144" y="4178935"/>
            <a:ext cx="782016" cy="5035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4336464" y="3962399"/>
            <a:ext cx="3128066" cy="2014330"/>
          </a:xfrm>
          <a:prstGeom prst="rect">
            <a:avLst/>
          </a:prstGeom>
          <a:noFill/>
          <a:ln w="635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073521" y="4178935"/>
            <a:ext cx="782016" cy="50358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8142845" y="3962399"/>
            <a:ext cx="3128066" cy="2014330"/>
          </a:xfrm>
          <a:prstGeom prst="rect">
            <a:avLst/>
          </a:prstGeom>
          <a:noFill/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0879902" y="4178935"/>
            <a:ext cx="782016" cy="50358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395897" y="1832027"/>
            <a:ext cx="5245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+mj-lt"/>
              </a:rPr>
              <a:t>01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209491" y="1832027"/>
            <a:ext cx="5100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+mj-lt"/>
              </a:rPr>
              <a:t>02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015872" y="1832027"/>
            <a:ext cx="5100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+mj-lt"/>
              </a:rPr>
              <a:t>03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400706" y="4230670"/>
            <a:ext cx="514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+mj-lt"/>
              </a:rPr>
              <a:t>04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206285" y="4230670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+mj-lt"/>
              </a:rPr>
              <a:t>05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015872" y="4230670"/>
            <a:ext cx="5084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+mj-lt"/>
              </a:rPr>
              <a:t>06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848035" y="1791586"/>
            <a:ext cx="546998" cy="483534"/>
            <a:chOff x="-1587" y="65088"/>
            <a:chExt cx="862013" cy="762000"/>
          </a:xfrm>
          <a:solidFill>
            <a:schemeClr val="accent1"/>
          </a:solidFill>
        </p:grpSpPr>
        <p:sp>
          <p:nvSpPr>
            <p:cNvPr id="40" name="Freeform 42"/>
            <p:cNvSpPr>
              <a:spLocks noEditPoints="1"/>
            </p:cNvSpPr>
            <p:nvPr/>
          </p:nvSpPr>
          <p:spPr bwMode="auto">
            <a:xfrm>
              <a:off x="255588" y="65088"/>
              <a:ext cx="604838" cy="762000"/>
            </a:xfrm>
            <a:custGeom>
              <a:avLst/>
              <a:gdLst>
                <a:gd name="T0" fmla="*/ 96 w 178"/>
                <a:gd name="T1" fmla="*/ 16 h 224"/>
                <a:gd name="T2" fmla="*/ 96 w 178"/>
                <a:gd name="T3" fmla="*/ 16 h 224"/>
                <a:gd name="T4" fmla="*/ 94 w 178"/>
                <a:gd name="T5" fmla="*/ 16 h 224"/>
                <a:gd name="T6" fmla="*/ 86 w 178"/>
                <a:gd name="T7" fmla="*/ 76 h 224"/>
                <a:gd name="T8" fmla="*/ 133 w 178"/>
                <a:gd name="T9" fmla="*/ 76 h 224"/>
                <a:gd name="T10" fmla="*/ 162 w 178"/>
                <a:gd name="T11" fmla="*/ 106 h 224"/>
                <a:gd name="T12" fmla="*/ 154 w 178"/>
                <a:gd name="T13" fmla="*/ 179 h 224"/>
                <a:gd name="T14" fmla="*/ 125 w 178"/>
                <a:gd name="T15" fmla="*/ 208 h 224"/>
                <a:gd name="T16" fmla="*/ 44 w 178"/>
                <a:gd name="T17" fmla="*/ 208 h 224"/>
                <a:gd name="T18" fmla="*/ 16 w 178"/>
                <a:gd name="T19" fmla="*/ 179 h 224"/>
                <a:gd name="T20" fmla="*/ 16 w 178"/>
                <a:gd name="T21" fmla="*/ 106 h 224"/>
                <a:gd name="T22" fmla="*/ 75 w 178"/>
                <a:gd name="T23" fmla="*/ 20 h 224"/>
                <a:gd name="T24" fmla="*/ 94 w 178"/>
                <a:gd name="T25" fmla="*/ 16 h 224"/>
                <a:gd name="T26" fmla="*/ 94 w 178"/>
                <a:gd name="T27" fmla="*/ 0 h 224"/>
                <a:gd name="T28" fmla="*/ 94 w 178"/>
                <a:gd name="T29" fmla="*/ 0 h 224"/>
                <a:gd name="T30" fmla="*/ 94 w 178"/>
                <a:gd name="T31" fmla="*/ 0 h 224"/>
                <a:gd name="T32" fmla="*/ 69 w 178"/>
                <a:gd name="T33" fmla="*/ 5 h 224"/>
                <a:gd name="T34" fmla="*/ 28 w 178"/>
                <a:gd name="T35" fmla="*/ 49 h 224"/>
                <a:gd name="T36" fmla="*/ 0 w 178"/>
                <a:gd name="T37" fmla="*/ 106 h 224"/>
                <a:gd name="T38" fmla="*/ 0 w 178"/>
                <a:gd name="T39" fmla="*/ 179 h 224"/>
                <a:gd name="T40" fmla="*/ 44 w 178"/>
                <a:gd name="T41" fmla="*/ 224 h 224"/>
                <a:gd name="T42" fmla="*/ 125 w 178"/>
                <a:gd name="T43" fmla="*/ 224 h 224"/>
                <a:gd name="T44" fmla="*/ 170 w 178"/>
                <a:gd name="T45" fmla="*/ 180 h 224"/>
                <a:gd name="T46" fmla="*/ 178 w 178"/>
                <a:gd name="T47" fmla="*/ 107 h 224"/>
                <a:gd name="T48" fmla="*/ 178 w 178"/>
                <a:gd name="T49" fmla="*/ 106 h 224"/>
                <a:gd name="T50" fmla="*/ 133 w 178"/>
                <a:gd name="T51" fmla="*/ 60 h 224"/>
                <a:gd name="T52" fmla="*/ 105 w 178"/>
                <a:gd name="T53" fmla="*/ 60 h 224"/>
                <a:gd name="T54" fmla="*/ 110 w 178"/>
                <a:gd name="T55" fmla="*/ 19 h 224"/>
                <a:gd name="T56" fmla="*/ 110 w 178"/>
                <a:gd name="T57" fmla="*/ 16 h 224"/>
                <a:gd name="T58" fmla="*/ 94 w 178"/>
                <a:gd name="T59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78" h="224">
                  <a:moveTo>
                    <a:pt x="96" y="16"/>
                  </a:moveTo>
                  <a:cubicBezTo>
                    <a:pt x="96" y="16"/>
                    <a:pt x="96" y="16"/>
                    <a:pt x="96" y="16"/>
                  </a:cubicBezTo>
                  <a:moveTo>
                    <a:pt x="94" y="16"/>
                  </a:moveTo>
                  <a:cubicBezTo>
                    <a:pt x="86" y="76"/>
                    <a:pt x="86" y="76"/>
                    <a:pt x="86" y="76"/>
                  </a:cubicBezTo>
                  <a:cubicBezTo>
                    <a:pt x="133" y="76"/>
                    <a:pt x="133" y="76"/>
                    <a:pt x="133" y="76"/>
                  </a:cubicBezTo>
                  <a:cubicBezTo>
                    <a:pt x="149" y="76"/>
                    <a:pt x="162" y="89"/>
                    <a:pt x="162" y="106"/>
                  </a:cubicBezTo>
                  <a:cubicBezTo>
                    <a:pt x="154" y="179"/>
                    <a:pt x="154" y="179"/>
                    <a:pt x="154" y="179"/>
                  </a:cubicBezTo>
                  <a:cubicBezTo>
                    <a:pt x="154" y="195"/>
                    <a:pt x="141" y="208"/>
                    <a:pt x="125" y="208"/>
                  </a:cubicBezTo>
                  <a:cubicBezTo>
                    <a:pt x="44" y="208"/>
                    <a:pt x="44" y="208"/>
                    <a:pt x="44" y="208"/>
                  </a:cubicBezTo>
                  <a:cubicBezTo>
                    <a:pt x="28" y="208"/>
                    <a:pt x="16" y="195"/>
                    <a:pt x="16" y="179"/>
                  </a:cubicBezTo>
                  <a:cubicBezTo>
                    <a:pt x="16" y="106"/>
                    <a:pt x="16" y="106"/>
                    <a:pt x="16" y="106"/>
                  </a:cubicBezTo>
                  <a:cubicBezTo>
                    <a:pt x="16" y="90"/>
                    <a:pt x="63" y="24"/>
                    <a:pt x="75" y="20"/>
                  </a:cubicBezTo>
                  <a:cubicBezTo>
                    <a:pt x="87" y="16"/>
                    <a:pt x="94" y="16"/>
                    <a:pt x="94" y="16"/>
                  </a:cubicBezTo>
                  <a:moveTo>
                    <a:pt x="94" y="0"/>
                  </a:moveTo>
                  <a:cubicBezTo>
                    <a:pt x="94" y="0"/>
                    <a:pt x="94" y="0"/>
                    <a:pt x="94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2" y="0"/>
                    <a:pt x="83" y="1"/>
                    <a:pt x="69" y="5"/>
                  </a:cubicBezTo>
                  <a:cubicBezTo>
                    <a:pt x="60" y="8"/>
                    <a:pt x="46" y="23"/>
                    <a:pt x="28" y="49"/>
                  </a:cubicBezTo>
                  <a:cubicBezTo>
                    <a:pt x="9" y="75"/>
                    <a:pt x="0" y="95"/>
                    <a:pt x="0" y="106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204"/>
                    <a:pt x="19" y="224"/>
                    <a:pt x="44" y="224"/>
                  </a:cubicBezTo>
                  <a:cubicBezTo>
                    <a:pt x="125" y="224"/>
                    <a:pt x="125" y="224"/>
                    <a:pt x="125" y="224"/>
                  </a:cubicBezTo>
                  <a:cubicBezTo>
                    <a:pt x="149" y="224"/>
                    <a:pt x="169" y="204"/>
                    <a:pt x="170" y="180"/>
                  </a:cubicBezTo>
                  <a:cubicBezTo>
                    <a:pt x="178" y="107"/>
                    <a:pt x="178" y="107"/>
                    <a:pt x="178" y="107"/>
                  </a:cubicBezTo>
                  <a:cubicBezTo>
                    <a:pt x="178" y="107"/>
                    <a:pt x="178" y="106"/>
                    <a:pt x="178" y="106"/>
                  </a:cubicBezTo>
                  <a:cubicBezTo>
                    <a:pt x="178" y="81"/>
                    <a:pt x="158" y="60"/>
                    <a:pt x="133" y="60"/>
                  </a:cubicBezTo>
                  <a:cubicBezTo>
                    <a:pt x="105" y="60"/>
                    <a:pt x="105" y="60"/>
                    <a:pt x="105" y="60"/>
                  </a:cubicBezTo>
                  <a:cubicBezTo>
                    <a:pt x="110" y="19"/>
                    <a:pt x="110" y="19"/>
                    <a:pt x="110" y="19"/>
                  </a:cubicBezTo>
                  <a:cubicBezTo>
                    <a:pt x="110" y="18"/>
                    <a:pt x="110" y="17"/>
                    <a:pt x="110" y="16"/>
                  </a:cubicBezTo>
                  <a:cubicBezTo>
                    <a:pt x="110" y="7"/>
                    <a:pt x="103" y="0"/>
                    <a:pt x="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43"/>
            <p:cNvSpPr>
              <a:spLocks/>
            </p:cNvSpPr>
            <p:nvPr/>
          </p:nvSpPr>
          <p:spPr bwMode="auto">
            <a:xfrm>
              <a:off x="419101" y="582613"/>
              <a:ext cx="315913" cy="163513"/>
            </a:xfrm>
            <a:custGeom>
              <a:avLst/>
              <a:gdLst>
                <a:gd name="T0" fmla="*/ 67 w 93"/>
                <a:gd name="T1" fmla="*/ 48 h 48"/>
                <a:gd name="T2" fmla="*/ 4 w 93"/>
                <a:gd name="T3" fmla="*/ 48 h 48"/>
                <a:gd name="T4" fmla="*/ 0 w 93"/>
                <a:gd name="T5" fmla="*/ 44 h 48"/>
                <a:gd name="T6" fmla="*/ 4 w 93"/>
                <a:gd name="T7" fmla="*/ 40 h 48"/>
                <a:gd name="T8" fmla="*/ 67 w 93"/>
                <a:gd name="T9" fmla="*/ 40 h 48"/>
                <a:gd name="T10" fmla="*/ 84 w 93"/>
                <a:gd name="T11" fmla="*/ 23 h 48"/>
                <a:gd name="T12" fmla="*/ 85 w 93"/>
                <a:gd name="T13" fmla="*/ 4 h 48"/>
                <a:gd name="T14" fmla="*/ 89 w 93"/>
                <a:gd name="T15" fmla="*/ 0 h 48"/>
                <a:gd name="T16" fmla="*/ 93 w 93"/>
                <a:gd name="T17" fmla="*/ 4 h 48"/>
                <a:gd name="T18" fmla="*/ 92 w 93"/>
                <a:gd name="T19" fmla="*/ 23 h 48"/>
                <a:gd name="T20" fmla="*/ 67 w 93"/>
                <a:gd name="T21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3" h="48">
                  <a:moveTo>
                    <a:pt x="67" y="48"/>
                  </a:moveTo>
                  <a:cubicBezTo>
                    <a:pt x="4" y="48"/>
                    <a:pt x="4" y="48"/>
                    <a:pt x="4" y="48"/>
                  </a:cubicBezTo>
                  <a:cubicBezTo>
                    <a:pt x="2" y="48"/>
                    <a:pt x="0" y="46"/>
                    <a:pt x="0" y="44"/>
                  </a:cubicBezTo>
                  <a:cubicBezTo>
                    <a:pt x="0" y="42"/>
                    <a:pt x="2" y="40"/>
                    <a:pt x="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76" y="40"/>
                    <a:pt x="84" y="32"/>
                    <a:pt x="84" y="23"/>
                  </a:cubicBezTo>
                  <a:cubicBezTo>
                    <a:pt x="85" y="4"/>
                    <a:pt x="85" y="4"/>
                    <a:pt x="85" y="4"/>
                  </a:cubicBezTo>
                  <a:cubicBezTo>
                    <a:pt x="85" y="2"/>
                    <a:pt x="87" y="0"/>
                    <a:pt x="89" y="0"/>
                  </a:cubicBezTo>
                  <a:cubicBezTo>
                    <a:pt x="91" y="0"/>
                    <a:pt x="93" y="2"/>
                    <a:pt x="93" y="4"/>
                  </a:cubicBezTo>
                  <a:cubicBezTo>
                    <a:pt x="92" y="23"/>
                    <a:pt x="92" y="23"/>
                    <a:pt x="92" y="23"/>
                  </a:cubicBezTo>
                  <a:cubicBezTo>
                    <a:pt x="92" y="37"/>
                    <a:pt x="81" y="48"/>
                    <a:pt x="67" y="4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44"/>
            <p:cNvSpPr>
              <a:spLocks/>
            </p:cNvSpPr>
            <p:nvPr/>
          </p:nvSpPr>
          <p:spPr bwMode="auto">
            <a:xfrm>
              <a:off x="714376" y="500063"/>
              <a:ext cx="33338" cy="58738"/>
            </a:xfrm>
            <a:custGeom>
              <a:avLst/>
              <a:gdLst>
                <a:gd name="T0" fmla="*/ 5 w 10"/>
                <a:gd name="T1" fmla="*/ 17 h 17"/>
                <a:gd name="T2" fmla="*/ 4 w 10"/>
                <a:gd name="T3" fmla="*/ 17 h 17"/>
                <a:gd name="T4" fmla="*/ 1 w 10"/>
                <a:gd name="T5" fmla="*/ 12 h 17"/>
                <a:gd name="T6" fmla="*/ 2 w 10"/>
                <a:gd name="T7" fmla="*/ 4 h 17"/>
                <a:gd name="T8" fmla="*/ 6 w 10"/>
                <a:gd name="T9" fmla="*/ 0 h 17"/>
                <a:gd name="T10" fmla="*/ 10 w 10"/>
                <a:gd name="T11" fmla="*/ 4 h 17"/>
                <a:gd name="T12" fmla="*/ 9 w 10"/>
                <a:gd name="T13" fmla="*/ 13 h 17"/>
                <a:gd name="T14" fmla="*/ 5 w 10"/>
                <a:gd name="T1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17">
                  <a:moveTo>
                    <a:pt x="5" y="17"/>
                  </a:moveTo>
                  <a:cubicBezTo>
                    <a:pt x="5" y="17"/>
                    <a:pt x="4" y="17"/>
                    <a:pt x="4" y="17"/>
                  </a:cubicBezTo>
                  <a:cubicBezTo>
                    <a:pt x="2" y="16"/>
                    <a:pt x="0" y="14"/>
                    <a:pt x="1" y="12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1"/>
                    <a:pt x="4" y="0"/>
                    <a:pt x="6" y="0"/>
                  </a:cubicBezTo>
                  <a:cubicBezTo>
                    <a:pt x="8" y="0"/>
                    <a:pt x="10" y="2"/>
                    <a:pt x="10" y="4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8" y="15"/>
                    <a:pt x="7" y="17"/>
                    <a:pt x="5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45"/>
            <p:cNvSpPr>
              <a:spLocks noEditPoints="1"/>
            </p:cNvSpPr>
            <p:nvPr/>
          </p:nvSpPr>
          <p:spPr bwMode="auto">
            <a:xfrm>
              <a:off x="-1587" y="350838"/>
              <a:ext cx="312738" cy="449263"/>
            </a:xfrm>
            <a:custGeom>
              <a:avLst/>
              <a:gdLst>
                <a:gd name="T0" fmla="*/ 66 w 92"/>
                <a:gd name="T1" fmla="*/ 16 h 132"/>
                <a:gd name="T2" fmla="*/ 76 w 92"/>
                <a:gd name="T3" fmla="*/ 30 h 132"/>
                <a:gd name="T4" fmla="*/ 76 w 92"/>
                <a:gd name="T5" fmla="*/ 102 h 132"/>
                <a:gd name="T6" fmla="*/ 66 w 92"/>
                <a:gd name="T7" fmla="*/ 116 h 132"/>
                <a:gd name="T8" fmla="*/ 32 w 92"/>
                <a:gd name="T9" fmla="*/ 116 h 132"/>
                <a:gd name="T10" fmla="*/ 16 w 92"/>
                <a:gd name="T11" fmla="*/ 102 h 132"/>
                <a:gd name="T12" fmla="*/ 16 w 92"/>
                <a:gd name="T13" fmla="*/ 30 h 132"/>
                <a:gd name="T14" fmla="*/ 32 w 92"/>
                <a:gd name="T15" fmla="*/ 16 h 132"/>
                <a:gd name="T16" fmla="*/ 64 w 92"/>
                <a:gd name="T17" fmla="*/ 16 h 132"/>
                <a:gd name="T18" fmla="*/ 66 w 92"/>
                <a:gd name="T19" fmla="*/ 0 h 132"/>
                <a:gd name="T20" fmla="*/ 32 w 92"/>
                <a:gd name="T21" fmla="*/ 0 h 132"/>
                <a:gd name="T22" fmla="*/ 0 w 92"/>
                <a:gd name="T23" fmla="*/ 30 h 132"/>
                <a:gd name="T24" fmla="*/ 0 w 92"/>
                <a:gd name="T25" fmla="*/ 102 h 132"/>
                <a:gd name="T26" fmla="*/ 32 w 92"/>
                <a:gd name="T27" fmla="*/ 132 h 132"/>
                <a:gd name="T28" fmla="*/ 66 w 92"/>
                <a:gd name="T29" fmla="*/ 132 h 132"/>
                <a:gd name="T30" fmla="*/ 92 w 92"/>
                <a:gd name="T31" fmla="*/ 102 h 132"/>
                <a:gd name="T32" fmla="*/ 92 w 92"/>
                <a:gd name="T33" fmla="*/ 30 h 132"/>
                <a:gd name="T34" fmla="*/ 66 w 92"/>
                <a:gd name="T35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2" h="132">
                  <a:moveTo>
                    <a:pt x="66" y="16"/>
                  </a:moveTo>
                  <a:cubicBezTo>
                    <a:pt x="73" y="16"/>
                    <a:pt x="76" y="23"/>
                    <a:pt x="76" y="30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6" y="110"/>
                    <a:pt x="73" y="116"/>
                    <a:pt x="66" y="116"/>
                  </a:cubicBezTo>
                  <a:cubicBezTo>
                    <a:pt x="32" y="116"/>
                    <a:pt x="32" y="116"/>
                    <a:pt x="32" y="116"/>
                  </a:cubicBezTo>
                  <a:cubicBezTo>
                    <a:pt x="24" y="116"/>
                    <a:pt x="16" y="110"/>
                    <a:pt x="16" y="102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23"/>
                    <a:pt x="24" y="16"/>
                    <a:pt x="32" y="16"/>
                  </a:cubicBezTo>
                  <a:cubicBezTo>
                    <a:pt x="64" y="16"/>
                    <a:pt x="64" y="16"/>
                    <a:pt x="64" y="16"/>
                  </a:cubicBezTo>
                  <a:moveTo>
                    <a:pt x="66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5" y="0"/>
                    <a:pt x="0" y="14"/>
                    <a:pt x="0" y="30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19"/>
                    <a:pt x="15" y="132"/>
                    <a:pt x="32" y="132"/>
                  </a:cubicBezTo>
                  <a:cubicBezTo>
                    <a:pt x="66" y="132"/>
                    <a:pt x="66" y="132"/>
                    <a:pt x="66" y="132"/>
                  </a:cubicBezTo>
                  <a:cubicBezTo>
                    <a:pt x="78" y="132"/>
                    <a:pt x="92" y="124"/>
                    <a:pt x="92" y="102"/>
                  </a:cubicBezTo>
                  <a:cubicBezTo>
                    <a:pt x="92" y="30"/>
                    <a:pt x="92" y="30"/>
                    <a:pt x="92" y="30"/>
                  </a:cubicBezTo>
                  <a:cubicBezTo>
                    <a:pt x="92" y="8"/>
                    <a:pt x="78" y="0"/>
                    <a:pt x="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46"/>
            <p:cNvSpPr>
              <a:spLocks/>
            </p:cNvSpPr>
            <p:nvPr/>
          </p:nvSpPr>
          <p:spPr bwMode="auto">
            <a:xfrm>
              <a:off x="106363" y="623888"/>
              <a:ext cx="109538" cy="134938"/>
            </a:xfrm>
            <a:custGeom>
              <a:avLst/>
              <a:gdLst>
                <a:gd name="T0" fmla="*/ 28 w 32"/>
                <a:gd name="T1" fmla="*/ 40 h 40"/>
                <a:gd name="T2" fmla="*/ 24 w 32"/>
                <a:gd name="T3" fmla="*/ 36 h 40"/>
                <a:gd name="T4" fmla="*/ 24 w 32"/>
                <a:gd name="T5" fmla="*/ 14 h 40"/>
                <a:gd name="T6" fmla="*/ 16 w 32"/>
                <a:gd name="T7" fmla="*/ 8 h 40"/>
                <a:gd name="T8" fmla="*/ 8 w 32"/>
                <a:gd name="T9" fmla="*/ 14 h 40"/>
                <a:gd name="T10" fmla="*/ 8 w 32"/>
                <a:gd name="T11" fmla="*/ 36 h 40"/>
                <a:gd name="T12" fmla="*/ 4 w 32"/>
                <a:gd name="T13" fmla="*/ 40 h 40"/>
                <a:gd name="T14" fmla="*/ 0 w 32"/>
                <a:gd name="T15" fmla="*/ 36 h 40"/>
                <a:gd name="T16" fmla="*/ 0 w 32"/>
                <a:gd name="T17" fmla="*/ 14 h 40"/>
                <a:gd name="T18" fmla="*/ 16 w 32"/>
                <a:gd name="T19" fmla="*/ 0 h 40"/>
                <a:gd name="T20" fmla="*/ 32 w 32"/>
                <a:gd name="T21" fmla="*/ 14 h 40"/>
                <a:gd name="T22" fmla="*/ 32 w 32"/>
                <a:gd name="T23" fmla="*/ 36 h 40"/>
                <a:gd name="T24" fmla="*/ 28 w 32"/>
                <a:gd name="T2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40">
                  <a:moveTo>
                    <a:pt x="28" y="40"/>
                  </a:moveTo>
                  <a:cubicBezTo>
                    <a:pt x="26" y="40"/>
                    <a:pt x="24" y="38"/>
                    <a:pt x="24" y="36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4" y="11"/>
                    <a:pt x="20" y="8"/>
                    <a:pt x="16" y="8"/>
                  </a:cubicBezTo>
                  <a:cubicBezTo>
                    <a:pt x="12" y="8"/>
                    <a:pt x="8" y="11"/>
                    <a:pt x="8" y="14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8" y="38"/>
                    <a:pt x="6" y="40"/>
                    <a:pt x="4" y="40"/>
                  </a:cubicBezTo>
                  <a:cubicBezTo>
                    <a:pt x="2" y="40"/>
                    <a:pt x="0" y="38"/>
                    <a:pt x="0" y="36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5" y="0"/>
                    <a:pt x="32" y="7"/>
                    <a:pt x="32" y="14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2" y="38"/>
                    <a:pt x="30" y="40"/>
                    <a:pt x="28" y="4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47"/>
            <p:cNvSpPr>
              <a:spLocks/>
            </p:cNvSpPr>
            <p:nvPr/>
          </p:nvSpPr>
          <p:spPr bwMode="auto">
            <a:xfrm>
              <a:off x="147638" y="677863"/>
              <a:ext cx="26988" cy="53975"/>
            </a:xfrm>
            <a:custGeom>
              <a:avLst/>
              <a:gdLst>
                <a:gd name="T0" fmla="*/ 4 w 8"/>
                <a:gd name="T1" fmla="*/ 16 h 16"/>
                <a:gd name="T2" fmla="*/ 0 w 8"/>
                <a:gd name="T3" fmla="*/ 12 h 16"/>
                <a:gd name="T4" fmla="*/ 0 w 8"/>
                <a:gd name="T5" fmla="*/ 4 h 16"/>
                <a:gd name="T6" fmla="*/ 4 w 8"/>
                <a:gd name="T7" fmla="*/ 0 h 16"/>
                <a:gd name="T8" fmla="*/ 8 w 8"/>
                <a:gd name="T9" fmla="*/ 4 h 16"/>
                <a:gd name="T10" fmla="*/ 8 w 8"/>
                <a:gd name="T11" fmla="*/ 12 h 16"/>
                <a:gd name="T12" fmla="*/ 4 w 8"/>
                <a:gd name="T1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16">
                  <a:moveTo>
                    <a:pt x="4" y="16"/>
                  </a:moveTo>
                  <a:cubicBezTo>
                    <a:pt x="2" y="16"/>
                    <a:pt x="0" y="14"/>
                    <a:pt x="0" y="1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8" y="14"/>
                    <a:pt x="6" y="16"/>
                    <a:pt x="4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8397882" y="1793225"/>
            <a:ext cx="493374" cy="490648"/>
            <a:chOff x="5583238" y="17463"/>
            <a:chExt cx="862013" cy="857250"/>
          </a:xfrm>
          <a:solidFill>
            <a:schemeClr val="accent3"/>
          </a:solidFill>
        </p:grpSpPr>
        <p:sp>
          <p:nvSpPr>
            <p:cNvPr id="47" name="Freeform 32"/>
            <p:cNvSpPr>
              <a:spLocks noEditPoints="1"/>
            </p:cNvSpPr>
            <p:nvPr/>
          </p:nvSpPr>
          <p:spPr bwMode="auto">
            <a:xfrm>
              <a:off x="5583238" y="17463"/>
              <a:ext cx="862013" cy="857250"/>
            </a:xfrm>
            <a:custGeom>
              <a:avLst/>
              <a:gdLst>
                <a:gd name="T0" fmla="*/ 127 w 254"/>
                <a:gd name="T1" fmla="*/ 16 h 252"/>
                <a:gd name="T2" fmla="*/ 156 w 254"/>
                <a:gd name="T3" fmla="*/ 79 h 252"/>
                <a:gd name="T4" fmla="*/ 170 w 254"/>
                <a:gd name="T5" fmla="*/ 90 h 252"/>
                <a:gd name="T6" fmla="*/ 237 w 254"/>
                <a:gd name="T7" fmla="*/ 100 h 252"/>
                <a:gd name="T8" fmla="*/ 188 w 254"/>
                <a:gd name="T9" fmla="*/ 149 h 252"/>
                <a:gd name="T10" fmla="*/ 183 w 254"/>
                <a:gd name="T11" fmla="*/ 164 h 252"/>
                <a:gd name="T12" fmla="*/ 203 w 254"/>
                <a:gd name="T13" fmla="*/ 236 h 252"/>
                <a:gd name="T14" fmla="*/ 136 w 254"/>
                <a:gd name="T15" fmla="*/ 198 h 252"/>
                <a:gd name="T16" fmla="*/ 127 w 254"/>
                <a:gd name="T17" fmla="*/ 196 h 252"/>
                <a:gd name="T18" fmla="*/ 118 w 254"/>
                <a:gd name="T19" fmla="*/ 198 h 252"/>
                <a:gd name="T20" fmla="*/ 55 w 254"/>
                <a:gd name="T21" fmla="*/ 236 h 252"/>
                <a:gd name="T22" fmla="*/ 71 w 254"/>
                <a:gd name="T23" fmla="*/ 164 h 252"/>
                <a:gd name="T24" fmla="*/ 66 w 254"/>
                <a:gd name="T25" fmla="*/ 149 h 252"/>
                <a:gd name="T26" fmla="*/ 17 w 254"/>
                <a:gd name="T27" fmla="*/ 100 h 252"/>
                <a:gd name="T28" fmla="*/ 84 w 254"/>
                <a:gd name="T29" fmla="*/ 90 h 252"/>
                <a:gd name="T30" fmla="*/ 98 w 254"/>
                <a:gd name="T31" fmla="*/ 79 h 252"/>
                <a:gd name="T32" fmla="*/ 127 w 254"/>
                <a:gd name="T33" fmla="*/ 16 h 252"/>
                <a:gd name="T34" fmla="*/ 127 w 254"/>
                <a:gd name="T35" fmla="*/ 0 h 252"/>
                <a:gd name="T36" fmla="*/ 127 w 254"/>
                <a:gd name="T37" fmla="*/ 0 h 252"/>
                <a:gd name="T38" fmla="*/ 113 w 254"/>
                <a:gd name="T39" fmla="*/ 10 h 252"/>
                <a:gd name="T40" fmla="*/ 84 w 254"/>
                <a:gd name="T41" fmla="*/ 73 h 252"/>
                <a:gd name="T42" fmla="*/ 82 w 254"/>
                <a:gd name="T43" fmla="*/ 74 h 252"/>
                <a:gd name="T44" fmla="*/ 15 w 254"/>
                <a:gd name="T45" fmla="*/ 84 h 252"/>
                <a:gd name="T46" fmla="*/ 2 w 254"/>
                <a:gd name="T47" fmla="*/ 95 h 252"/>
                <a:gd name="T48" fmla="*/ 6 w 254"/>
                <a:gd name="T49" fmla="*/ 111 h 252"/>
                <a:gd name="T50" fmla="*/ 55 w 254"/>
                <a:gd name="T51" fmla="*/ 160 h 252"/>
                <a:gd name="T52" fmla="*/ 56 w 254"/>
                <a:gd name="T53" fmla="*/ 162 h 252"/>
                <a:gd name="T54" fmla="*/ 40 w 254"/>
                <a:gd name="T55" fmla="*/ 233 h 252"/>
                <a:gd name="T56" fmla="*/ 46 w 254"/>
                <a:gd name="T57" fmla="*/ 249 h 252"/>
                <a:gd name="T58" fmla="*/ 55 w 254"/>
                <a:gd name="T59" fmla="*/ 252 h 252"/>
                <a:gd name="T60" fmla="*/ 63 w 254"/>
                <a:gd name="T61" fmla="*/ 250 h 252"/>
                <a:gd name="T62" fmla="*/ 126 w 254"/>
                <a:gd name="T63" fmla="*/ 212 h 252"/>
                <a:gd name="T64" fmla="*/ 127 w 254"/>
                <a:gd name="T65" fmla="*/ 212 h 252"/>
                <a:gd name="T66" fmla="*/ 129 w 254"/>
                <a:gd name="T67" fmla="*/ 213 h 252"/>
                <a:gd name="T68" fmla="*/ 195 w 254"/>
                <a:gd name="T69" fmla="*/ 250 h 252"/>
                <a:gd name="T70" fmla="*/ 203 w 254"/>
                <a:gd name="T71" fmla="*/ 252 h 252"/>
                <a:gd name="T72" fmla="*/ 213 w 254"/>
                <a:gd name="T73" fmla="*/ 249 h 252"/>
                <a:gd name="T74" fmla="*/ 218 w 254"/>
                <a:gd name="T75" fmla="*/ 232 h 252"/>
                <a:gd name="T76" fmla="*/ 199 w 254"/>
                <a:gd name="T77" fmla="*/ 161 h 252"/>
                <a:gd name="T78" fmla="*/ 200 w 254"/>
                <a:gd name="T79" fmla="*/ 160 h 252"/>
                <a:gd name="T80" fmla="*/ 249 w 254"/>
                <a:gd name="T81" fmla="*/ 111 h 252"/>
                <a:gd name="T82" fmla="*/ 252 w 254"/>
                <a:gd name="T83" fmla="*/ 95 h 252"/>
                <a:gd name="T84" fmla="*/ 240 w 254"/>
                <a:gd name="T85" fmla="*/ 84 h 252"/>
                <a:gd name="T86" fmla="*/ 173 w 254"/>
                <a:gd name="T87" fmla="*/ 74 h 252"/>
                <a:gd name="T88" fmla="*/ 171 w 254"/>
                <a:gd name="T89" fmla="*/ 73 h 252"/>
                <a:gd name="T90" fmla="*/ 142 w 254"/>
                <a:gd name="T91" fmla="*/ 10 h 252"/>
                <a:gd name="T92" fmla="*/ 127 w 254"/>
                <a:gd name="T93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54" h="252">
                  <a:moveTo>
                    <a:pt x="127" y="16"/>
                  </a:moveTo>
                  <a:cubicBezTo>
                    <a:pt x="156" y="79"/>
                    <a:pt x="156" y="79"/>
                    <a:pt x="156" y="79"/>
                  </a:cubicBezTo>
                  <a:cubicBezTo>
                    <a:pt x="159" y="85"/>
                    <a:pt x="164" y="89"/>
                    <a:pt x="170" y="90"/>
                  </a:cubicBezTo>
                  <a:cubicBezTo>
                    <a:pt x="237" y="100"/>
                    <a:pt x="237" y="100"/>
                    <a:pt x="237" y="100"/>
                  </a:cubicBezTo>
                  <a:cubicBezTo>
                    <a:pt x="188" y="149"/>
                    <a:pt x="188" y="149"/>
                    <a:pt x="188" y="149"/>
                  </a:cubicBezTo>
                  <a:cubicBezTo>
                    <a:pt x="184" y="153"/>
                    <a:pt x="182" y="159"/>
                    <a:pt x="183" y="164"/>
                  </a:cubicBezTo>
                  <a:cubicBezTo>
                    <a:pt x="203" y="236"/>
                    <a:pt x="203" y="236"/>
                    <a:pt x="203" y="236"/>
                  </a:cubicBezTo>
                  <a:cubicBezTo>
                    <a:pt x="136" y="198"/>
                    <a:pt x="136" y="198"/>
                    <a:pt x="136" y="198"/>
                  </a:cubicBezTo>
                  <a:cubicBezTo>
                    <a:pt x="133" y="197"/>
                    <a:pt x="130" y="196"/>
                    <a:pt x="127" y="196"/>
                  </a:cubicBezTo>
                  <a:cubicBezTo>
                    <a:pt x="124" y="196"/>
                    <a:pt x="121" y="197"/>
                    <a:pt x="118" y="198"/>
                  </a:cubicBezTo>
                  <a:cubicBezTo>
                    <a:pt x="55" y="236"/>
                    <a:pt x="55" y="236"/>
                    <a:pt x="55" y="236"/>
                  </a:cubicBezTo>
                  <a:cubicBezTo>
                    <a:pt x="71" y="164"/>
                    <a:pt x="71" y="164"/>
                    <a:pt x="71" y="164"/>
                  </a:cubicBezTo>
                  <a:cubicBezTo>
                    <a:pt x="72" y="159"/>
                    <a:pt x="70" y="153"/>
                    <a:pt x="66" y="149"/>
                  </a:cubicBezTo>
                  <a:cubicBezTo>
                    <a:pt x="17" y="100"/>
                    <a:pt x="17" y="100"/>
                    <a:pt x="17" y="100"/>
                  </a:cubicBezTo>
                  <a:cubicBezTo>
                    <a:pt x="84" y="90"/>
                    <a:pt x="84" y="90"/>
                    <a:pt x="84" y="90"/>
                  </a:cubicBezTo>
                  <a:cubicBezTo>
                    <a:pt x="90" y="89"/>
                    <a:pt x="96" y="85"/>
                    <a:pt x="98" y="79"/>
                  </a:cubicBezTo>
                  <a:cubicBezTo>
                    <a:pt x="127" y="16"/>
                    <a:pt x="127" y="16"/>
                    <a:pt x="127" y="16"/>
                  </a:cubicBezTo>
                  <a:moveTo>
                    <a:pt x="127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1" y="0"/>
                    <a:pt x="115" y="4"/>
                    <a:pt x="113" y="10"/>
                  </a:cubicBezTo>
                  <a:cubicBezTo>
                    <a:pt x="84" y="73"/>
                    <a:pt x="84" y="73"/>
                    <a:pt x="84" y="73"/>
                  </a:cubicBezTo>
                  <a:cubicBezTo>
                    <a:pt x="83" y="73"/>
                    <a:pt x="83" y="74"/>
                    <a:pt x="82" y="74"/>
                  </a:cubicBezTo>
                  <a:cubicBezTo>
                    <a:pt x="15" y="84"/>
                    <a:pt x="15" y="84"/>
                    <a:pt x="15" y="84"/>
                  </a:cubicBezTo>
                  <a:cubicBezTo>
                    <a:pt x="9" y="85"/>
                    <a:pt x="4" y="89"/>
                    <a:pt x="2" y="95"/>
                  </a:cubicBezTo>
                  <a:cubicBezTo>
                    <a:pt x="0" y="100"/>
                    <a:pt x="2" y="107"/>
                    <a:pt x="6" y="111"/>
                  </a:cubicBezTo>
                  <a:cubicBezTo>
                    <a:pt x="55" y="160"/>
                    <a:pt x="55" y="160"/>
                    <a:pt x="55" y="160"/>
                  </a:cubicBezTo>
                  <a:cubicBezTo>
                    <a:pt x="55" y="161"/>
                    <a:pt x="56" y="161"/>
                    <a:pt x="56" y="162"/>
                  </a:cubicBezTo>
                  <a:cubicBezTo>
                    <a:pt x="40" y="233"/>
                    <a:pt x="40" y="233"/>
                    <a:pt x="40" y="233"/>
                  </a:cubicBezTo>
                  <a:cubicBezTo>
                    <a:pt x="38" y="239"/>
                    <a:pt x="41" y="246"/>
                    <a:pt x="46" y="249"/>
                  </a:cubicBezTo>
                  <a:cubicBezTo>
                    <a:pt x="49" y="251"/>
                    <a:pt x="52" y="252"/>
                    <a:pt x="55" y="252"/>
                  </a:cubicBezTo>
                  <a:cubicBezTo>
                    <a:pt x="58" y="252"/>
                    <a:pt x="61" y="252"/>
                    <a:pt x="63" y="250"/>
                  </a:cubicBezTo>
                  <a:cubicBezTo>
                    <a:pt x="126" y="212"/>
                    <a:pt x="126" y="212"/>
                    <a:pt x="126" y="212"/>
                  </a:cubicBezTo>
                  <a:cubicBezTo>
                    <a:pt x="126" y="212"/>
                    <a:pt x="127" y="212"/>
                    <a:pt x="127" y="212"/>
                  </a:cubicBezTo>
                  <a:cubicBezTo>
                    <a:pt x="128" y="212"/>
                    <a:pt x="128" y="212"/>
                    <a:pt x="129" y="213"/>
                  </a:cubicBezTo>
                  <a:cubicBezTo>
                    <a:pt x="195" y="250"/>
                    <a:pt x="195" y="250"/>
                    <a:pt x="195" y="250"/>
                  </a:cubicBezTo>
                  <a:cubicBezTo>
                    <a:pt x="197" y="252"/>
                    <a:pt x="200" y="252"/>
                    <a:pt x="203" y="252"/>
                  </a:cubicBezTo>
                  <a:cubicBezTo>
                    <a:pt x="206" y="252"/>
                    <a:pt x="210" y="251"/>
                    <a:pt x="213" y="249"/>
                  </a:cubicBezTo>
                  <a:cubicBezTo>
                    <a:pt x="218" y="245"/>
                    <a:pt x="220" y="238"/>
                    <a:pt x="218" y="232"/>
                  </a:cubicBezTo>
                  <a:cubicBezTo>
                    <a:pt x="199" y="161"/>
                    <a:pt x="199" y="161"/>
                    <a:pt x="199" y="161"/>
                  </a:cubicBezTo>
                  <a:cubicBezTo>
                    <a:pt x="199" y="161"/>
                    <a:pt x="199" y="161"/>
                    <a:pt x="200" y="160"/>
                  </a:cubicBezTo>
                  <a:cubicBezTo>
                    <a:pt x="249" y="111"/>
                    <a:pt x="249" y="111"/>
                    <a:pt x="249" y="111"/>
                  </a:cubicBezTo>
                  <a:cubicBezTo>
                    <a:pt x="253" y="107"/>
                    <a:pt x="254" y="100"/>
                    <a:pt x="252" y="95"/>
                  </a:cubicBezTo>
                  <a:cubicBezTo>
                    <a:pt x="251" y="89"/>
                    <a:pt x="246" y="85"/>
                    <a:pt x="240" y="84"/>
                  </a:cubicBezTo>
                  <a:cubicBezTo>
                    <a:pt x="173" y="74"/>
                    <a:pt x="173" y="74"/>
                    <a:pt x="173" y="74"/>
                  </a:cubicBezTo>
                  <a:cubicBezTo>
                    <a:pt x="172" y="74"/>
                    <a:pt x="171" y="73"/>
                    <a:pt x="171" y="73"/>
                  </a:cubicBezTo>
                  <a:cubicBezTo>
                    <a:pt x="142" y="10"/>
                    <a:pt x="142" y="10"/>
                    <a:pt x="142" y="10"/>
                  </a:cubicBezTo>
                  <a:cubicBezTo>
                    <a:pt x="139" y="4"/>
                    <a:pt x="133" y="0"/>
                    <a:pt x="1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33"/>
            <p:cNvSpPr>
              <a:spLocks noEditPoints="1"/>
            </p:cNvSpPr>
            <p:nvPr/>
          </p:nvSpPr>
          <p:spPr bwMode="auto">
            <a:xfrm>
              <a:off x="5800726" y="173038"/>
              <a:ext cx="227013" cy="228600"/>
            </a:xfrm>
            <a:custGeom>
              <a:avLst/>
              <a:gdLst>
                <a:gd name="T0" fmla="*/ 4 w 67"/>
                <a:gd name="T1" fmla="*/ 67 h 67"/>
                <a:gd name="T2" fmla="*/ 0 w 67"/>
                <a:gd name="T3" fmla="*/ 64 h 67"/>
                <a:gd name="T4" fmla="*/ 3 w 67"/>
                <a:gd name="T5" fmla="*/ 60 h 67"/>
                <a:gd name="T6" fmla="*/ 30 w 67"/>
                <a:gd name="T7" fmla="*/ 55 h 67"/>
                <a:gd name="T8" fmla="*/ 38 w 67"/>
                <a:gd name="T9" fmla="*/ 50 h 67"/>
                <a:gd name="T10" fmla="*/ 53 w 67"/>
                <a:gd name="T11" fmla="*/ 22 h 67"/>
                <a:gd name="T12" fmla="*/ 58 w 67"/>
                <a:gd name="T13" fmla="*/ 20 h 67"/>
                <a:gd name="T14" fmla="*/ 60 w 67"/>
                <a:gd name="T15" fmla="*/ 26 h 67"/>
                <a:gd name="T16" fmla="*/ 45 w 67"/>
                <a:gd name="T17" fmla="*/ 54 h 67"/>
                <a:gd name="T18" fmla="*/ 31 w 67"/>
                <a:gd name="T19" fmla="*/ 63 h 67"/>
                <a:gd name="T20" fmla="*/ 4 w 67"/>
                <a:gd name="T21" fmla="*/ 67 h 67"/>
                <a:gd name="T22" fmla="*/ 4 w 67"/>
                <a:gd name="T23" fmla="*/ 67 h 67"/>
                <a:gd name="T24" fmla="*/ 60 w 67"/>
                <a:gd name="T25" fmla="*/ 15 h 67"/>
                <a:gd name="T26" fmla="*/ 58 w 67"/>
                <a:gd name="T27" fmla="*/ 15 h 67"/>
                <a:gd name="T28" fmla="*/ 56 w 67"/>
                <a:gd name="T29" fmla="*/ 9 h 67"/>
                <a:gd name="T30" fmla="*/ 59 w 67"/>
                <a:gd name="T31" fmla="*/ 3 h 67"/>
                <a:gd name="T32" fmla="*/ 65 w 67"/>
                <a:gd name="T33" fmla="*/ 1 h 67"/>
                <a:gd name="T34" fmla="*/ 66 w 67"/>
                <a:gd name="T35" fmla="*/ 7 h 67"/>
                <a:gd name="T36" fmla="*/ 64 w 67"/>
                <a:gd name="T37" fmla="*/ 13 h 67"/>
                <a:gd name="T38" fmla="*/ 60 w 67"/>
                <a:gd name="T39" fmla="*/ 15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7" h="67">
                  <a:moveTo>
                    <a:pt x="4" y="67"/>
                  </a:moveTo>
                  <a:cubicBezTo>
                    <a:pt x="2" y="67"/>
                    <a:pt x="0" y="66"/>
                    <a:pt x="0" y="64"/>
                  </a:cubicBezTo>
                  <a:cubicBezTo>
                    <a:pt x="0" y="62"/>
                    <a:pt x="1" y="60"/>
                    <a:pt x="3" y="60"/>
                  </a:cubicBezTo>
                  <a:cubicBezTo>
                    <a:pt x="30" y="55"/>
                    <a:pt x="30" y="55"/>
                    <a:pt x="30" y="55"/>
                  </a:cubicBezTo>
                  <a:cubicBezTo>
                    <a:pt x="33" y="55"/>
                    <a:pt x="36" y="53"/>
                    <a:pt x="38" y="50"/>
                  </a:cubicBezTo>
                  <a:cubicBezTo>
                    <a:pt x="53" y="22"/>
                    <a:pt x="53" y="22"/>
                    <a:pt x="53" y="22"/>
                  </a:cubicBezTo>
                  <a:cubicBezTo>
                    <a:pt x="54" y="20"/>
                    <a:pt x="57" y="19"/>
                    <a:pt x="58" y="20"/>
                  </a:cubicBezTo>
                  <a:cubicBezTo>
                    <a:pt x="60" y="21"/>
                    <a:pt x="61" y="24"/>
                    <a:pt x="60" y="26"/>
                  </a:cubicBezTo>
                  <a:cubicBezTo>
                    <a:pt x="45" y="54"/>
                    <a:pt x="45" y="54"/>
                    <a:pt x="45" y="54"/>
                  </a:cubicBezTo>
                  <a:cubicBezTo>
                    <a:pt x="42" y="59"/>
                    <a:pt x="37" y="63"/>
                    <a:pt x="31" y="63"/>
                  </a:cubicBezTo>
                  <a:cubicBezTo>
                    <a:pt x="4" y="67"/>
                    <a:pt x="4" y="67"/>
                    <a:pt x="4" y="67"/>
                  </a:cubicBezTo>
                  <a:cubicBezTo>
                    <a:pt x="4" y="67"/>
                    <a:pt x="4" y="67"/>
                    <a:pt x="4" y="67"/>
                  </a:cubicBezTo>
                  <a:close/>
                  <a:moveTo>
                    <a:pt x="60" y="15"/>
                  </a:moveTo>
                  <a:cubicBezTo>
                    <a:pt x="59" y="15"/>
                    <a:pt x="59" y="15"/>
                    <a:pt x="58" y="15"/>
                  </a:cubicBezTo>
                  <a:cubicBezTo>
                    <a:pt x="56" y="14"/>
                    <a:pt x="55" y="11"/>
                    <a:pt x="56" y="9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60" y="1"/>
                    <a:pt x="62" y="0"/>
                    <a:pt x="65" y="1"/>
                  </a:cubicBezTo>
                  <a:cubicBezTo>
                    <a:pt x="67" y="2"/>
                    <a:pt x="67" y="5"/>
                    <a:pt x="66" y="7"/>
                  </a:cubicBezTo>
                  <a:cubicBezTo>
                    <a:pt x="64" y="13"/>
                    <a:pt x="64" y="13"/>
                    <a:pt x="64" y="13"/>
                  </a:cubicBezTo>
                  <a:cubicBezTo>
                    <a:pt x="63" y="14"/>
                    <a:pt x="61" y="15"/>
                    <a:pt x="60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4598711" y="1791585"/>
            <a:ext cx="512583" cy="483535"/>
            <a:chOff x="3719513" y="36513"/>
            <a:chExt cx="868363" cy="819150"/>
          </a:xfrm>
          <a:solidFill>
            <a:schemeClr val="accent2"/>
          </a:solidFill>
        </p:grpSpPr>
        <p:sp>
          <p:nvSpPr>
            <p:cNvPr id="50" name="Freeform 34"/>
            <p:cNvSpPr>
              <a:spLocks noEditPoints="1"/>
            </p:cNvSpPr>
            <p:nvPr/>
          </p:nvSpPr>
          <p:spPr bwMode="auto">
            <a:xfrm>
              <a:off x="3719513" y="36513"/>
              <a:ext cx="868363" cy="819150"/>
            </a:xfrm>
            <a:custGeom>
              <a:avLst/>
              <a:gdLst>
                <a:gd name="T0" fmla="*/ 173 w 256"/>
                <a:gd name="T1" fmla="*/ 16 h 240"/>
                <a:gd name="T2" fmla="*/ 240 w 256"/>
                <a:gd name="T3" fmla="*/ 79 h 240"/>
                <a:gd name="T4" fmla="*/ 232 w 256"/>
                <a:gd name="T5" fmla="*/ 110 h 240"/>
                <a:gd name="T6" fmla="*/ 128 w 256"/>
                <a:gd name="T7" fmla="*/ 224 h 240"/>
                <a:gd name="T8" fmla="*/ 24 w 256"/>
                <a:gd name="T9" fmla="*/ 110 h 240"/>
                <a:gd name="T10" fmla="*/ 16 w 256"/>
                <a:gd name="T11" fmla="*/ 79 h 240"/>
                <a:gd name="T12" fmla="*/ 83 w 256"/>
                <a:gd name="T13" fmla="*/ 16 h 240"/>
                <a:gd name="T14" fmla="*/ 128 w 256"/>
                <a:gd name="T15" fmla="*/ 50 h 240"/>
                <a:gd name="T16" fmla="*/ 173 w 256"/>
                <a:gd name="T17" fmla="*/ 16 h 240"/>
                <a:gd name="T18" fmla="*/ 173 w 256"/>
                <a:gd name="T19" fmla="*/ 0 h 240"/>
                <a:gd name="T20" fmla="*/ 128 w 256"/>
                <a:gd name="T21" fmla="*/ 20 h 240"/>
                <a:gd name="T22" fmla="*/ 83 w 256"/>
                <a:gd name="T23" fmla="*/ 0 h 240"/>
                <a:gd name="T24" fmla="*/ 0 w 256"/>
                <a:gd name="T25" fmla="*/ 79 h 240"/>
                <a:gd name="T26" fmla="*/ 11 w 256"/>
                <a:gd name="T27" fmla="*/ 119 h 240"/>
                <a:gd name="T28" fmla="*/ 117 w 256"/>
                <a:gd name="T29" fmla="*/ 236 h 240"/>
                <a:gd name="T30" fmla="*/ 128 w 256"/>
                <a:gd name="T31" fmla="*/ 240 h 240"/>
                <a:gd name="T32" fmla="*/ 139 w 256"/>
                <a:gd name="T33" fmla="*/ 236 h 240"/>
                <a:gd name="T34" fmla="*/ 245 w 256"/>
                <a:gd name="T35" fmla="*/ 119 h 240"/>
                <a:gd name="T36" fmla="*/ 256 w 256"/>
                <a:gd name="T37" fmla="*/ 79 h 240"/>
                <a:gd name="T38" fmla="*/ 173 w 256"/>
                <a:gd name="T39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6" h="240">
                  <a:moveTo>
                    <a:pt x="173" y="16"/>
                  </a:moveTo>
                  <a:cubicBezTo>
                    <a:pt x="210" y="16"/>
                    <a:pt x="240" y="45"/>
                    <a:pt x="240" y="79"/>
                  </a:cubicBezTo>
                  <a:cubicBezTo>
                    <a:pt x="240" y="89"/>
                    <a:pt x="237" y="103"/>
                    <a:pt x="232" y="110"/>
                  </a:cubicBezTo>
                  <a:cubicBezTo>
                    <a:pt x="208" y="144"/>
                    <a:pt x="128" y="224"/>
                    <a:pt x="128" y="224"/>
                  </a:cubicBezTo>
                  <a:cubicBezTo>
                    <a:pt x="128" y="224"/>
                    <a:pt x="48" y="144"/>
                    <a:pt x="24" y="110"/>
                  </a:cubicBezTo>
                  <a:cubicBezTo>
                    <a:pt x="19" y="103"/>
                    <a:pt x="16" y="89"/>
                    <a:pt x="16" y="79"/>
                  </a:cubicBezTo>
                  <a:cubicBezTo>
                    <a:pt x="16" y="45"/>
                    <a:pt x="46" y="16"/>
                    <a:pt x="83" y="16"/>
                  </a:cubicBezTo>
                  <a:cubicBezTo>
                    <a:pt x="109" y="16"/>
                    <a:pt x="117" y="30"/>
                    <a:pt x="128" y="50"/>
                  </a:cubicBezTo>
                  <a:cubicBezTo>
                    <a:pt x="139" y="30"/>
                    <a:pt x="147" y="16"/>
                    <a:pt x="173" y="16"/>
                  </a:cubicBezTo>
                  <a:moveTo>
                    <a:pt x="173" y="0"/>
                  </a:moveTo>
                  <a:cubicBezTo>
                    <a:pt x="150" y="0"/>
                    <a:pt x="137" y="9"/>
                    <a:pt x="128" y="20"/>
                  </a:cubicBezTo>
                  <a:cubicBezTo>
                    <a:pt x="118" y="9"/>
                    <a:pt x="105" y="0"/>
                    <a:pt x="83" y="0"/>
                  </a:cubicBezTo>
                  <a:cubicBezTo>
                    <a:pt x="37" y="0"/>
                    <a:pt x="0" y="36"/>
                    <a:pt x="0" y="79"/>
                  </a:cubicBezTo>
                  <a:cubicBezTo>
                    <a:pt x="0" y="91"/>
                    <a:pt x="3" y="109"/>
                    <a:pt x="11" y="119"/>
                  </a:cubicBezTo>
                  <a:cubicBezTo>
                    <a:pt x="35" y="154"/>
                    <a:pt x="113" y="232"/>
                    <a:pt x="117" y="236"/>
                  </a:cubicBezTo>
                  <a:cubicBezTo>
                    <a:pt x="120" y="239"/>
                    <a:pt x="124" y="240"/>
                    <a:pt x="128" y="240"/>
                  </a:cubicBezTo>
                  <a:cubicBezTo>
                    <a:pt x="132" y="240"/>
                    <a:pt x="136" y="239"/>
                    <a:pt x="139" y="236"/>
                  </a:cubicBezTo>
                  <a:cubicBezTo>
                    <a:pt x="143" y="232"/>
                    <a:pt x="220" y="154"/>
                    <a:pt x="245" y="119"/>
                  </a:cubicBezTo>
                  <a:cubicBezTo>
                    <a:pt x="253" y="109"/>
                    <a:pt x="256" y="91"/>
                    <a:pt x="256" y="79"/>
                  </a:cubicBezTo>
                  <a:cubicBezTo>
                    <a:pt x="256" y="36"/>
                    <a:pt x="219" y="0"/>
                    <a:pt x="1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35"/>
            <p:cNvSpPr>
              <a:spLocks noEditPoints="1"/>
            </p:cNvSpPr>
            <p:nvPr/>
          </p:nvSpPr>
          <p:spPr bwMode="auto">
            <a:xfrm>
              <a:off x="4271963" y="146050"/>
              <a:ext cx="193675" cy="354013"/>
            </a:xfrm>
            <a:custGeom>
              <a:avLst/>
              <a:gdLst>
                <a:gd name="T0" fmla="*/ 25 w 57"/>
                <a:gd name="T1" fmla="*/ 104 h 104"/>
                <a:gd name="T2" fmla="*/ 22 w 57"/>
                <a:gd name="T3" fmla="*/ 103 h 104"/>
                <a:gd name="T4" fmla="*/ 22 w 57"/>
                <a:gd name="T5" fmla="*/ 97 h 104"/>
                <a:gd name="T6" fmla="*/ 44 w 57"/>
                <a:gd name="T7" fmla="*/ 71 h 104"/>
                <a:gd name="T8" fmla="*/ 49 w 57"/>
                <a:gd name="T9" fmla="*/ 51 h 104"/>
                <a:gd name="T10" fmla="*/ 39 w 57"/>
                <a:gd name="T11" fmla="*/ 24 h 104"/>
                <a:gd name="T12" fmla="*/ 39 w 57"/>
                <a:gd name="T13" fmla="*/ 19 h 104"/>
                <a:gd name="T14" fmla="*/ 45 w 57"/>
                <a:gd name="T15" fmla="*/ 19 h 104"/>
                <a:gd name="T16" fmla="*/ 57 w 57"/>
                <a:gd name="T17" fmla="*/ 51 h 104"/>
                <a:gd name="T18" fmla="*/ 50 w 57"/>
                <a:gd name="T19" fmla="*/ 75 h 104"/>
                <a:gd name="T20" fmla="*/ 28 w 57"/>
                <a:gd name="T21" fmla="*/ 102 h 104"/>
                <a:gd name="T22" fmla="*/ 25 w 57"/>
                <a:gd name="T23" fmla="*/ 104 h 104"/>
                <a:gd name="T24" fmla="*/ 25 w 57"/>
                <a:gd name="T25" fmla="*/ 13 h 104"/>
                <a:gd name="T26" fmla="*/ 24 w 57"/>
                <a:gd name="T27" fmla="*/ 13 h 104"/>
                <a:gd name="T28" fmla="*/ 4 w 57"/>
                <a:gd name="T29" fmla="*/ 8 h 104"/>
                <a:gd name="T30" fmla="*/ 0 w 57"/>
                <a:gd name="T31" fmla="*/ 4 h 104"/>
                <a:gd name="T32" fmla="*/ 4 w 57"/>
                <a:gd name="T33" fmla="*/ 0 h 104"/>
                <a:gd name="T34" fmla="*/ 27 w 57"/>
                <a:gd name="T35" fmla="*/ 5 h 104"/>
                <a:gd name="T36" fmla="*/ 29 w 57"/>
                <a:gd name="T37" fmla="*/ 11 h 104"/>
                <a:gd name="T38" fmla="*/ 25 w 57"/>
                <a:gd name="T39" fmla="*/ 13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7" h="104">
                  <a:moveTo>
                    <a:pt x="25" y="104"/>
                  </a:moveTo>
                  <a:cubicBezTo>
                    <a:pt x="24" y="104"/>
                    <a:pt x="23" y="103"/>
                    <a:pt x="22" y="103"/>
                  </a:cubicBezTo>
                  <a:cubicBezTo>
                    <a:pt x="20" y="101"/>
                    <a:pt x="20" y="99"/>
                    <a:pt x="22" y="97"/>
                  </a:cubicBezTo>
                  <a:cubicBezTo>
                    <a:pt x="32" y="86"/>
                    <a:pt x="39" y="77"/>
                    <a:pt x="44" y="71"/>
                  </a:cubicBezTo>
                  <a:cubicBezTo>
                    <a:pt x="47" y="66"/>
                    <a:pt x="49" y="57"/>
                    <a:pt x="49" y="51"/>
                  </a:cubicBezTo>
                  <a:cubicBezTo>
                    <a:pt x="49" y="41"/>
                    <a:pt x="45" y="32"/>
                    <a:pt x="39" y="24"/>
                  </a:cubicBezTo>
                  <a:cubicBezTo>
                    <a:pt x="38" y="23"/>
                    <a:pt x="38" y="20"/>
                    <a:pt x="39" y="19"/>
                  </a:cubicBezTo>
                  <a:cubicBezTo>
                    <a:pt x="41" y="17"/>
                    <a:pt x="44" y="17"/>
                    <a:pt x="45" y="19"/>
                  </a:cubicBezTo>
                  <a:cubicBezTo>
                    <a:pt x="53" y="28"/>
                    <a:pt x="57" y="39"/>
                    <a:pt x="57" y="51"/>
                  </a:cubicBezTo>
                  <a:cubicBezTo>
                    <a:pt x="57" y="58"/>
                    <a:pt x="55" y="69"/>
                    <a:pt x="50" y="75"/>
                  </a:cubicBezTo>
                  <a:cubicBezTo>
                    <a:pt x="46" y="82"/>
                    <a:pt x="38" y="91"/>
                    <a:pt x="28" y="102"/>
                  </a:cubicBezTo>
                  <a:cubicBezTo>
                    <a:pt x="27" y="103"/>
                    <a:pt x="26" y="104"/>
                    <a:pt x="25" y="104"/>
                  </a:cubicBezTo>
                  <a:close/>
                  <a:moveTo>
                    <a:pt x="25" y="13"/>
                  </a:moveTo>
                  <a:cubicBezTo>
                    <a:pt x="25" y="13"/>
                    <a:pt x="24" y="13"/>
                    <a:pt x="24" y="13"/>
                  </a:cubicBezTo>
                  <a:cubicBezTo>
                    <a:pt x="17" y="10"/>
                    <a:pt x="11" y="8"/>
                    <a:pt x="4" y="8"/>
                  </a:cubicBezTo>
                  <a:cubicBezTo>
                    <a:pt x="1" y="8"/>
                    <a:pt x="0" y="7"/>
                    <a:pt x="0" y="4"/>
                  </a:cubicBezTo>
                  <a:cubicBezTo>
                    <a:pt x="0" y="2"/>
                    <a:pt x="1" y="0"/>
                    <a:pt x="4" y="0"/>
                  </a:cubicBezTo>
                  <a:cubicBezTo>
                    <a:pt x="12" y="0"/>
                    <a:pt x="20" y="2"/>
                    <a:pt x="27" y="5"/>
                  </a:cubicBezTo>
                  <a:cubicBezTo>
                    <a:pt x="29" y="6"/>
                    <a:pt x="30" y="9"/>
                    <a:pt x="29" y="11"/>
                  </a:cubicBezTo>
                  <a:cubicBezTo>
                    <a:pt x="28" y="12"/>
                    <a:pt x="27" y="13"/>
                    <a:pt x="25" y="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842571" y="4156929"/>
            <a:ext cx="539528" cy="536587"/>
            <a:chOff x="7426326" y="0"/>
            <a:chExt cx="873125" cy="868363"/>
          </a:xfrm>
          <a:solidFill>
            <a:schemeClr val="accent4"/>
          </a:solidFill>
        </p:grpSpPr>
        <p:sp>
          <p:nvSpPr>
            <p:cNvPr id="53" name="Freeform 36"/>
            <p:cNvSpPr>
              <a:spLocks/>
            </p:cNvSpPr>
            <p:nvPr/>
          </p:nvSpPr>
          <p:spPr bwMode="auto">
            <a:xfrm>
              <a:off x="7900988" y="469900"/>
              <a:ext cx="398463" cy="398463"/>
            </a:xfrm>
            <a:custGeom>
              <a:avLst/>
              <a:gdLst>
                <a:gd name="T0" fmla="*/ 86 w 117"/>
                <a:gd name="T1" fmla="*/ 117 h 117"/>
                <a:gd name="T2" fmla="*/ 65 w 117"/>
                <a:gd name="T3" fmla="*/ 108 h 117"/>
                <a:gd name="T4" fmla="*/ 3 w 117"/>
                <a:gd name="T5" fmla="*/ 46 h 117"/>
                <a:gd name="T6" fmla="*/ 3 w 117"/>
                <a:gd name="T7" fmla="*/ 34 h 117"/>
                <a:gd name="T8" fmla="*/ 14 w 117"/>
                <a:gd name="T9" fmla="*/ 34 h 117"/>
                <a:gd name="T10" fmla="*/ 77 w 117"/>
                <a:gd name="T11" fmla="*/ 97 h 117"/>
                <a:gd name="T12" fmla="*/ 86 w 117"/>
                <a:gd name="T13" fmla="*/ 101 h 117"/>
                <a:gd name="T14" fmla="*/ 87 w 117"/>
                <a:gd name="T15" fmla="*/ 101 h 117"/>
                <a:gd name="T16" fmla="*/ 96 w 117"/>
                <a:gd name="T17" fmla="*/ 97 h 117"/>
                <a:gd name="T18" fmla="*/ 101 w 117"/>
                <a:gd name="T19" fmla="*/ 87 h 117"/>
                <a:gd name="T20" fmla="*/ 97 w 117"/>
                <a:gd name="T21" fmla="*/ 77 h 117"/>
                <a:gd name="T22" fmla="*/ 34 w 117"/>
                <a:gd name="T23" fmla="*/ 14 h 117"/>
                <a:gd name="T24" fmla="*/ 34 w 117"/>
                <a:gd name="T25" fmla="*/ 3 h 117"/>
                <a:gd name="T26" fmla="*/ 45 w 117"/>
                <a:gd name="T27" fmla="*/ 3 h 117"/>
                <a:gd name="T28" fmla="*/ 108 w 117"/>
                <a:gd name="T29" fmla="*/ 66 h 117"/>
                <a:gd name="T30" fmla="*/ 117 w 117"/>
                <a:gd name="T31" fmla="*/ 87 h 117"/>
                <a:gd name="T32" fmla="*/ 108 w 117"/>
                <a:gd name="T33" fmla="*/ 108 h 117"/>
                <a:gd name="T34" fmla="*/ 87 w 117"/>
                <a:gd name="T35" fmla="*/ 117 h 117"/>
                <a:gd name="T36" fmla="*/ 86 w 117"/>
                <a:gd name="T3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7" h="117">
                  <a:moveTo>
                    <a:pt x="86" y="117"/>
                  </a:moveTo>
                  <a:cubicBezTo>
                    <a:pt x="79" y="117"/>
                    <a:pt x="71" y="114"/>
                    <a:pt x="65" y="10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0" y="42"/>
                    <a:pt x="0" y="37"/>
                    <a:pt x="3" y="34"/>
                  </a:cubicBezTo>
                  <a:cubicBezTo>
                    <a:pt x="6" y="31"/>
                    <a:pt x="11" y="31"/>
                    <a:pt x="14" y="34"/>
                  </a:cubicBezTo>
                  <a:cubicBezTo>
                    <a:pt x="77" y="97"/>
                    <a:pt x="77" y="97"/>
                    <a:pt x="77" y="97"/>
                  </a:cubicBezTo>
                  <a:cubicBezTo>
                    <a:pt x="79" y="99"/>
                    <a:pt x="83" y="101"/>
                    <a:pt x="86" y="101"/>
                  </a:cubicBezTo>
                  <a:cubicBezTo>
                    <a:pt x="86" y="101"/>
                    <a:pt x="87" y="101"/>
                    <a:pt x="87" y="101"/>
                  </a:cubicBezTo>
                  <a:cubicBezTo>
                    <a:pt x="90" y="101"/>
                    <a:pt x="94" y="99"/>
                    <a:pt x="96" y="97"/>
                  </a:cubicBezTo>
                  <a:cubicBezTo>
                    <a:pt x="99" y="94"/>
                    <a:pt x="101" y="91"/>
                    <a:pt x="101" y="87"/>
                  </a:cubicBezTo>
                  <a:cubicBezTo>
                    <a:pt x="101" y="83"/>
                    <a:pt x="99" y="80"/>
                    <a:pt x="97" y="77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1" y="11"/>
                    <a:pt x="31" y="6"/>
                    <a:pt x="34" y="3"/>
                  </a:cubicBezTo>
                  <a:cubicBezTo>
                    <a:pt x="37" y="0"/>
                    <a:pt x="42" y="0"/>
                    <a:pt x="45" y="3"/>
                  </a:cubicBezTo>
                  <a:cubicBezTo>
                    <a:pt x="108" y="66"/>
                    <a:pt x="108" y="66"/>
                    <a:pt x="108" y="66"/>
                  </a:cubicBezTo>
                  <a:cubicBezTo>
                    <a:pt x="114" y="71"/>
                    <a:pt x="117" y="79"/>
                    <a:pt x="117" y="87"/>
                  </a:cubicBezTo>
                  <a:cubicBezTo>
                    <a:pt x="117" y="95"/>
                    <a:pt x="113" y="102"/>
                    <a:pt x="108" y="108"/>
                  </a:cubicBezTo>
                  <a:cubicBezTo>
                    <a:pt x="102" y="114"/>
                    <a:pt x="95" y="117"/>
                    <a:pt x="87" y="117"/>
                  </a:cubicBezTo>
                  <a:cubicBezTo>
                    <a:pt x="87" y="117"/>
                    <a:pt x="87" y="117"/>
                    <a:pt x="86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37"/>
            <p:cNvSpPr>
              <a:spLocks noEditPoints="1"/>
            </p:cNvSpPr>
            <p:nvPr/>
          </p:nvSpPr>
          <p:spPr bwMode="auto">
            <a:xfrm>
              <a:off x="7426326" y="0"/>
              <a:ext cx="665163" cy="666750"/>
            </a:xfrm>
            <a:custGeom>
              <a:avLst/>
              <a:gdLst>
                <a:gd name="T0" fmla="*/ 98 w 196"/>
                <a:gd name="T1" fmla="*/ 16 h 196"/>
                <a:gd name="T2" fmla="*/ 180 w 196"/>
                <a:gd name="T3" fmla="*/ 98 h 196"/>
                <a:gd name="T4" fmla="*/ 98 w 196"/>
                <a:gd name="T5" fmla="*/ 180 h 196"/>
                <a:gd name="T6" fmla="*/ 16 w 196"/>
                <a:gd name="T7" fmla="*/ 98 h 196"/>
                <a:gd name="T8" fmla="*/ 98 w 196"/>
                <a:gd name="T9" fmla="*/ 16 h 196"/>
                <a:gd name="T10" fmla="*/ 98 w 196"/>
                <a:gd name="T11" fmla="*/ 0 h 196"/>
                <a:gd name="T12" fmla="*/ 0 w 196"/>
                <a:gd name="T13" fmla="*/ 98 h 196"/>
                <a:gd name="T14" fmla="*/ 98 w 196"/>
                <a:gd name="T15" fmla="*/ 196 h 196"/>
                <a:gd name="T16" fmla="*/ 196 w 196"/>
                <a:gd name="T17" fmla="*/ 98 h 196"/>
                <a:gd name="T18" fmla="*/ 98 w 196"/>
                <a:gd name="T19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6" h="196">
                  <a:moveTo>
                    <a:pt x="98" y="16"/>
                  </a:moveTo>
                  <a:cubicBezTo>
                    <a:pt x="143" y="16"/>
                    <a:pt x="180" y="53"/>
                    <a:pt x="180" y="98"/>
                  </a:cubicBezTo>
                  <a:cubicBezTo>
                    <a:pt x="180" y="143"/>
                    <a:pt x="143" y="180"/>
                    <a:pt x="98" y="180"/>
                  </a:cubicBezTo>
                  <a:cubicBezTo>
                    <a:pt x="53" y="180"/>
                    <a:pt x="16" y="143"/>
                    <a:pt x="16" y="98"/>
                  </a:cubicBezTo>
                  <a:cubicBezTo>
                    <a:pt x="16" y="53"/>
                    <a:pt x="53" y="16"/>
                    <a:pt x="98" y="16"/>
                  </a:cubicBezTo>
                  <a:moveTo>
                    <a:pt x="98" y="0"/>
                  </a:moveTo>
                  <a:cubicBezTo>
                    <a:pt x="44" y="0"/>
                    <a:pt x="0" y="44"/>
                    <a:pt x="0" y="98"/>
                  </a:cubicBezTo>
                  <a:cubicBezTo>
                    <a:pt x="0" y="152"/>
                    <a:pt x="44" y="196"/>
                    <a:pt x="98" y="196"/>
                  </a:cubicBezTo>
                  <a:cubicBezTo>
                    <a:pt x="152" y="196"/>
                    <a:pt x="196" y="152"/>
                    <a:pt x="196" y="98"/>
                  </a:cubicBezTo>
                  <a:cubicBezTo>
                    <a:pt x="196" y="44"/>
                    <a:pt x="152" y="0"/>
                    <a:pt x="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38"/>
            <p:cNvSpPr>
              <a:spLocks/>
            </p:cNvSpPr>
            <p:nvPr/>
          </p:nvSpPr>
          <p:spPr bwMode="auto">
            <a:xfrm>
              <a:off x="7700963" y="112713"/>
              <a:ext cx="41275" cy="30163"/>
            </a:xfrm>
            <a:custGeom>
              <a:avLst/>
              <a:gdLst>
                <a:gd name="T0" fmla="*/ 4 w 12"/>
                <a:gd name="T1" fmla="*/ 9 h 9"/>
                <a:gd name="T2" fmla="*/ 0 w 12"/>
                <a:gd name="T3" fmla="*/ 5 h 9"/>
                <a:gd name="T4" fmla="*/ 4 w 12"/>
                <a:gd name="T5" fmla="*/ 1 h 9"/>
                <a:gd name="T6" fmla="*/ 8 w 12"/>
                <a:gd name="T7" fmla="*/ 0 h 9"/>
                <a:gd name="T8" fmla="*/ 12 w 12"/>
                <a:gd name="T9" fmla="*/ 4 h 9"/>
                <a:gd name="T10" fmla="*/ 8 w 12"/>
                <a:gd name="T11" fmla="*/ 8 h 9"/>
                <a:gd name="T12" fmla="*/ 4 w 12"/>
                <a:gd name="T13" fmla="*/ 9 h 9"/>
                <a:gd name="T14" fmla="*/ 4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4" y="9"/>
                  </a:moveTo>
                  <a:cubicBezTo>
                    <a:pt x="2" y="9"/>
                    <a:pt x="0" y="7"/>
                    <a:pt x="0" y="5"/>
                  </a:cubicBezTo>
                  <a:cubicBezTo>
                    <a:pt x="0" y="3"/>
                    <a:pt x="2" y="1"/>
                    <a:pt x="4" y="1"/>
                  </a:cubicBezTo>
                  <a:cubicBezTo>
                    <a:pt x="5" y="1"/>
                    <a:pt x="7" y="0"/>
                    <a:pt x="8" y="0"/>
                  </a:cubicBezTo>
                  <a:cubicBezTo>
                    <a:pt x="11" y="0"/>
                    <a:pt x="12" y="2"/>
                    <a:pt x="12" y="4"/>
                  </a:cubicBezTo>
                  <a:cubicBezTo>
                    <a:pt x="12" y="7"/>
                    <a:pt x="11" y="8"/>
                    <a:pt x="8" y="8"/>
                  </a:cubicBezTo>
                  <a:cubicBezTo>
                    <a:pt x="7" y="8"/>
                    <a:pt x="6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39"/>
            <p:cNvSpPr>
              <a:spLocks/>
            </p:cNvSpPr>
            <p:nvPr/>
          </p:nvSpPr>
          <p:spPr bwMode="auto">
            <a:xfrm>
              <a:off x="7542213" y="128588"/>
              <a:ext cx="128588" cy="187325"/>
            </a:xfrm>
            <a:custGeom>
              <a:avLst/>
              <a:gdLst>
                <a:gd name="T0" fmla="*/ 4 w 38"/>
                <a:gd name="T1" fmla="*/ 55 h 55"/>
                <a:gd name="T2" fmla="*/ 0 w 38"/>
                <a:gd name="T3" fmla="*/ 51 h 55"/>
                <a:gd name="T4" fmla="*/ 32 w 38"/>
                <a:gd name="T5" fmla="*/ 1 h 55"/>
                <a:gd name="T6" fmla="*/ 37 w 38"/>
                <a:gd name="T7" fmla="*/ 2 h 55"/>
                <a:gd name="T8" fmla="*/ 35 w 38"/>
                <a:gd name="T9" fmla="*/ 8 h 55"/>
                <a:gd name="T10" fmla="*/ 8 w 38"/>
                <a:gd name="T11" fmla="*/ 51 h 55"/>
                <a:gd name="T12" fmla="*/ 4 w 38"/>
                <a:gd name="T13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55">
                  <a:moveTo>
                    <a:pt x="4" y="55"/>
                  </a:moveTo>
                  <a:cubicBezTo>
                    <a:pt x="1" y="55"/>
                    <a:pt x="0" y="53"/>
                    <a:pt x="0" y="51"/>
                  </a:cubicBezTo>
                  <a:cubicBezTo>
                    <a:pt x="0" y="30"/>
                    <a:pt x="12" y="10"/>
                    <a:pt x="32" y="1"/>
                  </a:cubicBezTo>
                  <a:cubicBezTo>
                    <a:pt x="34" y="0"/>
                    <a:pt x="37" y="0"/>
                    <a:pt x="37" y="2"/>
                  </a:cubicBezTo>
                  <a:cubicBezTo>
                    <a:pt x="38" y="4"/>
                    <a:pt x="37" y="7"/>
                    <a:pt x="35" y="8"/>
                  </a:cubicBezTo>
                  <a:cubicBezTo>
                    <a:pt x="19" y="16"/>
                    <a:pt x="8" y="33"/>
                    <a:pt x="8" y="51"/>
                  </a:cubicBezTo>
                  <a:cubicBezTo>
                    <a:pt x="8" y="53"/>
                    <a:pt x="6" y="55"/>
                    <a:pt x="4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40"/>
            <p:cNvSpPr>
              <a:spLocks/>
            </p:cNvSpPr>
            <p:nvPr/>
          </p:nvSpPr>
          <p:spPr bwMode="auto">
            <a:xfrm>
              <a:off x="8010526" y="568325"/>
              <a:ext cx="107950" cy="112713"/>
            </a:xfrm>
            <a:custGeom>
              <a:avLst/>
              <a:gdLst>
                <a:gd name="T0" fmla="*/ 4 w 32"/>
                <a:gd name="T1" fmla="*/ 33 h 33"/>
                <a:gd name="T2" fmla="*/ 1 w 32"/>
                <a:gd name="T3" fmla="*/ 32 h 33"/>
                <a:gd name="T4" fmla="*/ 1 w 32"/>
                <a:gd name="T5" fmla="*/ 26 h 33"/>
                <a:gd name="T6" fmla="*/ 25 w 32"/>
                <a:gd name="T7" fmla="*/ 2 h 33"/>
                <a:gd name="T8" fmla="*/ 31 w 32"/>
                <a:gd name="T9" fmla="*/ 2 h 33"/>
                <a:gd name="T10" fmla="*/ 31 w 32"/>
                <a:gd name="T11" fmla="*/ 8 h 33"/>
                <a:gd name="T12" fmla="*/ 7 w 32"/>
                <a:gd name="T13" fmla="*/ 32 h 33"/>
                <a:gd name="T14" fmla="*/ 4 w 32"/>
                <a:gd name="T1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33">
                  <a:moveTo>
                    <a:pt x="4" y="33"/>
                  </a:moveTo>
                  <a:cubicBezTo>
                    <a:pt x="3" y="33"/>
                    <a:pt x="2" y="32"/>
                    <a:pt x="1" y="32"/>
                  </a:cubicBezTo>
                  <a:cubicBezTo>
                    <a:pt x="0" y="30"/>
                    <a:pt x="0" y="28"/>
                    <a:pt x="1" y="26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7" y="0"/>
                    <a:pt x="29" y="0"/>
                    <a:pt x="31" y="2"/>
                  </a:cubicBezTo>
                  <a:cubicBezTo>
                    <a:pt x="32" y="4"/>
                    <a:pt x="32" y="6"/>
                    <a:pt x="31" y="8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6" y="32"/>
                    <a:pt x="5" y="33"/>
                    <a:pt x="4" y="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41"/>
            <p:cNvSpPr>
              <a:spLocks/>
            </p:cNvSpPr>
            <p:nvPr/>
          </p:nvSpPr>
          <p:spPr bwMode="auto">
            <a:xfrm>
              <a:off x="8051801" y="609600"/>
              <a:ext cx="107950" cy="112713"/>
            </a:xfrm>
            <a:custGeom>
              <a:avLst/>
              <a:gdLst>
                <a:gd name="T0" fmla="*/ 4 w 32"/>
                <a:gd name="T1" fmla="*/ 33 h 33"/>
                <a:gd name="T2" fmla="*/ 1 w 32"/>
                <a:gd name="T3" fmla="*/ 32 h 33"/>
                <a:gd name="T4" fmla="*/ 1 w 32"/>
                <a:gd name="T5" fmla="*/ 26 h 33"/>
                <a:gd name="T6" fmla="*/ 25 w 32"/>
                <a:gd name="T7" fmla="*/ 2 h 33"/>
                <a:gd name="T8" fmla="*/ 31 w 32"/>
                <a:gd name="T9" fmla="*/ 2 h 33"/>
                <a:gd name="T10" fmla="*/ 31 w 32"/>
                <a:gd name="T11" fmla="*/ 8 h 33"/>
                <a:gd name="T12" fmla="*/ 7 w 32"/>
                <a:gd name="T13" fmla="*/ 32 h 33"/>
                <a:gd name="T14" fmla="*/ 4 w 32"/>
                <a:gd name="T1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33">
                  <a:moveTo>
                    <a:pt x="4" y="33"/>
                  </a:moveTo>
                  <a:cubicBezTo>
                    <a:pt x="3" y="33"/>
                    <a:pt x="2" y="32"/>
                    <a:pt x="1" y="32"/>
                  </a:cubicBezTo>
                  <a:cubicBezTo>
                    <a:pt x="0" y="30"/>
                    <a:pt x="0" y="28"/>
                    <a:pt x="1" y="26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7" y="0"/>
                    <a:pt x="29" y="0"/>
                    <a:pt x="31" y="2"/>
                  </a:cubicBezTo>
                  <a:cubicBezTo>
                    <a:pt x="32" y="4"/>
                    <a:pt x="32" y="6"/>
                    <a:pt x="31" y="8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6" y="32"/>
                    <a:pt x="5" y="33"/>
                    <a:pt x="4" y="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4643456" y="4138811"/>
            <a:ext cx="423092" cy="551026"/>
            <a:chOff x="11255376" y="0"/>
            <a:chExt cx="666750" cy="868363"/>
          </a:xfrm>
          <a:solidFill>
            <a:schemeClr val="accent5"/>
          </a:solidFill>
        </p:grpSpPr>
        <p:sp>
          <p:nvSpPr>
            <p:cNvPr id="60" name="Freeform 16"/>
            <p:cNvSpPr>
              <a:spLocks noEditPoints="1"/>
            </p:cNvSpPr>
            <p:nvPr/>
          </p:nvSpPr>
          <p:spPr bwMode="auto">
            <a:xfrm>
              <a:off x="11255376" y="0"/>
              <a:ext cx="666750" cy="666750"/>
            </a:xfrm>
            <a:custGeom>
              <a:avLst/>
              <a:gdLst>
                <a:gd name="T0" fmla="*/ 98 w 196"/>
                <a:gd name="T1" fmla="*/ 16 h 196"/>
                <a:gd name="T2" fmla="*/ 180 w 196"/>
                <a:gd name="T3" fmla="*/ 98 h 196"/>
                <a:gd name="T4" fmla="*/ 98 w 196"/>
                <a:gd name="T5" fmla="*/ 180 h 196"/>
                <a:gd name="T6" fmla="*/ 16 w 196"/>
                <a:gd name="T7" fmla="*/ 98 h 196"/>
                <a:gd name="T8" fmla="*/ 98 w 196"/>
                <a:gd name="T9" fmla="*/ 16 h 196"/>
                <a:gd name="T10" fmla="*/ 98 w 196"/>
                <a:gd name="T11" fmla="*/ 0 h 196"/>
                <a:gd name="T12" fmla="*/ 0 w 196"/>
                <a:gd name="T13" fmla="*/ 98 h 196"/>
                <a:gd name="T14" fmla="*/ 98 w 196"/>
                <a:gd name="T15" fmla="*/ 196 h 196"/>
                <a:gd name="T16" fmla="*/ 196 w 196"/>
                <a:gd name="T17" fmla="*/ 98 h 196"/>
                <a:gd name="T18" fmla="*/ 98 w 196"/>
                <a:gd name="T19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6" h="196">
                  <a:moveTo>
                    <a:pt x="98" y="16"/>
                  </a:moveTo>
                  <a:cubicBezTo>
                    <a:pt x="143" y="16"/>
                    <a:pt x="180" y="53"/>
                    <a:pt x="180" y="98"/>
                  </a:cubicBezTo>
                  <a:cubicBezTo>
                    <a:pt x="180" y="143"/>
                    <a:pt x="143" y="180"/>
                    <a:pt x="98" y="180"/>
                  </a:cubicBezTo>
                  <a:cubicBezTo>
                    <a:pt x="52" y="180"/>
                    <a:pt x="16" y="143"/>
                    <a:pt x="16" y="98"/>
                  </a:cubicBezTo>
                  <a:cubicBezTo>
                    <a:pt x="16" y="53"/>
                    <a:pt x="52" y="16"/>
                    <a:pt x="98" y="16"/>
                  </a:cubicBezTo>
                  <a:moveTo>
                    <a:pt x="98" y="0"/>
                  </a:moveTo>
                  <a:cubicBezTo>
                    <a:pt x="44" y="0"/>
                    <a:pt x="0" y="44"/>
                    <a:pt x="0" y="98"/>
                  </a:cubicBezTo>
                  <a:cubicBezTo>
                    <a:pt x="0" y="152"/>
                    <a:pt x="44" y="196"/>
                    <a:pt x="98" y="196"/>
                  </a:cubicBezTo>
                  <a:cubicBezTo>
                    <a:pt x="152" y="196"/>
                    <a:pt x="196" y="152"/>
                    <a:pt x="196" y="98"/>
                  </a:cubicBezTo>
                  <a:cubicBezTo>
                    <a:pt x="196" y="44"/>
                    <a:pt x="152" y="0"/>
                    <a:pt x="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17"/>
            <p:cNvSpPr>
              <a:spLocks/>
            </p:cNvSpPr>
            <p:nvPr/>
          </p:nvSpPr>
          <p:spPr bwMode="auto">
            <a:xfrm>
              <a:off x="11531601" y="115888"/>
              <a:ext cx="39688" cy="26988"/>
            </a:xfrm>
            <a:custGeom>
              <a:avLst/>
              <a:gdLst>
                <a:gd name="T0" fmla="*/ 4 w 12"/>
                <a:gd name="T1" fmla="*/ 8 h 8"/>
                <a:gd name="T2" fmla="*/ 0 w 12"/>
                <a:gd name="T3" fmla="*/ 4 h 8"/>
                <a:gd name="T4" fmla="*/ 3 w 12"/>
                <a:gd name="T5" fmla="*/ 0 h 8"/>
                <a:gd name="T6" fmla="*/ 8 w 12"/>
                <a:gd name="T7" fmla="*/ 0 h 8"/>
                <a:gd name="T8" fmla="*/ 12 w 12"/>
                <a:gd name="T9" fmla="*/ 4 h 8"/>
                <a:gd name="T10" fmla="*/ 8 w 12"/>
                <a:gd name="T11" fmla="*/ 8 h 8"/>
                <a:gd name="T12" fmla="*/ 4 w 12"/>
                <a:gd name="T13" fmla="*/ 8 h 8"/>
                <a:gd name="T14" fmla="*/ 4 w 12"/>
                <a:gd name="T1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8">
                  <a:moveTo>
                    <a:pt x="4" y="8"/>
                  </a:move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7" y="0"/>
                    <a:pt x="8" y="0"/>
                  </a:cubicBezTo>
                  <a:cubicBezTo>
                    <a:pt x="10" y="0"/>
                    <a:pt x="12" y="1"/>
                    <a:pt x="12" y="4"/>
                  </a:cubicBezTo>
                  <a:cubicBezTo>
                    <a:pt x="12" y="6"/>
                    <a:pt x="10" y="8"/>
                    <a:pt x="8" y="8"/>
                  </a:cubicBezTo>
                  <a:cubicBezTo>
                    <a:pt x="7" y="8"/>
                    <a:pt x="5" y="8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18"/>
            <p:cNvSpPr>
              <a:spLocks/>
            </p:cNvSpPr>
            <p:nvPr/>
          </p:nvSpPr>
          <p:spPr bwMode="auto">
            <a:xfrm>
              <a:off x="11368088" y="128588"/>
              <a:ext cx="131763" cy="187325"/>
            </a:xfrm>
            <a:custGeom>
              <a:avLst/>
              <a:gdLst>
                <a:gd name="T0" fmla="*/ 4 w 39"/>
                <a:gd name="T1" fmla="*/ 55 h 55"/>
                <a:gd name="T2" fmla="*/ 0 w 39"/>
                <a:gd name="T3" fmla="*/ 51 h 55"/>
                <a:gd name="T4" fmla="*/ 33 w 39"/>
                <a:gd name="T5" fmla="*/ 1 h 55"/>
                <a:gd name="T6" fmla="*/ 38 w 39"/>
                <a:gd name="T7" fmla="*/ 3 h 55"/>
                <a:gd name="T8" fmla="*/ 36 w 39"/>
                <a:gd name="T9" fmla="*/ 8 h 55"/>
                <a:gd name="T10" fmla="*/ 8 w 39"/>
                <a:gd name="T11" fmla="*/ 51 h 55"/>
                <a:gd name="T12" fmla="*/ 4 w 39"/>
                <a:gd name="T13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" h="55">
                  <a:moveTo>
                    <a:pt x="4" y="55"/>
                  </a:moveTo>
                  <a:cubicBezTo>
                    <a:pt x="2" y="55"/>
                    <a:pt x="0" y="54"/>
                    <a:pt x="0" y="51"/>
                  </a:cubicBezTo>
                  <a:cubicBezTo>
                    <a:pt x="0" y="30"/>
                    <a:pt x="13" y="10"/>
                    <a:pt x="33" y="1"/>
                  </a:cubicBezTo>
                  <a:cubicBezTo>
                    <a:pt x="35" y="0"/>
                    <a:pt x="37" y="1"/>
                    <a:pt x="38" y="3"/>
                  </a:cubicBezTo>
                  <a:cubicBezTo>
                    <a:pt x="39" y="5"/>
                    <a:pt x="38" y="7"/>
                    <a:pt x="36" y="8"/>
                  </a:cubicBezTo>
                  <a:cubicBezTo>
                    <a:pt x="19" y="16"/>
                    <a:pt x="8" y="33"/>
                    <a:pt x="8" y="51"/>
                  </a:cubicBezTo>
                  <a:cubicBezTo>
                    <a:pt x="8" y="54"/>
                    <a:pt x="6" y="55"/>
                    <a:pt x="4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19"/>
            <p:cNvSpPr>
              <a:spLocks/>
            </p:cNvSpPr>
            <p:nvPr/>
          </p:nvSpPr>
          <p:spPr bwMode="auto">
            <a:xfrm>
              <a:off x="11428413" y="592138"/>
              <a:ext cx="306388" cy="263525"/>
            </a:xfrm>
            <a:custGeom>
              <a:avLst/>
              <a:gdLst>
                <a:gd name="T0" fmla="*/ 69 w 90"/>
                <a:gd name="T1" fmla="*/ 77 h 77"/>
                <a:gd name="T2" fmla="*/ 21 w 90"/>
                <a:gd name="T3" fmla="*/ 77 h 77"/>
                <a:gd name="T4" fmla="*/ 13 w 90"/>
                <a:gd name="T5" fmla="*/ 71 h 77"/>
                <a:gd name="T6" fmla="*/ 1 w 90"/>
                <a:gd name="T7" fmla="*/ 12 h 77"/>
                <a:gd name="T8" fmla="*/ 7 w 90"/>
                <a:gd name="T9" fmla="*/ 2 h 77"/>
                <a:gd name="T10" fmla="*/ 17 w 90"/>
                <a:gd name="T11" fmla="*/ 9 h 77"/>
                <a:gd name="T12" fmla="*/ 27 w 90"/>
                <a:gd name="T13" fmla="*/ 61 h 77"/>
                <a:gd name="T14" fmla="*/ 63 w 90"/>
                <a:gd name="T15" fmla="*/ 61 h 77"/>
                <a:gd name="T16" fmla="*/ 73 w 90"/>
                <a:gd name="T17" fmla="*/ 7 h 77"/>
                <a:gd name="T18" fmla="*/ 82 w 90"/>
                <a:gd name="T19" fmla="*/ 1 h 77"/>
                <a:gd name="T20" fmla="*/ 89 w 90"/>
                <a:gd name="T21" fmla="*/ 10 h 77"/>
                <a:gd name="T22" fmla="*/ 77 w 90"/>
                <a:gd name="T23" fmla="*/ 71 h 77"/>
                <a:gd name="T24" fmla="*/ 69 w 90"/>
                <a:gd name="T25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" h="77">
                  <a:moveTo>
                    <a:pt x="69" y="77"/>
                  </a:moveTo>
                  <a:cubicBezTo>
                    <a:pt x="21" y="77"/>
                    <a:pt x="21" y="77"/>
                    <a:pt x="21" y="77"/>
                  </a:cubicBezTo>
                  <a:cubicBezTo>
                    <a:pt x="17" y="77"/>
                    <a:pt x="13" y="74"/>
                    <a:pt x="13" y="7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8"/>
                    <a:pt x="3" y="3"/>
                    <a:pt x="7" y="2"/>
                  </a:cubicBezTo>
                  <a:cubicBezTo>
                    <a:pt x="12" y="2"/>
                    <a:pt x="16" y="4"/>
                    <a:pt x="17" y="9"/>
                  </a:cubicBezTo>
                  <a:cubicBezTo>
                    <a:pt x="27" y="61"/>
                    <a:pt x="27" y="61"/>
                    <a:pt x="27" y="61"/>
                  </a:cubicBezTo>
                  <a:cubicBezTo>
                    <a:pt x="63" y="61"/>
                    <a:pt x="63" y="61"/>
                    <a:pt x="63" y="61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4" y="3"/>
                    <a:pt x="78" y="0"/>
                    <a:pt x="82" y="1"/>
                  </a:cubicBezTo>
                  <a:cubicBezTo>
                    <a:pt x="87" y="2"/>
                    <a:pt x="90" y="6"/>
                    <a:pt x="89" y="10"/>
                  </a:cubicBezTo>
                  <a:cubicBezTo>
                    <a:pt x="77" y="71"/>
                    <a:pt x="77" y="71"/>
                    <a:pt x="77" y="71"/>
                  </a:cubicBezTo>
                  <a:cubicBezTo>
                    <a:pt x="77" y="74"/>
                    <a:pt x="73" y="77"/>
                    <a:pt x="69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0"/>
            <p:cNvSpPr>
              <a:spLocks/>
            </p:cNvSpPr>
            <p:nvPr/>
          </p:nvSpPr>
          <p:spPr bwMode="auto">
            <a:xfrm>
              <a:off x="11541126" y="814388"/>
              <a:ext cx="80963" cy="53975"/>
            </a:xfrm>
            <a:custGeom>
              <a:avLst/>
              <a:gdLst>
                <a:gd name="T0" fmla="*/ 16 w 24"/>
                <a:gd name="T1" fmla="*/ 16 h 16"/>
                <a:gd name="T2" fmla="*/ 8 w 24"/>
                <a:gd name="T3" fmla="*/ 16 h 16"/>
                <a:gd name="T4" fmla="*/ 0 w 24"/>
                <a:gd name="T5" fmla="*/ 8 h 16"/>
                <a:gd name="T6" fmla="*/ 8 w 24"/>
                <a:gd name="T7" fmla="*/ 0 h 16"/>
                <a:gd name="T8" fmla="*/ 16 w 24"/>
                <a:gd name="T9" fmla="*/ 0 h 16"/>
                <a:gd name="T10" fmla="*/ 24 w 24"/>
                <a:gd name="T11" fmla="*/ 8 h 16"/>
                <a:gd name="T12" fmla="*/ 16 w 24"/>
                <a:gd name="T1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6">
                  <a:moveTo>
                    <a:pt x="16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4" y="16"/>
                    <a:pt x="0" y="12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0" y="0"/>
                    <a:pt x="24" y="4"/>
                    <a:pt x="24" y="8"/>
                  </a:cubicBezTo>
                  <a:cubicBezTo>
                    <a:pt x="24" y="12"/>
                    <a:pt x="20" y="16"/>
                    <a:pt x="16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1"/>
            <p:cNvSpPr>
              <a:spLocks/>
            </p:cNvSpPr>
            <p:nvPr/>
          </p:nvSpPr>
          <p:spPr bwMode="auto">
            <a:xfrm>
              <a:off x="11514138" y="687388"/>
              <a:ext cx="125413" cy="41275"/>
            </a:xfrm>
            <a:custGeom>
              <a:avLst/>
              <a:gdLst>
                <a:gd name="T0" fmla="*/ 33 w 37"/>
                <a:gd name="T1" fmla="*/ 12 h 12"/>
                <a:gd name="T2" fmla="*/ 33 w 37"/>
                <a:gd name="T3" fmla="*/ 12 h 12"/>
                <a:gd name="T4" fmla="*/ 3 w 37"/>
                <a:gd name="T5" fmla="*/ 9 h 12"/>
                <a:gd name="T6" fmla="*/ 0 w 37"/>
                <a:gd name="T7" fmla="*/ 4 h 12"/>
                <a:gd name="T8" fmla="*/ 4 w 37"/>
                <a:gd name="T9" fmla="*/ 1 h 12"/>
                <a:gd name="T10" fmla="*/ 34 w 37"/>
                <a:gd name="T11" fmla="*/ 4 h 12"/>
                <a:gd name="T12" fmla="*/ 37 w 37"/>
                <a:gd name="T13" fmla="*/ 9 h 12"/>
                <a:gd name="T14" fmla="*/ 33 w 37"/>
                <a:gd name="T15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12">
                  <a:moveTo>
                    <a:pt x="33" y="12"/>
                  </a:moveTo>
                  <a:cubicBezTo>
                    <a:pt x="33" y="12"/>
                    <a:pt x="33" y="12"/>
                    <a:pt x="33" y="12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2"/>
                    <a:pt x="2" y="0"/>
                    <a:pt x="4" y="1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6" y="5"/>
                    <a:pt x="37" y="7"/>
                    <a:pt x="37" y="9"/>
                  </a:cubicBezTo>
                  <a:cubicBezTo>
                    <a:pt x="37" y="11"/>
                    <a:pt x="35" y="12"/>
                    <a:pt x="3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2"/>
            <p:cNvSpPr>
              <a:spLocks/>
            </p:cNvSpPr>
            <p:nvPr/>
          </p:nvSpPr>
          <p:spPr bwMode="auto">
            <a:xfrm>
              <a:off x="11520488" y="746125"/>
              <a:ext cx="112713" cy="36513"/>
            </a:xfrm>
            <a:custGeom>
              <a:avLst/>
              <a:gdLst>
                <a:gd name="T0" fmla="*/ 29 w 33"/>
                <a:gd name="T1" fmla="*/ 11 h 11"/>
                <a:gd name="T2" fmla="*/ 29 w 33"/>
                <a:gd name="T3" fmla="*/ 11 h 11"/>
                <a:gd name="T4" fmla="*/ 4 w 33"/>
                <a:gd name="T5" fmla="*/ 8 h 11"/>
                <a:gd name="T6" fmla="*/ 1 w 33"/>
                <a:gd name="T7" fmla="*/ 3 h 11"/>
                <a:gd name="T8" fmla="*/ 5 w 33"/>
                <a:gd name="T9" fmla="*/ 0 h 11"/>
                <a:gd name="T10" fmla="*/ 30 w 33"/>
                <a:gd name="T11" fmla="*/ 3 h 11"/>
                <a:gd name="T12" fmla="*/ 33 w 33"/>
                <a:gd name="T13" fmla="*/ 7 h 11"/>
                <a:gd name="T14" fmla="*/ 29 w 33"/>
                <a:gd name="T15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" h="11">
                  <a:moveTo>
                    <a:pt x="29" y="11"/>
                  </a:moveTo>
                  <a:cubicBezTo>
                    <a:pt x="29" y="11"/>
                    <a:pt x="29" y="11"/>
                    <a:pt x="29" y="11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1" y="3"/>
                  </a:cubicBezTo>
                  <a:cubicBezTo>
                    <a:pt x="1" y="1"/>
                    <a:pt x="3" y="0"/>
                    <a:pt x="5" y="0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2" y="3"/>
                    <a:pt x="33" y="5"/>
                    <a:pt x="33" y="7"/>
                  </a:cubicBezTo>
                  <a:cubicBezTo>
                    <a:pt x="33" y="9"/>
                    <a:pt x="31" y="11"/>
                    <a:pt x="29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3"/>
            <p:cNvSpPr>
              <a:spLocks/>
            </p:cNvSpPr>
            <p:nvPr/>
          </p:nvSpPr>
          <p:spPr bwMode="auto">
            <a:xfrm>
              <a:off x="11476038" y="381000"/>
              <a:ext cx="74613" cy="246063"/>
            </a:xfrm>
            <a:custGeom>
              <a:avLst/>
              <a:gdLst>
                <a:gd name="T0" fmla="*/ 17 w 22"/>
                <a:gd name="T1" fmla="*/ 72 h 72"/>
                <a:gd name="T2" fmla="*/ 13 w 22"/>
                <a:gd name="T3" fmla="*/ 68 h 72"/>
                <a:gd name="T4" fmla="*/ 0 w 22"/>
                <a:gd name="T5" fmla="*/ 5 h 72"/>
                <a:gd name="T6" fmla="*/ 3 w 22"/>
                <a:gd name="T7" fmla="*/ 1 h 72"/>
                <a:gd name="T8" fmla="*/ 8 w 22"/>
                <a:gd name="T9" fmla="*/ 4 h 72"/>
                <a:gd name="T10" fmla="*/ 21 w 22"/>
                <a:gd name="T11" fmla="*/ 67 h 72"/>
                <a:gd name="T12" fmla="*/ 18 w 22"/>
                <a:gd name="T13" fmla="*/ 72 h 72"/>
                <a:gd name="T14" fmla="*/ 17 w 22"/>
                <a:gd name="T15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72">
                  <a:moveTo>
                    <a:pt x="17" y="72"/>
                  </a:moveTo>
                  <a:cubicBezTo>
                    <a:pt x="15" y="72"/>
                    <a:pt x="14" y="70"/>
                    <a:pt x="13" y="6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1" y="1"/>
                    <a:pt x="3" y="1"/>
                  </a:cubicBezTo>
                  <a:cubicBezTo>
                    <a:pt x="5" y="0"/>
                    <a:pt x="8" y="2"/>
                    <a:pt x="8" y="4"/>
                  </a:cubicBezTo>
                  <a:cubicBezTo>
                    <a:pt x="21" y="67"/>
                    <a:pt x="21" y="67"/>
                    <a:pt x="21" y="67"/>
                  </a:cubicBezTo>
                  <a:cubicBezTo>
                    <a:pt x="22" y="69"/>
                    <a:pt x="20" y="71"/>
                    <a:pt x="18" y="72"/>
                  </a:cubicBezTo>
                  <a:cubicBezTo>
                    <a:pt x="18" y="72"/>
                    <a:pt x="18" y="72"/>
                    <a:pt x="17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24"/>
            <p:cNvSpPr>
              <a:spLocks/>
            </p:cNvSpPr>
            <p:nvPr/>
          </p:nvSpPr>
          <p:spPr bwMode="auto">
            <a:xfrm>
              <a:off x="11626851" y="381000"/>
              <a:ext cx="74613" cy="246063"/>
            </a:xfrm>
            <a:custGeom>
              <a:avLst/>
              <a:gdLst>
                <a:gd name="T0" fmla="*/ 4 w 22"/>
                <a:gd name="T1" fmla="*/ 72 h 72"/>
                <a:gd name="T2" fmla="*/ 3 w 22"/>
                <a:gd name="T3" fmla="*/ 72 h 72"/>
                <a:gd name="T4" fmla="*/ 0 w 22"/>
                <a:gd name="T5" fmla="*/ 67 h 72"/>
                <a:gd name="T6" fmla="*/ 13 w 22"/>
                <a:gd name="T7" fmla="*/ 4 h 72"/>
                <a:gd name="T8" fmla="*/ 18 w 22"/>
                <a:gd name="T9" fmla="*/ 1 h 72"/>
                <a:gd name="T10" fmla="*/ 21 w 22"/>
                <a:gd name="T11" fmla="*/ 5 h 72"/>
                <a:gd name="T12" fmla="*/ 8 w 22"/>
                <a:gd name="T13" fmla="*/ 68 h 72"/>
                <a:gd name="T14" fmla="*/ 4 w 22"/>
                <a:gd name="T15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72">
                  <a:moveTo>
                    <a:pt x="4" y="72"/>
                  </a:moveTo>
                  <a:cubicBezTo>
                    <a:pt x="4" y="72"/>
                    <a:pt x="4" y="72"/>
                    <a:pt x="3" y="72"/>
                  </a:cubicBezTo>
                  <a:cubicBezTo>
                    <a:pt x="1" y="71"/>
                    <a:pt x="0" y="69"/>
                    <a:pt x="0" y="67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4" y="2"/>
                    <a:pt x="16" y="0"/>
                    <a:pt x="18" y="1"/>
                  </a:cubicBezTo>
                  <a:cubicBezTo>
                    <a:pt x="20" y="1"/>
                    <a:pt x="22" y="3"/>
                    <a:pt x="21" y="5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8" y="70"/>
                    <a:pt x="6" y="72"/>
                    <a:pt x="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5"/>
            <p:cNvSpPr>
              <a:spLocks/>
            </p:cNvSpPr>
            <p:nvPr/>
          </p:nvSpPr>
          <p:spPr bwMode="auto">
            <a:xfrm>
              <a:off x="11480801" y="368300"/>
              <a:ext cx="212725" cy="57150"/>
            </a:xfrm>
            <a:custGeom>
              <a:avLst/>
              <a:gdLst>
                <a:gd name="T0" fmla="*/ 46 w 63"/>
                <a:gd name="T1" fmla="*/ 17 h 17"/>
                <a:gd name="T2" fmla="*/ 38 w 63"/>
                <a:gd name="T3" fmla="*/ 11 h 17"/>
                <a:gd name="T4" fmla="*/ 38 w 63"/>
                <a:gd name="T5" fmla="*/ 10 h 17"/>
                <a:gd name="T6" fmla="*/ 37 w 63"/>
                <a:gd name="T7" fmla="*/ 10 h 17"/>
                <a:gd name="T8" fmla="*/ 37 w 63"/>
                <a:gd name="T9" fmla="*/ 10 h 17"/>
                <a:gd name="T10" fmla="*/ 36 w 63"/>
                <a:gd name="T11" fmla="*/ 11 h 17"/>
                <a:gd name="T12" fmla="*/ 36 w 63"/>
                <a:gd name="T13" fmla="*/ 11 h 17"/>
                <a:gd name="T14" fmla="*/ 36 w 63"/>
                <a:gd name="T15" fmla="*/ 11 h 17"/>
                <a:gd name="T16" fmla="*/ 28 w 63"/>
                <a:gd name="T17" fmla="*/ 17 h 17"/>
                <a:gd name="T18" fmla="*/ 20 w 63"/>
                <a:gd name="T19" fmla="*/ 11 h 17"/>
                <a:gd name="T20" fmla="*/ 19 w 63"/>
                <a:gd name="T21" fmla="*/ 10 h 17"/>
                <a:gd name="T22" fmla="*/ 19 w 63"/>
                <a:gd name="T23" fmla="*/ 10 h 17"/>
                <a:gd name="T24" fmla="*/ 18 w 63"/>
                <a:gd name="T25" fmla="*/ 10 h 17"/>
                <a:gd name="T26" fmla="*/ 18 w 63"/>
                <a:gd name="T27" fmla="*/ 11 h 17"/>
                <a:gd name="T28" fmla="*/ 10 w 63"/>
                <a:gd name="T29" fmla="*/ 17 h 17"/>
                <a:gd name="T30" fmla="*/ 1 w 63"/>
                <a:gd name="T31" fmla="*/ 10 h 17"/>
                <a:gd name="T32" fmla="*/ 0 w 63"/>
                <a:gd name="T33" fmla="*/ 8 h 17"/>
                <a:gd name="T34" fmla="*/ 4 w 63"/>
                <a:gd name="T35" fmla="*/ 4 h 17"/>
                <a:gd name="T36" fmla="*/ 8 w 63"/>
                <a:gd name="T37" fmla="*/ 7 h 17"/>
                <a:gd name="T38" fmla="*/ 10 w 63"/>
                <a:gd name="T39" fmla="*/ 9 h 17"/>
                <a:gd name="T40" fmla="*/ 11 w 63"/>
                <a:gd name="T41" fmla="*/ 7 h 17"/>
                <a:gd name="T42" fmla="*/ 12 w 63"/>
                <a:gd name="T43" fmla="*/ 5 h 17"/>
                <a:gd name="T44" fmla="*/ 19 w 63"/>
                <a:gd name="T45" fmla="*/ 1 h 17"/>
                <a:gd name="T46" fmla="*/ 25 w 63"/>
                <a:gd name="T47" fmla="*/ 5 h 17"/>
                <a:gd name="T48" fmla="*/ 27 w 63"/>
                <a:gd name="T49" fmla="*/ 7 h 17"/>
                <a:gd name="T50" fmla="*/ 28 w 63"/>
                <a:gd name="T51" fmla="*/ 9 h 17"/>
                <a:gd name="T52" fmla="*/ 29 w 63"/>
                <a:gd name="T53" fmla="*/ 8 h 17"/>
                <a:gd name="T54" fmla="*/ 29 w 63"/>
                <a:gd name="T55" fmla="*/ 8 h 17"/>
                <a:gd name="T56" fmla="*/ 29 w 63"/>
                <a:gd name="T57" fmla="*/ 8 h 17"/>
                <a:gd name="T58" fmla="*/ 29 w 63"/>
                <a:gd name="T59" fmla="*/ 7 h 17"/>
                <a:gd name="T60" fmla="*/ 31 w 63"/>
                <a:gd name="T61" fmla="*/ 5 h 17"/>
                <a:gd name="T62" fmla="*/ 37 w 63"/>
                <a:gd name="T63" fmla="*/ 1 h 17"/>
                <a:gd name="T64" fmla="*/ 44 w 63"/>
                <a:gd name="T65" fmla="*/ 5 h 17"/>
                <a:gd name="T66" fmla="*/ 45 w 63"/>
                <a:gd name="T67" fmla="*/ 7 h 17"/>
                <a:gd name="T68" fmla="*/ 46 w 63"/>
                <a:gd name="T69" fmla="*/ 9 h 17"/>
                <a:gd name="T70" fmla="*/ 48 w 63"/>
                <a:gd name="T71" fmla="*/ 7 h 17"/>
                <a:gd name="T72" fmla="*/ 49 w 63"/>
                <a:gd name="T73" fmla="*/ 5 h 17"/>
                <a:gd name="T74" fmla="*/ 62 w 63"/>
                <a:gd name="T75" fmla="*/ 5 h 17"/>
                <a:gd name="T76" fmla="*/ 63 w 63"/>
                <a:gd name="T77" fmla="*/ 8 h 17"/>
                <a:gd name="T78" fmla="*/ 60 w 63"/>
                <a:gd name="T79" fmla="*/ 12 h 17"/>
                <a:gd name="T80" fmla="*/ 59 w 63"/>
                <a:gd name="T81" fmla="*/ 12 h 17"/>
                <a:gd name="T82" fmla="*/ 56 w 63"/>
                <a:gd name="T83" fmla="*/ 10 h 17"/>
                <a:gd name="T84" fmla="*/ 55 w 63"/>
                <a:gd name="T85" fmla="*/ 10 h 17"/>
                <a:gd name="T86" fmla="*/ 55 w 63"/>
                <a:gd name="T87" fmla="*/ 10 h 17"/>
                <a:gd name="T88" fmla="*/ 55 w 63"/>
                <a:gd name="T89" fmla="*/ 11 h 17"/>
                <a:gd name="T90" fmla="*/ 46 w 63"/>
                <a:gd name="T9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3" h="17">
                  <a:moveTo>
                    <a:pt x="46" y="17"/>
                  </a:moveTo>
                  <a:cubicBezTo>
                    <a:pt x="43" y="17"/>
                    <a:pt x="40" y="15"/>
                    <a:pt x="38" y="11"/>
                  </a:cubicBezTo>
                  <a:cubicBezTo>
                    <a:pt x="38" y="11"/>
                    <a:pt x="38" y="10"/>
                    <a:pt x="38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7" y="10"/>
                    <a:pt x="37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3" y="17"/>
                    <a:pt x="30" y="17"/>
                    <a:pt x="28" y="17"/>
                  </a:cubicBezTo>
                  <a:cubicBezTo>
                    <a:pt x="25" y="17"/>
                    <a:pt x="22" y="15"/>
                    <a:pt x="20" y="11"/>
                  </a:cubicBezTo>
                  <a:cubicBezTo>
                    <a:pt x="20" y="11"/>
                    <a:pt x="19" y="10"/>
                    <a:pt x="19" y="10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6" y="15"/>
                    <a:pt x="13" y="17"/>
                    <a:pt x="10" y="17"/>
                  </a:cubicBezTo>
                  <a:cubicBezTo>
                    <a:pt x="6" y="17"/>
                    <a:pt x="3" y="15"/>
                    <a:pt x="1" y="10"/>
                  </a:cubicBezTo>
                  <a:cubicBezTo>
                    <a:pt x="1" y="10"/>
                    <a:pt x="0" y="9"/>
                    <a:pt x="0" y="8"/>
                  </a:cubicBezTo>
                  <a:cubicBezTo>
                    <a:pt x="0" y="6"/>
                    <a:pt x="2" y="4"/>
                    <a:pt x="4" y="4"/>
                  </a:cubicBezTo>
                  <a:cubicBezTo>
                    <a:pt x="6" y="4"/>
                    <a:pt x="8" y="5"/>
                    <a:pt x="8" y="7"/>
                  </a:cubicBezTo>
                  <a:cubicBezTo>
                    <a:pt x="9" y="8"/>
                    <a:pt x="9" y="9"/>
                    <a:pt x="10" y="9"/>
                  </a:cubicBezTo>
                  <a:cubicBezTo>
                    <a:pt x="10" y="9"/>
                    <a:pt x="10" y="8"/>
                    <a:pt x="11" y="7"/>
                  </a:cubicBezTo>
                  <a:cubicBezTo>
                    <a:pt x="11" y="6"/>
                    <a:pt x="12" y="5"/>
                    <a:pt x="12" y="5"/>
                  </a:cubicBezTo>
                  <a:cubicBezTo>
                    <a:pt x="15" y="2"/>
                    <a:pt x="17" y="1"/>
                    <a:pt x="19" y="1"/>
                  </a:cubicBezTo>
                  <a:cubicBezTo>
                    <a:pt x="21" y="1"/>
                    <a:pt x="24" y="3"/>
                    <a:pt x="25" y="5"/>
                  </a:cubicBezTo>
                  <a:cubicBezTo>
                    <a:pt x="26" y="6"/>
                    <a:pt x="26" y="6"/>
                    <a:pt x="27" y="7"/>
                  </a:cubicBezTo>
                  <a:cubicBezTo>
                    <a:pt x="27" y="8"/>
                    <a:pt x="28" y="9"/>
                    <a:pt x="28" y="9"/>
                  </a:cubicBezTo>
                  <a:cubicBezTo>
                    <a:pt x="28" y="9"/>
                    <a:pt x="29" y="9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0" y="6"/>
                    <a:pt x="30" y="6"/>
                    <a:pt x="31" y="5"/>
                  </a:cubicBezTo>
                  <a:cubicBezTo>
                    <a:pt x="33" y="2"/>
                    <a:pt x="36" y="1"/>
                    <a:pt x="37" y="1"/>
                  </a:cubicBezTo>
                  <a:cubicBezTo>
                    <a:pt x="39" y="1"/>
                    <a:pt x="41" y="2"/>
                    <a:pt x="44" y="5"/>
                  </a:cubicBezTo>
                  <a:cubicBezTo>
                    <a:pt x="44" y="6"/>
                    <a:pt x="45" y="6"/>
                    <a:pt x="45" y="7"/>
                  </a:cubicBezTo>
                  <a:cubicBezTo>
                    <a:pt x="45" y="8"/>
                    <a:pt x="46" y="9"/>
                    <a:pt x="46" y="9"/>
                  </a:cubicBezTo>
                  <a:cubicBezTo>
                    <a:pt x="47" y="9"/>
                    <a:pt x="47" y="8"/>
                    <a:pt x="48" y="7"/>
                  </a:cubicBezTo>
                  <a:cubicBezTo>
                    <a:pt x="48" y="6"/>
                    <a:pt x="48" y="5"/>
                    <a:pt x="49" y="5"/>
                  </a:cubicBezTo>
                  <a:cubicBezTo>
                    <a:pt x="53" y="0"/>
                    <a:pt x="59" y="0"/>
                    <a:pt x="62" y="5"/>
                  </a:cubicBezTo>
                  <a:cubicBezTo>
                    <a:pt x="63" y="6"/>
                    <a:pt x="63" y="7"/>
                    <a:pt x="63" y="8"/>
                  </a:cubicBezTo>
                  <a:cubicBezTo>
                    <a:pt x="63" y="10"/>
                    <a:pt x="62" y="12"/>
                    <a:pt x="60" y="12"/>
                  </a:cubicBezTo>
                  <a:cubicBezTo>
                    <a:pt x="59" y="12"/>
                    <a:pt x="59" y="12"/>
                    <a:pt x="59" y="12"/>
                  </a:cubicBezTo>
                  <a:cubicBezTo>
                    <a:pt x="58" y="12"/>
                    <a:pt x="57" y="11"/>
                    <a:pt x="56" y="10"/>
                  </a:cubicBezTo>
                  <a:cubicBezTo>
                    <a:pt x="56" y="10"/>
                    <a:pt x="56" y="10"/>
                    <a:pt x="55" y="10"/>
                  </a:cubicBezTo>
                  <a:cubicBezTo>
                    <a:pt x="55" y="10"/>
                    <a:pt x="55" y="10"/>
                    <a:pt x="55" y="10"/>
                  </a:cubicBezTo>
                  <a:cubicBezTo>
                    <a:pt x="55" y="10"/>
                    <a:pt x="55" y="11"/>
                    <a:pt x="55" y="11"/>
                  </a:cubicBezTo>
                  <a:cubicBezTo>
                    <a:pt x="53" y="15"/>
                    <a:pt x="50" y="17"/>
                    <a:pt x="46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8413044" y="4138422"/>
            <a:ext cx="478496" cy="549012"/>
            <a:chOff x="11201401" y="1560513"/>
            <a:chExt cx="754063" cy="865188"/>
          </a:xfrm>
          <a:solidFill>
            <a:schemeClr val="accent6"/>
          </a:solidFill>
        </p:grpSpPr>
        <p:sp>
          <p:nvSpPr>
            <p:cNvPr id="71" name="Freeform 48"/>
            <p:cNvSpPr>
              <a:spLocks/>
            </p:cNvSpPr>
            <p:nvPr/>
          </p:nvSpPr>
          <p:spPr bwMode="auto">
            <a:xfrm>
              <a:off x="11830051" y="1789113"/>
              <a:ext cx="125413" cy="357188"/>
            </a:xfrm>
            <a:custGeom>
              <a:avLst/>
              <a:gdLst>
                <a:gd name="T0" fmla="*/ 9 w 37"/>
                <a:gd name="T1" fmla="*/ 105 h 105"/>
                <a:gd name="T2" fmla="*/ 6 w 37"/>
                <a:gd name="T3" fmla="*/ 104 h 105"/>
                <a:gd name="T4" fmla="*/ 2 w 37"/>
                <a:gd name="T5" fmla="*/ 94 h 105"/>
                <a:gd name="T6" fmla="*/ 20 w 37"/>
                <a:gd name="T7" fmla="*/ 53 h 105"/>
                <a:gd name="T8" fmla="*/ 2 w 37"/>
                <a:gd name="T9" fmla="*/ 12 h 105"/>
                <a:gd name="T10" fmla="*/ 6 w 37"/>
                <a:gd name="T11" fmla="*/ 2 h 105"/>
                <a:gd name="T12" fmla="*/ 16 w 37"/>
                <a:gd name="T13" fmla="*/ 6 h 105"/>
                <a:gd name="T14" fmla="*/ 36 w 37"/>
                <a:gd name="T15" fmla="*/ 49 h 105"/>
                <a:gd name="T16" fmla="*/ 37 w 37"/>
                <a:gd name="T17" fmla="*/ 54 h 105"/>
                <a:gd name="T18" fmla="*/ 36 w 37"/>
                <a:gd name="T19" fmla="*/ 57 h 105"/>
                <a:gd name="T20" fmla="*/ 16 w 37"/>
                <a:gd name="T21" fmla="*/ 100 h 105"/>
                <a:gd name="T22" fmla="*/ 9 w 37"/>
                <a:gd name="T23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7" h="105">
                  <a:moveTo>
                    <a:pt x="9" y="105"/>
                  </a:moveTo>
                  <a:cubicBezTo>
                    <a:pt x="8" y="105"/>
                    <a:pt x="7" y="105"/>
                    <a:pt x="6" y="104"/>
                  </a:cubicBezTo>
                  <a:cubicBezTo>
                    <a:pt x="1" y="102"/>
                    <a:pt x="0" y="98"/>
                    <a:pt x="2" y="9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8"/>
                    <a:pt x="1" y="4"/>
                    <a:pt x="6" y="2"/>
                  </a:cubicBezTo>
                  <a:cubicBezTo>
                    <a:pt x="10" y="0"/>
                    <a:pt x="14" y="2"/>
                    <a:pt x="16" y="6"/>
                  </a:cubicBezTo>
                  <a:cubicBezTo>
                    <a:pt x="36" y="49"/>
                    <a:pt x="36" y="49"/>
                    <a:pt x="36" y="49"/>
                  </a:cubicBezTo>
                  <a:cubicBezTo>
                    <a:pt x="37" y="51"/>
                    <a:pt x="37" y="53"/>
                    <a:pt x="37" y="54"/>
                  </a:cubicBezTo>
                  <a:cubicBezTo>
                    <a:pt x="37" y="55"/>
                    <a:pt x="36" y="56"/>
                    <a:pt x="36" y="57"/>
                  </a:cubicBezTo>
                  <a:cubicBezTo>
                    <a:pt x="16" y="100"/>
                    <a:pt x="16" y="100"/>
                    <a:pt x="16" y="100"/>
                  </a:cubicBezTo>
                  <a:cubicBezTo>
                    <a:pt x="15" y="103"/>
                    <a:pt x="12" y="105"/>
                    <a:pt x="9" y="10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49"/>
            <p:cNvSpPr>
              <a:spLocks noEditPoints="1"/>
            </p:cNvSpPr>
            <p:nvPr/>
          </p:nvSpPr>
          <p:spPr bwMode="auto">
            <a:xfrm>
              <a:off x="11201401" y="1560513"/>
              <a:ext cx="434975" cy="865188"/>
            </a:xfrm>
            <a:custGeom>
              <a:avLst/>
              <a:gdLst>
                <a:gd name="T0" fmla="*/ 16 w 128"/>
                <a:gd name="T1" fmla="*/ 16 h 254"/>
                <a:gd name="T2" fmla="*/ 112 w 128"/>
                <a:gd name="T3" fmla="*/ 48 h 254"/>
                <a:gd name="T4" fmla="*/ 112 w 128"/>
                <a:gd name="T5" fmla="*/ 238 h 254"/>
                <a:gd name="T6" fmla="*/ 16 w 128"/>
                <a:gd name="T7" fmla="*/ 206 h 254"/>
                <a:gd name="T8" fmla="*/ 16 w 128"/>
                <a:gd name="T9" fmla="*/ 17 h 254"/>
                <a:gd name="T10" fmla="*/ 15 w 128"/>
                <a:gd name="T11" fmla="*/ 0 h 254"/>
                <a:gd name="T12" fmla="*/ 6 w 128"/>
                <a:gd name="T13" fmla="*/ 3 h 254"/>
                <a:gd name="T14" fmla="*/ 0 w 128"/>
                <a:gd name="T15" fmla="*/ 16 h 254"/>
                <a:gd name="T16" fmla="*/ 0 w 128"/>
                <a:gd name="T17" fmla="*/ 206 h 254"/>
                <a:gd name="T18" fmla="*/ 10 w 128"/>
                <a:gd name="T19" fmla="*/ 221 h 254"/>
                <a:gd name="T20" fmla="*/ 106 w 128"/>
                <a:gd name="T21" fmla="*/ 253 h 254"/>
                <a:gd name="T22" fmla="*/ 111 w 128"/>
                <a:gd name="T23" fmla="*/ 254 h 254"/>
                <a:gd name="T24" fmla="*/ 121 w 128"/>
                <a:gd name="T25" fmla="*/ 251 h 254"/>
                <a:gd name="T26" fmla="*/ 128 w 128"/>
                <a:gd name="T27" fmla="*/ 238 h 254"/>
                <a:gd name="T28" fmla="*/ 128 w 128"/>
                <a:gd name="T29" fmla="*/ 48 h 254"/>
                <a:gd name="T30" fmla="*/ 116 w 128"/>
                <a:gd name="T31" fmla="*/ 33 h 254"/>
                <a:gd name="T32" fmla="*/ 20 w 128"/>
                <a:gd name="T33" fmla="*/ 1 h 254"/>
                <a:gd name="T34" fmla="*/ 15 w 128"/>
                <a:gd name="T35" fmla="*/ 0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8" h="254">
                  <a:moveTo>
                    <a:pt x="16" y="16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2" y="238"/>
                    <a:pt x="112" y="238"/>
                    <a:pt x="112" y="238"/>
                  </a:cubicBezTo>
                  <a:cubicBezTo>
                    <a:pt x="16" y="206"/>
                    <a:pt x="16" y="206"/>
                    <a:pt x="16" y="206"/>
                  </a:cubicBezTo>
                  <a:cubicBezTo>
                    <a:pt x="16" y="17"/>
                    <a:pt x="16" y="17"/>
                    <a:pt x="16" y="17"/>
                  </a:cubicBezTo>
                  <a:moveTo>
                    <a:pt x="15" y="0"/>
                  </a:moveTo>
                  <a:cubicBezTo>
                    <a:pt x="11" y="0"/>
                    <a:pt x="9" y="1"/>
                    <a:pt x="6" y="3"/>
                  </a:cubicBezTo>
                  <a:cubicBezTo>
                    <a:pt x="2" y="6"/>
                    <a:pt x="0" y="11"/>
                    <a:pt x="0" y="16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213"/>
                    <a:pt x="4" y="219"/>
                    <a:pt x="10" y="221"/>
                  </a:cubicBezTo>
                  <a:cubicBezTo>
                    <a:pt x="106" y="253"/>
                    <a:pt x="106" y="253"/>
                    <a:pt x="106" y="253"/>
                  </a:cubicBezTo>
                  <a:cubicBezTo>
                    <a:pt x="108" y="254"/>
                    <a:pt x="109" y="254"/>
                    <a:pt x="111" y="254"/>
                  </a:cubicBezTo>
                  <a:cubicBezTo>
                    <a:pt x="114" y="254"/>
                    <a:pt x="118" y="253"/>
                    <a:pt x="121" y="251"/>
                  </a:cubicBezTo>
                  <a:cubicBezTo>
                    <a:pt x="125" y="248"/>
                    <a:pt x="128" y="243"/>
                    <a:pt x="128" y="23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1"/>
                    <a:pt x="123" y="35"/>
                    <a:pt x="116" y="33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18" y="0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50"/>
            <p:cNvSpPr>
              <a:spLocks/>
            </p:cNvSpPr>
            <p:nvPr/>
          </p:nvSpPr>
          <p:spPr bwMode="auto">
            <a:xfrm>
              <a:off x="11595101" y="2163763"/>
              <a:ext cx="244475" cy="190500"/>
            </a:xfrm>
            <a:custGeom>
              <a:avLst/>
              <a:gdLst>
                <a:gd name="T0" fmla="*/ 64 w 72"/>
                <a:gd name="T1" fmla="*/ 56 h 56"/>
                <a:gd name="T2" fmla="*/ 8 w 72"/>
                <a:gd name="T3" fmla="*/ 56 h 56"/>
                <a:gd name="T4" fmla="*/ 0 w 72"/>
                <a:gd name="T5" fmla="*/ 48 h 56"/>
                <a:gd name="T6" fmla="*/ 8 w 72"/>
                <a:gd name="T7" fmla="*/ 40 h 56"/>
                <a:gd name="T8" fmla="*/ 56 w 72"/>
                <a:gd name="T9" fmla="*/ 40 h 56"/>
                <a:gd name="T10" fmla="*/ 56 w 72"/>
                <a:gd name="T11" fmla="*/ 8 h 56"/>
                <a:gd name="T12" fmla="*/ 64 w 72"/>
                <a:gd name="T13" fmla="*/ 0 h 56"/>
                <a:gd name="T14" fmla="*/ 72 w 72"/>
                <a:gd name="T15" fmla="*/ 8 h 56"/>
                <a:gd name="T16" fmla="*/ 72 w 72"/>
                <a:gd name="T17" fmla="*/ 48 h 56"/>
                <a:gd name="T18" fmla="*/ 64 w 72"/>
                <a:gd name="T19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56">
                  <a:moveTo>
                    <a:pt x="64" y="56"/>
                  </a:moveTo>
                  <a:cubicBezTo>
                    <a:pt x="8" y="56"/>
                    <a:pt x="8" y="56"/>
                    <a:pt x="8" y="56"/>
                  </a:cubicBezTo>
                  <a:cubicBezTo>
                    <a:pt x="4" y="56"/>
                    <a:pt x="0" y="52"/>
                    <a:pt x="0" y="48"/>
                  </a:cubicBezTo>
                  <a:cubicBezTo>
                    <a:pt x="0" y="44"/>
                    <a:pt x="4" y="40"/>
                    <a:pt x="8" y="40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4"/>
                    <a:pt x="60" y="0"/>
                    <a:pt x="64" y="0"/>
                  </a:cubicBezTo>
                  <a:cubicBezTo>
                    <a:pt x="68" y="0"/>
                    <a:pt x="72" y="4"/>
                    <a:pt x="72" y="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52"/>
                    <a:pt x="68" y="56"/>
                    <a:pt x="64" y="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51"/>
            <p:cNvSpPr>
              <a:spLocks/>
            </p:cNvSpPr>
            <p:nvPr/>
          </p:nvSpPr>
          <p:spPr bwMode="auto">
            <a:xfrm>
              <a:off x="11215688" y="1563688"/>
              <a:ext cx="623888" cy="217488"/>
            </a:xfrm>
            <a:custGeom>
              <a:avLst/>
              <a:gdLst>
                <a:gd name="T0" fmla="*/ 176 w 184"/>
                <a:gd name="T1" fmla="*/ 64 h 64"/>
                <a:gd name="T2" fmla="*/ 168 w 184"/>
                <a:gd name="T3" fmla="*/ 56 h 64"/>
                <a:gd name="T4" fmla="*/ 168 w 184"/>
                <a:gd name="T5" fmla="*/ 16 h 64"/>
                <a:gd name="T6" fmla="*/ 19 w 184"/>
                <a:gd name="T7" fmla="*/ 16 h 64"/>
                <a:gd name="T8" fmla="*/ 12 w 184"/>
                <a:gd name="T9" fmla="*/ 13 h 64"/>
                <a:gd name="T10" fmla="*/ 8 w 184"/>
                <a:gd name="T11" fmla="*/ 16 h 64"/>
                <a:gd name="T12" fmla="*/ 0 w 184"/>
                <a:gd name="T13" fmla="*/ 8 h 64"/>
                <a:gd name="T14" fmla="*/ 8 w 184"/>
                <a:gd name="T15" fmla="*/ 0 h 64"/>
                <a:gd name="T16" fmla="*/ 176 w 184"/>
                <a:gd name="T17" fmla="*/ 0 h 64"/>
                <a:gd name="T18" fmla="*/ 184 w 184"/>
                <a:gd name="T19" fmla="*/ 8 h 64"/>
                <a:gd name="T20" fmla="*/ 184 w 184"/>
                <a:gd name="T21" fmla="*/ 56 h 64"/>
                <a:gd name="T22" fmla="*/ 176 w 184"/>
                <a:gd name="T23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4" h="64">
                  <a:moveTo>
                    <a:pt x="176" y="64"/>
                  </a:moveTo>
                  <a:cubicBezTo>
                    <a:pt x="172" y="64"/>
                    <a:pt x="168" y="60"/>
                    <a:pt x="168" y="56"/>
                  </a:cubicBezTo>
                  <a:cubicBezTo>
                    <a:pt x="168" y="16"/>
                    <a:pt x="168" y="16"/>
                    <a:pt x="168" y="1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4" y="16"/>
                    <a:pt x="0" y="12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80" y="0"/>
                    <a:pt x="184" y="4"/>
                    <a:pt x="184" y="8"/>
                  </a:cubicBezTo>
                  <a:cubicBezTo>
                    <a:pt x="184" y="56"/>
                    <a:pt x="184" y="56"/>
                    <a:pt x="184" y="56"/>
                  </a:cubicBezTo>
                  <a:cubicBezTo>
                    <a:pt x="184" y="60"/>
                    <a:pt x="180" y="64"/>
                    <a:pt x="176" y="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52"/>
            <p:cNvSpPr>
              <a:spLocks/>
            </p:cNvSpPr>
            <p:nvPr/>
          </p:nvSpPr>
          <p:spPr bwMode="auto">
            <a:xfrm>
              <a:off x="11514138" y="2054225"/>
              <a:ext cx="26988" cy="109538"/>
            </a:xfrm>
            <a:custGeom>
              <a:avLst/>
              <a:gdLst>
                <a:gd name="T0" fmla="*/ 4 w 8"/>
                <a:gd name="T1" fmla="*/ 32 h 32"/>
                <a:gd name="T2" fmla="*/ 0 w 8"/>
                <a:gd name="T3" fmla="*/ 28 h 32"/>
                <a:gd name="T4" fmla="*/ 0 w 8"/>
                <a:gd name="T5" fmla="*/ 4 h 32"/>
                <a:gd name="T6" fmla="*/ 4 w 8"/>
                <a:gd name="T7" fmla="*/ 0 h 32"/>
                <a:gd name="T8" fmla="*/ 8 w 8"/>
                <a:gd name="T9" fmla="*/ 4 h 32"/>
                <a:gd name="T10" fmla="*/ 8 w 8"/>
                <a:gd name="T11" fmla="*/ 28 h 32"/>
                <a:gd name="T12" fmla="*/ 4 w 8"/>
                <a:gd name="T13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2">
                  <a:moveTo>
                    <a:pt x="4" y="32"/>
                  </a:moveTo>
                  <a:cubicBezTo>
                    <a:pt x="2" y="32"/>
                    <a:pt x="0" y="30"/>
                    <a:pt x="0" y="2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30"/>
                    <a:pt x="6" y="32"/>
                    <a:pt x="4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53"/>
            <p:cNvSpPr>
              <a:spLocks/>
            </p:cNvSpPr>
            <p:nvPr/>
          </p:nvSpPr>
          <p:spPr bwMode="auto">
            <a:xfrm>
              <a:off x="11677651" y="1931988"/>
              <a:ext cx="257175" cy="53975"/>
            </a:xfrm>
            <a:custGeom>
              <a:avLst/>
              <a:gdLst>
                <a:gd name="T0" fmla="*/ 68 w 76"/>
                <a:gd name="T1" fmla="*/ 16 h 16"/>
                <a:gd name="T2" fmla="*/ 8 w 76"/>
                <a:gd name="T3" fmla="*/ 16 h 16"/>
                <a:gd name="T4" fmla="*/ 0 w 76"/>
                <a:gd name="T5" fmla="*/ 8 h 16"/>
                <a:gd name="T6" fmla="*/ 8 w 76"/>
                <a:gd name="T7" fmla="*/ 0 h 16"/>
                <a:gd name="T8" fmla="*/ 68 w 76"/>
                <a:gd name="T9" fmla="*/ 0 h 16"/>
                <a:gd name="T10" fmla="*/ 76 w 76"/>
                <a:gd name="T11" fmla="*/ 8 h 16"/>
                <a:gd name="T12" fmla="*/ 68 w 76"/>
                <a:gd name="T1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" h="16">
                  <a:moveTo>
                    <a:pt x="68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4" y="16"/>
                    <a:pt x="0" y="12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72" y="0"/>
                    <a:pt x="76" y="4"/>
                    <a:pt x="76" y="8"/>
                  </a:cubicBezTo>
                  <a:cubicBezTo>
                    <a:pt x="76" y="12"/>
                    <a:pt x="72" y="16"/>
                    <a:pt x="68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1382099" y="1832027"/>
            <a:ext cx="1151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107785" y="1832027"/>
            <a:ext cx="1151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886511" y="1832027"/>
            <a:ext cx="1151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382099" y="4230670"/>
            <a:ext cx="1151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107785" y="4230670"/>
            <a:ext cx="1151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8886511" y="4208339"/>
            <a:ext cx="1151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842571" y="2434170"/>
            <a:ext cx="2496458" cy="88684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</a:t>
            </a:r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been.</a:t>
            </a:r>
            <a:endParaRPr lang="en-US" sz="1200" dirty="0">
              <a:solidFill>
                <a:schemeClr val="bg1">
                  <a:lumMod val="65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842571" y="4886323"/>
            <a:ext cx="2496458" cy="88684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</a:t>
            </a:r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been.</a:t>
            </a:r>
            <a:endParaRPr lang="en-US" sz="1200" dirty="0">
              <a:solidFill>
                <a:schemeClr val="bg1">
                  <a:lumMod val="65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643456" y="2434170"/>
            <a:ext cx="2496458" cy="88684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</a:t>
            </a:r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been.</a:t>
            </a:r>
            <a:endParaRPr lang="en-US" sz="1200" dirty="0">
              <a:solidFill>
                <a:schemeClr val="bg1">
                  <a:lumMod val="65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8408887" y="2434170"/>
            <a:ext cx="2496458" cy="88684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</a:t>
            </a:r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been.</a:t>
            </a:r>
            <a:endParaRPr lang="en-US" sz="1200" dirty="0">
              <a:solidFill>
                <a:schemeClr val="bg1">
                  <a:lumMod val="65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643456" y="4886323"/>
            <a:ext cx="2496458" cy="88684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</a:t>
            </a:r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been.</a:t>
            </a:r>
            <a:endParaRPr lang="en-US" sz="1200" dirty="0">
              <a:solidFill>
                <a:schemeClr val="bg1">
                  <a:lumMod val="65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8408887" y="4886323"/>
            <a:ext cx="2496458" cy="88684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</a:t>
            </a:r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been.</a:t>
            </a:r>
            <a:endParaRPr lang="en-US" sz="1200" dirty="0">
              <a:solidFill>
                <a:schemeClr val="bg1">
                  <a:lumMod val="65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309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6"/>
          <p:cNvSpPr>
            <a:spLocks noEditPoints="1"/>
          </p:cNvSpPr>
          <p:nvPr/>
        </p:nvSpPr>
        <p:spPr bwMode="auto">
          <a:xfrm>
            <a:off x="1499460" y="4229392"/>
            <a:ext cx="499257" cy="428202"/>
          </a:xfrm>
          <a:custGeom>
            <a:avLst/>
            <a:gdLst>
              <a:gd name="T0" fmla="*/ 174 w 188"/>
              <a:gd name="T1" fmla="*/ 45 h 161"/>
              <a:gd name="T2" fmla="*/ 173 w 188"/>
              <a:gd name="T3" fmla="*/ 45 h 161"/>
              <a:gd name="T4" fmla="*/ 173 w 188"/>
              <a:gd name="T5" fmla="*/ 30 h 161"/>
              <a:gd name="T6" fmla="*/ 159 w 188"/>
              <a:gd name="T7" fmla="*/ 10 h 161"/>
              <a:gd name="T8" fmla="*/ 159 w 188"/>
              <a:gd name="T9" fmla="*/ 9 h 161"/>
              <a:gd name="T10" fmla="*/ 149 w 188"/>
              <a:gd name="T11" fmla="*/ 0 h 161"/>
              <a:gd name="T12" fmla="*/ 115 w 188"/>
              <a:gd name="T13" fmla="*/ 0 h 161"/>
              <a:gd name="T14" fmla="*/ 106 w 188"/>
              <a:gd name="T15" fmla="*/ 9 h 161"/>
              <a:gd name="T16" fmla="*/ 20 w 188"/>
              <a:gd name="T17" fmla="*/ 9 h 161"/>
              <a:gd name="T18" fmla="*/ 0 w 188"/>
              <a:gd name="T19" fmla="*/ 30 h 161"/>
              <a:gd name="T20" fmla="*/ 0 w 188"/>
              <a:gd name="T21" fmla="*/ 50 h 161"/>
              <a:gd name="T22" fmla="*/ 0 w 188"/>
              <a:gd name="T23" fmla="*/ 49 h 161"/>
              <a:gd name="T24" fmla="*/ 0 w 188"/>
              <a:gd name="T25" fmla="*/ 140 h 161"/>
              <a:gd name="T26" fmla="*/ 1 w 188"/>
              <a:gd name="T27" fmla="*/ 141 h 161"/>
              <a:gd name="T28" fmla="*/ 1 w 188"/>
              <a:gd name="T29" fmla="*/ 141 h 161"/>
              <a:gd name="T30" fmla="*/ 19 w 188"/>
              <a:gd name="T31" fmla="*/ 161 h 161"/>
              <a:gd name="T32" fmla="*/ 153 w 188"/>
              <a:gd name="T33" fmla="*/ 161 h 161"/>
              <a:gd name="T34" fmla="*/ 172 w 188"/>
              <a:gd name="T35" fmla="*/ 141 h 161"/>
              <a:gd name="T36" fmla="*/ 185 w 188"/>
              <a:gd name="T37" fmla="*/ 66 h 161"/>
              <a:gd name="T38" fmla="*/ 174 w 188"/>
              <a:gd name="T39" fmla="*/ 45 h 161"/>
              <a:gd name="T40" fmla="*/ 32 w 188"/>
              <a:gd name="T41" fmla="*/ 45 h 161"/>
              <a:gd name="T42" fmla="*/ 11 w 188"/>
              <a:gd name="T43" fmla="*/ 58 h 161"/>
              <a:gd name="T44" fmla="*/ 11 w 188"/>
              <a:gd name="T45" fmla="*/ 38 h 161"/>
              <a:gd name="T46" fmla="*/ 19 w 188"/>
              <a:gd name="T47" fmla="*/ 30 h 161"/>
              <a:gd name="T48" fmla="*/ 20 w 188"/>
              <a:gd name="T49" fmla="*/ 29 h 161"/>
              <a:gd name="T50" fmla="*/ 106 w 188"/>
              <a:gd name="T51" fmla="*/ 29 h 161"/>
              <a:gd name="T52" fmla="*/ 115 w 188"/>
              <a:gd name="T53" fmla="*/ 20 h 161"/>
              <a:gd name="T54" fmla="*/ 149 w 188"/>
              <a:gd name="T55" fmla="*/ 20 h 161"/>
              <a:gd name="T56" fmla="*/ 159 w 188"/>
              <a:gd name="T57" fmla="*/ 30 h 161"/>
              <a:gd name="T58" fmla="*/ 159 w 188"/>
              <a:gd name="T59" fmla="*/ 30 h 161"/>
              <a:gd name="T60" fmla="*/ 173 w 188"/>
              <a:gd name="T61" fmla="*/ 45 h 161"/>
              <a:gd name="T62" fmla="*/ 32 w 188"/>
              <a:gd name="T63" fmla="*/ 45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88" h="161">
                <a:moveTo>
                  <a:pt x="174" y="45"/>
                </a:moveTo>
                <a:cubicBezTo>
                  <a:pt x="173" y="45"/>
                  <a:pt x="173" y="45"/>
                  <a:pt x="173" y="45"/>
                </a:cubicBezTo>
                <a:cubicBezTo>
                  <a:pt x="173" y="30"/>
                  <a:pt x="173" y="30"/>
                  <a:pt x="173" y="30"/>
                </a:cubicBezTo>
                <a:cubicBezTo>
                  <a:pt x="173" y="20"/>
                  <a:pt x="167" y="12"/>
                  <a:pt x="159" y="10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4"/>
                  <a:pt x="154" y="0"/>
                  <a:pt x="149" y="0"/>
                </a:cubicBezTo>
                <a:cubicBezTo>
                  <a:pt x="115" y="0"/>
                  <a:pt x="115" y="0"/>
                  <a:pt x="115" y="0"/>
                </a:cubicBezTo>
                <a:cubicBezTo>
                  <a:pt x="110" y="0"/>
                  <a:pt x="106" y="4"/>
                  <a:pt x="106" y="9"/>
                </a:cubicBezTo>
                <a:cubicBezTo>
                  <a:pt x="20" y="9"/>
                  <a:pt x="20" y="9"/>
                  <a:pt x="20" y="9"/>
                </a:cubicBezTo>
                <a:cubicBezTo>
                  <a:pt x="9" y="9"/>
                  <a:pt x="0" y="18"/>
                  <a:pt x="0" y="30"/>
                </a:cubicBezTo>
                <a:cubicBezTo>
                  <a:pt x="0" y="50"/>
                  <a:pt x="0" y="50"/>
                  <a:pt x="0" y="50"/>
                </a:cubicBezTo>
                <a:cubicBezTo>
                  <a:pt x="0" y="50"/>
                  <a:pt x="0" y="49"/>
                  <a:pt x="0" y="49"/>
                </a:cubicBezTo>
                <a:cubicBezTo>
                  <a:pt x="0" y="140"/>
                  <a:pt x="0" y="140"/>
                  <a:pt x="0" y="140"/>
                </a:cubicBezTo>
                <a:cubicBezTo>
                  <a:pt x="1" y="141"/>
                  <a:pt x="1" y="141"/>
                  <a:pt x="1" y="141"/>
                </a:cubicBezTo>
                <a:cubicBezTo>
                  <a:pt x="1" y="141"/>
                  <a:pt x="1" y="141"/>
                  <a:pt x="1" y="141"/>
                </a:cubicBezTo>
                <a:cubicBezTo>
                  <a:pt x="1" y="153"/>
                  <a:pt x="8" y="161"/>
                  <a:pt x="19" y="161"/>
                </a:cubicBezTo>
                <a:cubicBezTo>
                  <a:pt x="153" y="161"/>
                  <a:pt x="153" y="161"/>
                  <a:pt x="153" y="161"/>
                </a:cubicBezTo>
                <a:cubicBezTo>
                  <a:pt x="164" y="161"/>
                  <a:pt x="170" y="150"/>
                  <a:pt x="172" y="141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8" y="54"/>
                  <a:pt x="184" y="45"/>
                  <a:pt x="174" y="45"/>
                </a:cubicBezTo>
                <a:close/>
                <a:moveTo>
                  <a:pt x="32" y="45"/>
                </a:moveTo>
                <a:cubicBezTo>
                  <a:pt x="24" y="45"/>
                  <a:pt x="15" y="51"/>
                  <a:pt x="11" y="58"/>
                </a:cubicBezTo>
                <a:cubicBezTo>
                  <a:pt x="11" y="38"/>
                  <a:pt x="11" y="38"/>
                  <a:pt x="11" y="38"/>
                </a:cubicBezTo>
                <a:cubicBezTo>
                  <a:pt x="12" y="37"/>
                  <a:pt x="13" y="32"/>
                  <a:pt x="19" y="30"/>
                </a:cubicBezTo>
                <a:cubicBezTo>
                  <a:pt x="20" y="29"/>
                  <a:pt x="20" y="29"/>
                  <a:pt x="20" y="29"/>
                </a:cubicBezTo>
                <a:cubicBezTo>
                  <a:pt x="106" y="29"/>
                  <a:pt x="106" y="29"/>
                  <a:pt x="106" y="29"/>
                </a:cubicBezTo>
                <a:cubicBezTo>
                  <a:pt x="106" y="24"/>
                  <a:pt x="110" y="20"/>
                  <a:pt x="115" y="20"/>
                </a:cubicBezTo>
                <a:cubicBezTo>
                  <a:pt x="149" y="20"/>
                  <a:pt x="149" y="20"/>
                  <a:pt x="149" y="20"/>
                </a:cubicBezTo>
                <a:cubicBezTo>
                  <a:pt x="154" y="20"/>
                  <a:pt x="159" y="24"/>
                  <a:pt x="159" y="30"/>
                </a:cubicBezTo>
                <a:cubicBezTo>
                  <a:pt x="159" y="30"/>
                  <a:pt x="159" y="30"/>
                  <a:pt x="159" y="30"/>
                </a:cubicBezTo>
                <a:cubicBezTo>
                  <a:pt x="166" y="32"/>
                  <a:pt x="171" y="38"/>
                  <a:pt x="173" y="45"/>
                </a:cubicBezTo>
                <a:lnTo>
                  <a:pt x="32" y="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6670761" y="4233468"/>
            <a:ext cx="510477" cy="435682"/>
            <a:chOff x="3714750" y="1821586"/>
            <a:chExt cx="433388" cy="369888"/>
          </a:xfrm>
          <a:solidFill>
            <a:schemeClr val="accent4"/>
          </a:solidFill>
        </p:grpSpPr>
        <p:sp>
          <p:nvSpPr>
            <p:cNvPr id="4" name="Freeform 77"/>
            <p:cNvSpPr>
              <a:spLocks/>
            </p:cNvSpPr>
            <p:nvPr/>
          </p:nvSpPr>
          <p:spPr bwMode="auto">
            <a:xfrm>
              <a:off x="3714750" y="2075586"/>
              <a:ext cx="433388" cy="115888"/>
            </a:xfrm>
            <a:custGeom>
              <a:avLst/>
              <a:gdLst>
                <a:gd name="T0" fmla="*/ 182 w 192"/>
                <a:gd name="T1" fmla="*/ 0 h 51"/>
                <a:gd name="T2" fmla="*/ 96 w 192"/>
                <a:gd name="T3" fmla="*/ 20 h 51"/>
                <a:gd name="T4" fmla="*/ 10 w 192"/>
                <a:gd name="T5" fmla="*/ 0 h 51"/>
                <a:gd name="T6" fmla="*/ 0 w 192"/>
                <a:gd name="T7" fmla="*/ 16 h 51"/>
                <a:gd name="T8" fmla="*/ 96 w 192"/>
                <a:gd name="T9" fmla="*/ 51 h 51"/>
                <a:gd name="T10" fmla="*/ 192 w 192"/>
                <a:gd name="T11" fmla="*/ 16 h 51"/>
                <a:gd name="T12" fmla="*/ 182 w 192"/>
                <a:gd name="T1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2" h="51">
                  <a:moveTo>
                    <a:pt x="182" y="0"/>
                  </a:moveTo>
                  <a:cubicBezTo>
                    <a:pt x="166" y="12"/>
                    <a:pt x="134" y="20"/>
                    <a:pt x="96" y="20"/>
                  </a:cubicBezTo>
                  <a:cubicBezTo>
                    <a:pt x="58" y="20"/>
                    <a:pt x="26" y="12"/>
                    <a:pt x="10" y="0"/>
                  </a:cubicBezTo>
                  <a:cubicBezTo>
                    <a:pt x="4" y="5"/>
                    <a:pt x="0" y="10"/>
                    <a:pt x="0" y="16"/>
                  </a:cubicBezTo>
                  <a:cubicBezTo>
                    <a:pt x="0" y="35"/>
                    <a:pt x="43" y="51"/>
                    <a:pt x="96" y="51"/>
                  </a:cubicBezTo>
                  <a:cubicBezTo>
                    <a:pt x="149" y="51"/>
                    <a:pt x="192" y="35"/>
                    <a:pt x="192" y="16"/>
                  </a:cubicBezTo>
                  <a:cubicBezTo>
                    <a:pt x="192" y="10"/>
                    <a:pt x="188" y="5"/>
                    <a:pt x="1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78"/>
            <p:cNvSpPr>
              <a:spLocks/>
            </p:cNvSpPr>
            <p:nvPr/>
          </p:nvSpPr>
          <p:spPr bwMode="auto">
            <a:xfrm>
              <a:off x="3714750" y="1970811"/>
              <a:ext cx="433388" cy="114300"/>
            </a:xfrm>
            <a:custGeom>
              <a:avLst/>
              <a:gdLst>
                <a:gd name="T0" fmla="*/ 182 w 192"/>
                <a:gd name="T1" fmla="*/ 0 h 51"/>
                <a:gd name="T2" fmla="*/ 96 w 192"/>
                <a:gd name="T3" fmla="*/ 20 h 51"/>
                <a:gd name="T4" fmla="*/ 10 w 192"/>
                <a:gd name="T5" fmla="*/ 0 h 51"/>
                <a:gd name="T6" fmla="*/ 0 w 192"/>
                <a:gd name="T7" fmla="*/ 16 h 51"/>
                <a:gd name="T8" fmla="*/ 96 w 192"/>
                <a:gd name="T9" fmla="*/ 51 h 51"/>
                <a:gd name="T10" fmla="*/ 192 w 192"/>
                <a:gd name="T11" fmla="*/ 16 h 51"/>
                <a:gd name="T12" fmla="*/ 182 w 192"/>
                <a:gd name="T1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2" h="51">
                  <a:moveTo>
                    <a:pt x="182" y="0"/>
                  </a:moveTo>
                  <a:cubicBezTo>
                    <a:pt x="166" y="12"/>
                    <a:pt x="134" y="20"/>
                    <a:pt x="96" y="20"/>
                  </a:cubicBezTo>
                  <a:cubicBezTo>
                    <a:pt x="58" y="20"/>
                    <a:pt x="26" y="12"/>
                    <a:pt x="10" y="0"/>
                  </a:cubicBezTo>
                  <a:cubicBezTo>
                    <a:pt x="4" y="5"/>
                    <a:pt x="0" y="10"/>
                    <a:pt x="0" y="16"/>
                  </a:cubicBezTo>
                  <a:cubicBezTo>
                    <a:pt x="0" y="35"/>
                    <a:pt x="43" y="51"/>
                    <a:pt x="96" y="51"/>
                  </a:cubicBezTo>
                  <a:cubicBezTo>
                    <a:pt x="149" y="51"/>
                    <a:pt x="192" y="35"/>
                    <a:pt x="192" y="16"/>
                  </a:cubicBezTo>
                  <a:cubicBezTo>
                    <a:pt x="192" y="10"/>
                    <a:pt x="188" y="5"/>
                    <a:pt x="1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Oval 79"/>
            <p:cNvSpPr>
              <a:spLocks noChangeArrowheads="1"/>
            </p:cNvSpPr>
            <p:nvPr/>
          </p:nvSpPr>
          <p:spPr bwMode="auto">
            <a:xfrm>
              <a:off x="3714750" y="1821586"/>
              <a:ext cx="433388" cy="157163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698809" y="2005892"/>
            <a:ext cx="454382" cy="512347"/>
            <a:chOff x="5448300" y="2645498"/>
            <a:chExt cx="385763" cy="434975"/>
          </a:xfrm>
          <a:solidFill>
            <a:schemeClr val="accent2"/>
          </a:solidFill>
        </p:grpSpPr>
        <p:sp>
          <p:nvSpPr>
            <p:cNvPr id="8" name="Freeform 162"/>
            <p:cNvSpPr>
              <a:spLocks noEditPoints="1"/>
            </p:cNvSpPr>
            <p:nvPr/>
          </p:nvSpPr>
          <p:spPr bwMode="auto">
            <a:xfrm>
              <a:off x="5448300" y="2645498"/>
              <a:ext cx="385763" cy="434975"/>
            </a:xfrm>
            <a:custGeom>
              <a:avLst/>
              <a:gdLst>
                <a:gd name="T0" fmla="*/ 117 w 171"/>
                <a:gd name="T1" fmla="*/ 0 h 192"/>
                <a:gd name="T2" fmla="*/ 30 w 171"/>
                <a:gd name="T3" fmla="*/ 0 h 192"/>
                <a:gd name="T4" fmla="*/ 0 w 171"/>
                <a:gd name="T5" fmla="*/ 34 h 192"/>
                <a:gd name="T6" fmla="*/ 0 w 171"/>
                <a:gd name="T7" fmla="*/ 158 h 192"/>
                <a:gd name="T8" fmla="*/ 30 w 171"/>
                <a:gd name="T9" fmla="*/ 192 h 192"/>
                <a:gd name="T10" fmla="*/ 142 w 171"/>
                <a:gd name="T11" fmla="*/ 192 h 192"/>
                <a:gd name="T12" fmla="*/ 171 w 171"/>
                <a:gd name="T13" fmla="*/ 158 h 192"/>
                <a:gd name="T14" fmla="*/ 171 w 171"/>
                <a:gd name="T15" fmla="*/ 64 h 192"/>
                <a:gd name="T16" fmla="*/ 117 w 171"/>
                <a:gd name="T17" fmla="*/ 0 h 192"/>
                <a:gd name="T18" fmla="*/ 149 w 171"/>
                <a:gd name="T19" fmla="*/ 148 h 192"/>
                <a:gd name="T20" fmla="*/ 127 w 171"/>
                <a:gd name="T21" fmla="*/ 174 h 192"/>
                <a:gd name="T22" fmla="*/ 45 w 171"/>
                <a:gd name="T23" fmla="*/ 174 h 192"/>
                <a:gd name="T24" fmla="*/ 23 w 171"/>
                <a:gd name="T25" fmla="*/ 148 h 192"/>
                <a:gd name="T26" fmla="*/ 23 w 171"/>
                <a:gd name="T27" fmla="*/ 50 h 192"/>
                <a:gd name="T28" fmla="*/ 45 w 171"/>
                <a:gd name="T29" fmla="*/ 23 h 192"/>
                <a:gd name="T30" fmla="*/ 109 w 171"/>
                <a:gd name="T31" fmla="*/ 23 h 192"/>
                <a:gd name="T32" fmla="*/ 149 w 171"/>
                <a:gd name="T33" fmla="*/ 74 h 192"/>
                <a:gd name="T34" fmla="*/ 149 w 171"/>
                <a:gd name="T35" fmla="*/ 148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71" h="192">
                  <a:moveTo>
                    <a:pt x="117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14" y="0"/>
                    <a:pt x="0" y="15"/>
                    <a:pt x="0" y="3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7"/>
                    <a:pt x="14" y="192"/>
                    <a:pt x="30" y="192"/>
                  </a:cubicBezTo>
                  <a:cubicBezTo>
                    <a:pt x="142" y="192"/>
                    <a:pt x="142" y="192"/>
                    <a:pt x="142" y="192"/>
                  </a:cubicBezTo>
                  <a:cubicBezTo>
                    <a:pt x="158" y="192"/>
                    <a:pt x="171" y="177"/>
                    <a:pt x="171" y="158"/>
                  </a:cubicBezTo>
                  <a:cubicBezTo>
                    <a:pt x="171" y="64"/>
                    <a:pt x="171" y="64"/>
                    <a:pt x="171" y="64"/>
                  </a:cubicBezTo>
                  <a:lnTo>
                    <a:pt x="117" y="0"/>
                  </a:lnTo>
                  <a:close/>
                  <a:moveTo>
                    <a:pt x="149" y="148"/>
                  </a:moveTo>
                  <a:cubicBezTo>
                    <a:pt x="149" y="162"/>
                    <a:pt x="146" y="174"/>
                    <a:pt x="127" y="174"/>
                  </a:cubicBezTo>
                  <a:cubicBezTo>
                    <a:pt x="45" y="174"/>
                    <a:pt x="45" y="174"/>
                    <a:pt x="45" y="174"/>
                  </a:cubicBezTo>
                  <a:cubicBezTo>
                    <a:pt x="28" y="175"/>
                    <a:pt x="23" y="162"/>
                    <a:pt x="23" y="148"/>
                  </a:cubicBezTo>
                  <a:cubicBezTo>
                    <a:pt x="23" y="50"/>
                    <a:pt x="23" y="50"/>
                    <a:pt x="23" y="50"/>
                  </a:cubicBezTo>
                  <a:cubicBezTo>
                    <a:pt x="23" y="35"/>
                    <a:pt x="26" y="23"/>
                    <a:pt x="45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49" y="74"/>
                    <a:pt x="149" y="74"/>
                    <a:pt x="149" y="74"/>
                  </a:cubicBezTo>
                  <a:lnTo>
                    <a:pt x="149" y="1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163"/>
            <p:cNvSpPr>
              <a:spLocks/>
            </p:cNvSpPr>
            <p:nvPr/>
          </p:nvSpPr>
          <p:spPr bwMode="auto">
            <a:xfrm>
              <a:off x="5538788" y="2980460"/>
              <a:ext cx="212725" cy="15875"/>
            </a:xfrm>
            <a:custGeom>
              <a:avLst/>
              <a:gdLst>
                <a:gd name="T0" fmla="*/ 90 w 94"/>
                <a:gd name="T1" fmla="*/ 0 h 7"/>
                <a:gd name="T2" fmla="*/ 4 w 94"/>
                <a:gd name="T3" fmla="*/ 0 h 7"/>
                <a:gd name="T4" fmla="*/ 0 w 94"/>
                <a:gd name="T5" fmla="*/ 3 h 7"/>
                <a:gd name="T6" fmla="*/ 4 w 94"/>
                <a:gd name="T7" fmla="*/ 7 h 7"/>
                <a:gd name="T8" fmla="*/ 90 w 94"/>
                <a:gd name="T9" fmla="*/ 7 h 7"/>
                <a:gd name="T10" fmla="*/ 94 w 94"/>
                <a:gd name="T11" fmla="*/ 3 h 7"/>
                <a:gd name="T12" fmla="*/ 90 w 94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4" h="7">
                  <a:moveTo>
                    <a:pt x="9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"/>
                    <a:pt x="2" y="7"/>
                    <a:pt x="4" y="7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92" y="7"/>
                    <a:pt x="94" y="5"/>
                    <a:pt x="94" y="3"/>
                  </a:cubicBezTo>
                  <a:cubicBezTo>
                    <a:pt x="94" y="1"/>
                    <a:pt x="9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64"/>
            <p:cNvSpPr>
              <a:spLocks/>
            </p:cNvSpPr>
            <p:nvPr/>
          </p:nvSpPr>
          <p:spPr bwMode="auto">
            <a:xfrm>
              <a:off x="5538788" y="2912198"/>
              <a:ext cx="212725" cy="15875"/>
            </a:xfrm>
            <a:custGeom>
              <a:avLst/>
              <a:gdLst>
                <a:gd name="T0" fmla="*/ 90 w 94"/>
                <a:gd name="T1" fmla="*/ 0 h 7"/>
                <a:gd name="T2" fmla="*/ 4 w 94"/>
                <a:gd name="T3" fmla="*/ 0 h 7"/>
                <a:gd name="T4" fmla="*/ 0 w 94"/>
                <a:gd name="T5" fmla="*/ 4 h 7"/>
                <a:gd name="T6" fmla="*/ 4 w 94"/>
                <a:gd name="T7" fmla="*/ 7 h 7"/>
                <a:gd name="T8" fmla="*/ 90 w 94"/>
                <a:gd name="T9" fmla="*/ 7 h 7"/>
                <a:gd name="T10" fmla="*/ 94 w 94"/>
                <a:gd name="T11" fmla="*/ 4 h 7"/>
                <a:gd name="T12" fmla="*/ 90 w 94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4" h="7">
                  <a:moveTo>
                    <a:pt x="9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7"/>
                    <a:pt x="4" y="7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92" y="7"/>
                    <a:pt x="94" y="6"/>
                    <a:pt x="94" y="4"/>
                  </a:cubicBezTo>
                  <a:cubicBezTo>
                    <a:pt x="94" y="2"/>
                    <a:pt x="9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65"/>
            <p:cNvSpPr>
              <a:spLocks/>
            </p:cNvSpPr>
            <p:nvPr/>
          </p:nvSpPr>
          <p:spPr bwMode="auto">
            <a:xfrm>
              <a:off x="5538788" y="2853460"/>
              <a:ext cx="212725" cy="15875"/>
            </a:xfrm>
            <a:custGeom>
              <a:avLst/>
              <a:gdLst>
                <a:gd name="T0" fmla="*/ 0 w 94"/>
                <a:gd name="T1" fmla="*/ 4 h 7"/>
                <a:gd name="T2" fmla="*/ 4 w 94"/>
                <a:gd name="T3" fmla="*/ 7 h 7"/>
                <a:gd name="T4" fmla="*/ 90 w 94"/>
                <a:gd name="T5" fmla="*/ 7 h 7"/>
                <a:gd name="T6" fmla="*/ 94 w 94"/>
                <a:gd name="T7" fmla="*/ 4 h 7"/>
                <a:gd name="T8" fmla="*/ 90 w 94"/>
                <a:gd name="T9" fmla="*/ 0 h 7"/>
                <a:gd name="T10" fmla="*/ 4 w 94"/>
                <a:gd name="T11" fmla="*/ 0 h 7"/>
                <a:gd name="T12" fmla="*/ 0 w 94"/>
                <a:gd name="T13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4" h="7">
                  <a:moveTo>
                    <a:pt x="0" y="4"/>
                  </a:moveTo>
                  <a:cubicBezTo>
                    <a:pt x="0" y="5"/>
                    <a:pt x="2" y="7"/>
                    <a:pt x="4" y="7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92" y="7"/>
                    <a:pt x="94" y="5"/>
                    <a:pt x="94" y="4"/>
                  </a:cubicBezTo>
                  <a:cubicBezTo>
                    <a:pt x="94" y="2"/>
                    <a:pt x="92" y="0"/>
                    <a:pt x="9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66"/>
            <p:cNvSpPr>
              <a:spLocks/>
            </p:cNvSpPr>
            <p:nvPr/>
          </p:nvSpPr>
          <p:spPr bwMode="auto">
            <a:xfrm>
              <a:off x="5538788" y="2794723"/>
              <a:ext cx="193675" cy="15875"/>
            </a:xfrm>
            <a:custGeom>
              <a:avLst/>
              <a:gdLst>
                <a:gd name="T0" fmla="*/ 0 w 86"/>
                <a:gd name="T1" fmla="*/ 3 h 7"/>
                <a:gd name="T2" fmla="*/ 4 w 86"/>
                <a:gd name="T3" fmla="*/ 7 h 7"/>
                <a:gd name="T4" fmla="*/ 82 w 86"/>
                <a:gd name="T5" fmla="*/ 7 h 7"/>
                <a:gd name="T6" fmla="*/ 86 w 86"/>
                <a:gd name="T7" fmla="*/ 3 h 7"/>
                <a:gd name="T8" fmla="*/ 82 w 86"/>
                <a:gd name="T9" fmla="*/ 0 h 7"/>
                <a:gd name="T10" fmla="*/ 4 w 86"/>
                <a:gd name="T11" fmla="*/ 0 h 7"/>
                <a:gd name="T12" fmla="*/ 0 w 86"/>
                <a:gd name="T13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" h="7">
                  <a:moveTo>
                    <a:pt x="0" y="3"/>
                  </a:moveTo>
                  <a:cubicBezTo>
                    <a:pt x="0" y="5"/>
                    <a:pt x="2" y="7"/>
                    <a:pt x="4" y="7"/>
                  </a:cubicBezTo>
                  <a:cubicBezTo>
                    <a:pt x="82" y="7"/>
                    <a:pt x="82" y="7"/>
                    <a:pt x="82" y="7"/>
                  </a:cubicBezTo>
                  <a:cubicBezTo>
                    <a:pt x="84" y="7"/>
                    <a:pt x="86" y="5"/>
                    <a:pt x="86" y="3"/>
                  </a:cubicBezTo>
                  <a:cubicBezTo>
                    <a:pt x="86" y="1"/>
                    <a:pt x="84" y="0"/>
                    <a:pt x="8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1456718" y="2005892"/>
            <a:ext cx="587142" cy="514216"/>
            <a:chOff x="7110412" y="2579400"/>
            <a:chExt cx="498475" cy="436563"/>
          </a:xfrm>
          <a:solidFill>
            <a:schemeClr val="accent1"/>
          </a:solidFill>
        </p:grpSpPr>
        <p:sp>
          <p:nvSpPr>
            <p:cNvPr id="14" name="Freeform 92"/>
            <p:cNvSpPr>
              <a:spLocks/>
            </p:cNvSpPr>
            <p:nvPr/>
          </p:nvSpPr>
          <p:spPr bwMode="auto">
            <a:xfrm>
              <a:off x="7196137" y="2687350"/>
              <a:ext cx="338138" cy="328613"/>
            </a:xfrm>
            <a:custGeom>
              <a:avLst/>
              <a:gdLst>
                <a:gd name="T0" fmla="*/ 145 w 150"/>
                <a:gd name="T1" fmla="*/ 71 h 145"/>
                <a:gd name="T2" fmla="*/ 70 w 150"/>
                <a:gd name="T3" fmla="*/ 0 h 145"/>
                <a:gd name="T4" fmla="*/ 0 w 150"/>
                <a:gd name="T5" fmla="*/ 71 h 145"/>
                <a:gd name="T6" fmla="*/ 0 w 150"/>
                <a:gd name="T7" fmla="*/ 119 h 145"/>
                <a:gd name="T8" fmla="*/ 47 w 150"/>
                <a:gd name="T9" fmla="*/ 144 h 145"/>
                <a:gd name="T10" fmla="*/ 47 w 150"/>
                <a:gd name="T11" fmla="*/ 98 h 145"/>
                <a:gd name="T12" fmla="*/ 99 w 150"/>
                <a:gd name="T13" fmla="*/ 98 h 145"/>
                <a:gd name="T14" fmla="*/ 99 w 150"/>
                <a:gd name="T15" fmla="*/ 144 h 145"/>
                <a:gd name="T16" fmla="*/ 145 w 150"/>
                <a:gd name="T17" fmla="*/ 120 h 145"/>
                <a:gd name="T18" fmla="*/ 145 w 150"/>
                <a:gd name="T19" fmla="*/ 71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" h="145">
                  <a:moveTo>
                    <a:pt x="145" y="71"/>
                  </a:moveTo>
                  <a:cubicBezTo>
                    <a:pt x="70" y="0"/>
                    <a:pt x="70" y="0"/>
                    <a:pt x="70" y="0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71"/>
                    <a:pt x="0" y="93"/>
                    <a:pt x="0" y="119"/>
                  </a:cubicBezTo>
                  <a:cubicBezTo>
                    <a:pt x="0" y="145"/>
                    <a:pt x="47" y="144"/>
                    <a:pt x="47" y="144"/>
                  </a:cubicBezTo>
                  <a:cubicBezTo>
                    <a:pt x="47" y="98"/>
                    <a:pt x="47" y="98"/>
                    <a:pt x="47" y="98"/>
                  </a:cubicBezTo>
                  <a:cubicBezTo>
                    <a:pt x="99" y="98"/>
                    <a:pt x="99" y="98"/>
                    <a:pt x="99" y="98"/>
                  </a:cubicBezTo>
                  <a:cubicBezTo>
                    <a:pt x="99" y="144"/>
                    <a:pt x="99" y="144"/>
                    <a:pt x="99" y="144"/>
                  </a:cubicBezTo>
                  <a:cubicBezTo>
                    <a:pt x="150" y="144"/>
                    <a:pt x="145" y="120"/>
                    <a:pt x="145" y="120"/>
                  </a:cubicBezTo>
                  <a:lnTo>
                    <a:pt x="145" y="7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93"/>
            <p:cNvSpPr>
              <a:spLocks/>
            </p:cNvSpPr>
            <p:nvPr/>
          </p:nvSpPr>
          <p:spPr bwMode="auto">
            <a:xfrm>
              <a:off x="7110412" y="2579400"/>
              <a:ext cx="498475" cy="260350"/>
            </a:xfrm>
            <a:custGeom>
              <a:avLst/>
              <a:gdLst>
                <a:gd name="T0" fmla="*/ 208 w 221"/>
                <a:gd name="T1" fmla="*/ 91 h 115"/>
                <a:gd name="T2" fmla="*/ 125 w 221"/>
                <a:gd name="T3" fmla="*/ 13 h 115"/>
                <a:gd name="T4" fmla="*/ 92 w 221"/>
                <a:gd name="T5" fmla="*/ 13 h 115"/>
                <a:gd name="T6" fmla="*/ 18 w 221"/>
                <a:gd name="T7" fmla="*/ 84 h 115"/>
                <a:gd name="T8" fmla="*/ 20 w 221"/>
                <a:gd name="T9" fmla="*/ 115 h 115"/>
                <a:gd name="T10" fmla="*/ 108 w 221"/>
                <a:gd name="T11" fmla="*/ 29 h 115"/>
                <a:gd name="T12" fmla="*/ 200 w 221"/>
                <a:gd name="T13" fmla="*/ 115 h 115"/>
                <a:gd name="T14" fmla="*/ 208 w 221"/>
                <a:gd name="T15" fmla="*/ 91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1" h="115">
                  <a:moveTo>
                    <a:pt x="208" y="91"/>
                  </a:moveTo>
                  <a:cubicBezTo>
                    <a:pt x="195" y="77"/>
                    <a:pt x="125" y="13"/>
                    <a:pt x="125" y="13"/>
                  </a:cubicBezTo>
                  <a:cubicBezTo>
                    <a:pt x="125" y="13"/>
                    <a:pt x="107" y="0"/>
                    <a:pt x="92" y="13"/>
                  </a:cubicBezTo>
                  <a:cubicBezTo>
                    <a:pt x="77" y="28"/>
                    <a:pt x="18" y="84"/>
                    <a:pt x="18" y="84"/>
                  </a:cubicBezTo>
                  <a:cubicBezTo>
                    <a:pt x="18" y="84"/>
                    <a:pt x="0" y="99"/>
                    <a:pt x="20" y="115"/>
                  </a:cubicBezTo>
                  <a:cubicBezTo>
                    <a:pt x="108" y="29"/>
                    <a:pt x="108" y="29"/>
                    <a:pt x="108" y="29"/>
                  </a:cubicBezTo>
                  <a:cubicBezTo>
                    <a:pt x="200" y="115"/>
                    <a:pt x="200" y="115"/>
                    <a:pt x="200" y="115"/>
                  </a:cubicBezTo>
                  <a:cubicBezTo>
                    <a:pt x="200" y="115"/>
                    <a:pt x="221" y="105"/>
                    <a:pt x="208" y="9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2187255" y="2009060"/>
            <a:ext cx="15027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Description 1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03911" y="2347614"/>
            <a:ext cx="2841653" cy="60984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84471" y="2009060"/>
            <a:ext cx="14914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Description 2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01127" y="2347614"/>
            <a:ext cx="2841653" cy="60984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87255" y="4219278"/>
            <a:ext cx="14914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Description 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303911" y="4557832"/>
            <a:ext cx="2841653" cy="60984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84471" y="4219278"/>
            <a:ext cx="1494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Description 4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501127" y="4557832"/>
            <a:ext cx="2841653" cy="60984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049160" y="357089"/>
            <a:ext cx="40936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Our Service Slide</a:t>
            </a:r>
            <a:endParaRPr 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19995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76"/>
          <p:cNvSpPr>
            <a:spLocks noEditPoints="1"/>
          </p:cNvSpPr>
          <p:nvPr/>
        </p:nvSpPr>
        <p:spPr bwMode="auto">
          <a:xfrm>
            <a:off x="5070621" y="3953631"/>
            <a:ext cx="499257" cy="428202"/>
          </a:xfrm>
          <a:custGeom>
            <a:avLst/>
            <a:gdLst>
              <a:gd name="T0" fmla="*/ 174 w 188"/>
              <a:gd name="T1" fmla="*/ 45 h 161"/>
              <a:gd name="T2" fmla="*/ 173 w 188"/>
              <a:gd name="T3" fmla="*/ 45 h 161"/>
              <a:gd name="T4" fmla="*/ 173 w 188"/>
              <a:gd name="T5" fmla="*/ 30 h 161"/>
              <a:gd name="T6" fmla="*/ 159 w 188"/>
              <a:gd name="T7" fmla="*/ 10 h 161"/>
              <a:gd name="T8" fmla="*/ 159 w 188"/>
              <a:gd name="T9" fmla="*/ 9 h 161"/>
              <a:gd name="T10" fmla="*/ 149 w 188"/>
              <a:gd name="T11" fmla="*/ 0 h 161"/>
              <a:gd name="T12" fmla="*/ 115 w 188"/>
              <a:gd name="T13" fmla="*/ 0 h 161"/>
              <a:gd name="T14" fmla="*/ 106 w 188"/>
              <a:gd name="T15" fmla="*/ 9 h 161"/>
              <a:gd name="T16" fmla="*/ 20 w 188"/>
              <a:gd name="T17" fmla="*/ 9 h 161"/>
              <a:gd name="T18" fmla="*/ 0 w 188"/>
              <a:gd name="T19" fmla="*/ 30 h 161"/>
              <a:gd name="T20" fmla="*/ 0 w 188"/>
              <a:gd name="T21" fmla="*/ 50 h 161"/>
              <a:gd name="T22" fmla="*/ 0 w 188"/>
              <a:gd name="T23" fmla="*/ 49 h 161"/>
              <a:gd name="T24" fmla="*/ 0 w 188"/>
              <a:gd name="T25" fmla="*/ 140 h 161"/>
              <a:gd name="T26" fmla="*/ 1 w 188"/>
              <a:gd name="T27" fmla="*/ 141 h 161"/>
              <a:gd name="T28" fmla="*/ 1 w 188"/>
              <a:gd name="T29" fmla="*/ 141 h 161"/>
              <a:gd name="T30" fmla="*/ 19 w 188"/>
              <a:gd name="T31" fmla="*/ 161 h 161"/>
              <a:gd name="T32" fmla="*/ 153 w 188"/>
              <a:gd name="T33" fmla="*/ 161 h 161"/>
              <a:gd name="T34" fmla="*/ 172 w 188"/>
              <a:gd name="T35" fmla="*/ 141 h 161"/>
              <a:gd name="T36" fmla="*/ 185 w 188"/>
              <a:gd name="T37" fmla="*/ 66 h 161"/>
              <a:gd name="T38" fmla="*/ 174 w 188"/>
              <a:gd name="T39" fmla="*/ 45 h 161"/>
              <a:gd name="T40" fmla="*/ 32 w 188"/>
              <a:gd name="T41" fmla="*/ 45 h 161"/>
              <a:gd name="T42" fmla="*/ 11 w 188"/>
              <a:gd name="T43" fmla="*/ 58 h 161"/>
              <a:gd name="T44" fmla="*/ 11 w 188"/>
              <a:gd name="T45" fmla="*/ 38 h 161"/>
              <a:gd name="T46" fmla="*/ 19 w 188"/>
              <a:gd name="T47" fmla="*/ 30 h 161"/>
              <a:gd name="T48" fmla="*/ 20 w 188"/>
              <a:gd name="T49" fmla="*/ 29 h 161"/>
              <a:gd name="T50" fmla="*/ 106 w 188"/>
              <a:gd name="T51" fmla="*/ 29 h 161"/>
              <a:gd name="T52" fmla="*/ 115 w 188"/>
              <a:gd name="T53" fmla="*/ 20 h 161"/>
              <a:gd name="T54" fmla="*/ 149 w 188"/>
              <a:gd name="T55" fmla="*/ 20 h 161"/>
              <a:gd name="T56" fmla="*/ 159 w 188"/>
              <a:gd name="T57" fmla="*/ 30 h 161"/>
              <a:gd name="T58" fmla="*/ 159 w 188"/>
              <a:gd name="T59" fmla="*/ 30 h 161"/>
              <a:gd name="T60" fmla="*/ 173 w 188"/>
              <a:gd name="T61" fmla="*/ 45 h 161"/>
              <a:gd name="T62" fmla="*/ 32 w 188"/>
              <a:gd name="T63" fmla="*/ 45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88" h="161">
                <a:moveTo>
                  <a:pt x="174" y="45"/>
                </a:moveTo>
                <a:cubicBezTo>
                  <a:pt x="173" y="45"/>
                  <a:pt x="173" y="45"/>
                  <a:pt x="173" y="45"/>
                </a:cubicBezTo>
                <a:cubicBezTo>
                  <a:pt x="173" y="30"/>
                  <a:pt x="173" y="30"/>
                  <a:pt x="173" y="30"/>
                </a:cubicBezTo>
                <a:cubicBezTo>
                  <a:pt x="173" y="20"/>
                  <a:pt x="167" y="12"/>
                  <a:pt x="159" y="10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4"/>
                  <a:pt x="154" y="0"/>
                  <a:pt x="149" y="0"/>
                </a:cubicBezTo>
                <a:cubicBezTo>
                  <a:pt x="115" y="0"/>
                  <a:pt x="115" y="0"/>
                  <a:pt x="115" y="0"/>
                </a:cubicBezTo>
                <a:cubicBezTo>
                  <a:pt x="110" y="0"/>
                  <a:pt x="106" y="4"/>
                  <a:pt x="106" y="9"/>
                </a:cubicBezTo>
                <a:cubicBezTo>
                  <a:pt x="20" y="9"/>
                  <a:pt x="20" y="9"/>
                  <a:pt x="20" y="9"/>
                </a:cubicBezTo>
                <a:cubicBezTo>
                  <a:pt x="9" y="9"/>
                  <a:pt x="0" y="18"/>
                  <a:pt x="0" y="30"/>
                </a:cubicBezTo>
                <a:cubicBezTo>
                  <a:pt x="0" y="50"/>
                  <a:pt x="0" y="50"/>
                  <a:pt x="0" y="50"/>
                </a:cubicBezTo>
                <a:cubicBezTo>
                  <a:pt x="0" y="50"/>
                  <a:pt x="0" y="49"/>
                  <a:pt x="0" y="49"/>
                </a:cubicBezTo>
                <a:cubicBezTo>
                  <a:pt x="0" y="140"/>
                  <a:pt x="0" y="140"/>
                  <a:pt x="0" y="140"/>
                </a:cubicBezTo>
                <a:cubicBezTo>
                  <a:pt x="1" y="141"/>
                  <a:pt x="1" y="141"/>
                  <a:pt x="1" y="141"/>
                </a:cubicBezTo>
                <a:cubicBezTo>
                  <a:pt x="1" y="141"/>
                  <a:pt x="1" y="141"/>
                  <a:pt x="1" y="141"/>
                </a:cubicBezTo>
                <a:cubicBezTo>
                  <a:pt x="1" y="153"/>
                  <a:pt x="8" y="161"/>
                  <a:pt x="19" y="161"/>
                </a:cubicBezTo>
                <a:cubicBezTo>
                  <a:pt x="153" y="161"/>
                  <a:pt x="153" y="161"/>
                  <a:pt x="153" y="161"/>
                </a:cubicBezTo>
                <a:cubicBezTo>
                  <a:pt x="164" y="161"/>
                  <a:pt x="170" y="150"/>
                  <a:pt x="172" y="141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8" y="54"/>
                  <a:pt x="184" y="45"/>
                  <a:pt x="174" y="45"/>
                </a:cubicBezTo>
                <a:close/>
                <a:moveTo>
                  <a:pt x="32" y="45"/>
                </a:moveTo>
                <a:cubicBezTo>
                  <a:pt x="24" y="45"/>
                  <a:pt x="15" y="51"/>
                  <a:pt x="11" y="58"/>
                </a:cubicBezTo>
                <a:cubicBezTo>
                  <a:pt x="11" y="38"/>
                  <a:pt x="11" y="38"/>
                  <a:pt x="11" y="38"/>
                </a:cubicBezTo>
                <a:cubicBezTo>
                  <a:pt x="12" y="37"/>
                  <a:pt x="13" y="32"/>
                  <a:pt x="19" y="30"/>
                </a:cubicBezTo>
                <a:cubicBezTo>
                  <a:pt x="20" y="29"/>
                  <a:pt x="20" y="29"/>
                  <a:pt x="20" y="29"/>
                </a:cubicBezTo>
                <a:cubicBezTo>
                  <a:pt x="106" y="29"/>
                  <a:pt x="106" y="29"/>
                  <a:pt x="106" y="29"/>
                </a:cubicBezTo>
                <a:cubicBezTo>
                  <a:pt x="106" y="24"/>
                  <a:pt x="110" y="20"/>
                  <a:pt x="115" y="20"/>
                </a:cubicBezTo>
                <a:cubicBezTo>
                  <a:pt x="149" y="20"/>
                  <a:pt x="149" y="20"/>
                  <a:pt x="149" y="20"/>
                </a:cubicBezTo>
                <a:cubicBezTo>
                  <a:pt x="154" y="20"/>
                  <a:pt x="159" y="24"/>
                  <a:pt x="159" y="30"/>
                </a:cubicBezTo>
                <a:cubicBezTo>
                  <a:pt x="159" y="30"/>
                  <a:pt x="159" y="30"/>
                  <a:pt x="159" y="30"/>
                </a:cubicBezTo>
                <a:cubicBezTo>
                  <a:pt x="166" y="32"/>
                  <a:pt x="171" y="38"/>
                  <a:pt x="173" y="45"/>
                </a:cubicBezTo>
                <a:lnTo>
                  <a:pt x="32" y="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6616512" y="3957707"/>
            <a:ext cx="510477" cy="435682"/>
            <a:chOff x="3714750" y="1821586"/>
            <a:chExt cx="433388" cy="369888"/>
          </a:xfrm>
          <a:solidFill>
            <a:schemeClr val="accent4"/>
          </a:solidFill>
        </p:grpSpPr>
        <p:sp>
          <p:nvSpPr>
            <p:cNvPr id="5" name="Freeform 77"/>
            <p:cNvSpPr>
              <a:spLocks/>
            </p:cNvSpPr>
            <p:nvPr/>
          </p:nvSpPr>
          <p:spPr bwMode="auto">
            <a:xfrm>
              <a:off x="3714750" y="2075586"/>
              <a:ext cx="433388" cy="115888"/>
            </a:xfrm>
            <a:custGeom>
              <a:avLst/>
              <a:gdLst>
                <a:gd name="T0" fmla="*/ 182 w 192"/>
                <a:gd name="T1" fmla="*/ 0 h 51"/>
                <a:gd name="T2" fmla="*/ 96 w 192"/>
                <a:gd name="T3" fmla="*/ 20 h 51"/>
                <a:gd name="T4" fmla="*/ 10 w 192"/>
                <a:gd name="T5" fmla="*/ 0 h 51"/>
                <a:gd name="T6" fmla="*/ 0 w 192"/>
                <a:gd name="T7" fmla="*/ 16 h 51"/>
                <a:gd name="T8" fmla="*/ 96 w 192"/>
                <a:gd name="T9" fmla="*/ 51 h 51"/>
                <a:gd name="T10" fmla="*/ 192 w 192"/>
                <a:gd name="T11" fmla="*/ 16 h 51"/>
                <a:gd name="T12" fmla="*/ 182 w 192"/>
                <a:gd name="T1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2" h="51">
                  <a:moveTo>
                    <a:pt x="182" y="0"/>
                  </a:moveTo>
                  <a:cubicBezTo>
                    <a:pt x="166" y="12"/>
                    <a:pt x="134" y="20"/>
                    <a:pt x="96" y="20"/>
                  </a:cubicBezTo>
                  <a:cubicBezTo>
                    <a:pt x="58" y="20"/>
                    <a:pt x="26" y="12"/>
                    <a:pt x="10" y="0"/>
                  </a:cubicBezTo>
                  <a:cubicBezTo>
                    <a:pt x="4" y="5"/>
                    <a:pt x="0" y="10"/>
                    <a:pt x="0" y="16"/>
                  </a:cubicBezTo>
                  <a:cubicBezTo>
                    <a:pt x="0" y="35"/>
                    <a:pt x="43" y="51"/>
                    <a:pt x="96" y="51"/>
                  </a:cubicBezTo>
                  <a:cubicBezTo>
                    <a:pt x="149" y="51"/>
                    <a:pt x="192" y="35"/>
                    <a:pt x="192" y="16"/>
                  </a:cubicBezTo>
                  <a:cubicBezTo>
                    <a:pt x="192" y="10"/>
                    <a:pt x="188" y="5"/>
                    <a:pt x="1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78"/>
            <p:cNvSpPr>
              <a:spLocks/>
            </p:cNvSpPr>
            <p:nvPr/>
          </p:nvSpPr>
          <p:spPr bwMode="auto">
            <a:xfrm>
              <a:off x="3714750" y="1970811"/>
              <a:ext cx="433388" cy="114300"/>
            </a:xfrm>
            <a:custGeom>
              <a:avLst/>
              <a:gdLst>
                <a:gd name="T0" fmla="*/ 182 w 192"/>
                <a:gd name="T1" fmla="*/ 0 h 51"/>
                <a:gd name="T2" fmla="*/ 96 w 192"/>
                <a:gd name="T3" fmla="*/ 20 h 51"/>
                <a:gd name="T4" fmla="*/ 10 w 192"/>
                <a:gd name="T5" fmla="*/ 0 h 51"/>
                <a:gd name="T6" fmla="*/ 0 w 192"/>
                <a:gd name="T7" fmla="*/ 16 h 51"/>
                <a:gd name="T8" fmla="*/ 96 w 192"/>
                <a:gd name="T9" fmla="*/ 51 h 51"/>
                <a:gd name="T10" fmla="*/ 192 w 192"/>
                <a:gd name="T11" fmla="*/ 16 h 51"/>
                <a:gd name="T12" fmla="*/ 182 w 192"/>
                <a:gd name="T1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2" h="51">
                  <a:moveTo>
                    <a:pt x="182" y="0"/>
                  </a:moveTo>
                  <a:cubicBezTo>
                    <a:pt x="166" y="12"/>
                    <a:pt x="134" y="20"/>
                    <a:pt x="96" y="20"/>
                  </a:cubicBezTo>
                  <a:cubicBezTo>
                    <a:pt x="58" y="20"/>
                    <a:pt x="26" y="12"/>
                    <a:pt x="10" y="0"/>
                  </a:cubicBezTo>
                  <a:cubicBezTo>
                    <a:pt x="4" y="5"/>
                    <a:pt x="0" y="10"/>
                    <a:pt x="0" y="16"/>
                  </a:cubicBezTo>
                  <a:cubicBezTo>
                    <a:pt x="0" y="35"/>
                    <a:pt x="43" y="51"/>
                    <a:pt x="96" y="51"/>
                  </a:cubicBezTo>
                  <a:cubicBezTo>
                    <a:pt x="149" y="51"/>
                    <a:pt x="192" y="35"/>
                    <a:pt x="192" y="16"/>
                  </a:cubicBezTo>
                  <a:cubicBezTo>
                    <a:pt x="192" y="10"/>
                    <a:pt x="188" y="5"/>
                    <a:pt x="1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Oval 79"/>
            <p:cNvSpPr>
              <a:spLocks noChangeArrowheads="1"/>
            </p:cNvSpPr>
            <p:nvPr/>
          </p:nvSpPr>
          <p:spPr bwMode="auto">
            <a:xfrm>
              <a:off x="3714750" y="1821586"/>
              <a:ext cx="433388" cy="157163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644560" y="2186985"/>
            <a:ext cx="454382" cy="512347"/>
            <a:chOff x="5448300" y="2645498"/>
            <a:chExt cx="385763" cy="434975"/>
          </a:xfrm>
          <a:solidFill>
            <a:schemeClr val="accent2"/>
          </a:solidFill>
        </p:grpSpPr>
        <p:sp>
          <p:nvSpPr>
            <p:cNvPr id="9" name="Freeform 162"/>
            <p:cNvSpPr>
              <a:spLocks noEditPoints="1"/>
            </p:cNvSpPr>
            <p:nvPr/>
          </p:nvSpPr>
          <p:spPr bwMode="auto">
            <a:xfrm>
              <a:off x="5448300" y="2645498"/>
              <a:ext cx="385763" cy="434975"/>
            </a:xfrm>
            <a:custGeom>
              <a:avLst/>
              <a:gdLst>
                <a:gd name="T0" fmla="*/ 117 w 171"/>
                <a:gd name="T1" fmla="*/ 0 h 192"/>
                <a:gd name="T2" fmla="*/ 30 w 171"/>
                <a:gd name="T3" fmla="*/ 0 h 192"/>
                <a:gd name="T4" fmla="*/ 0 w 171"/>
                <a:gd name="T5" fmla="*/ 34 h 192"/>
                <a:gd name="T6" fmla="*/ 0 w 171"/>
                <a:gd name="T7" fmla="*/ 158 h 192"/>
                <a:gd name="T8" fmla="*/ 30 w 171"/>
                <a:gd name="T9" fmla="*/ 192 h 192"/>
                <a:gd name="T10" fmla="*/ 142 w 171"/>
                <a:gd name="T11" fmla="*/ 192 h 192"/>
                <a:gd name="T12" fmla="*/ 171 w 171"/>
                <a:gd name="T13" fmla="*/ 158 h 192"/>
                <a:gd name="T14" fmla="*/ 171 w 171"/>
                <a:gd name="T15" fmla="*/ 64 h 192"/>
                <a:gd name="T16" fmla="*/ 117 w 171"/>
                <a:gd name="T17" fmla="*/ 0 h 192"/>
                <a:gd name="T18" fmla="*/ 149 w 171"/>
                <a:gd name="T19" fmla="*/ 148 h 192"/>
                <a:gd name="T20" fmla="*/ 127 w 171"/>
                <a:gd name="T21" fmla="*/ 174 h 192"/>
                <a:gd name="T22" fmla="*/ 45 w 171"/>
                <a:gd name="T23" fmla="*/ 174 h 192"/>
                <a:gd name="T24" fmla="*/ 23 w 171"/>
                <a:gd name="T25" fmla="*/ 148 h 192"/>
                <a:gd name="T26" fmla="*/ 23 w 171"/>
                <a:gd name="T27" fmla="*/ 50 h 192"/>
                <a:gd name="T28" fmla="*/ 45 w 171"/>
                <a:gd name="T29" fmla="*/ 23 h 192"/>
                <a:gd name="T30" fmla="*/ 109 w 171"/>
                <a:gd name="T31" fmla="*/ 23 h 192"/>
                <a:gd name="T32" fmla="*/ 149 w 171"/>
                <a:gd name="T33" fmla="*/ 74 h 192"/>
                <a:gd name="T34" fmla="*/ 149 w 171"/>
                <a:gd name="T35" fmla="*/ 148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71" h="192">
                  <a:moveTo>
                    <a:pt x="117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14" y="0"/>
                    <a:pt x="0" y="15"/>
                    <a:pt x="0" y="3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7"/>
                    <a:pt x="14" y="192"/>
                    <a:pt x="30" y="192"/>
                  </a:cubicBezTo>
                  <a:cubicBezTo>
                    <a:pt x="142" y="192"/>
                    <a:pt x="142" y="192"/>
                    <a:pt x="142" y="192"/>
                  </a:cubicBezTo>
                  <a:cubicBezTo>
                    <a:pt x="158" y="192"/>
                    <a:pt x="171" y="177"/>
                    <a:pt x="171" y="158"/>
                  </a:cubicBezTo>
                  <a:cubicBezTo>
                    <a:pt x="171" y="64"/>
                    <a:pt x="171" y="64"/>
                    <a:pt x="171" y="64"/>
                  </a:cubicBezTo>
                  <a:lnTo>
                    <a:pt x="117" y="0"/>
                  </a:lnTo>
                  <a:close/>
                  <a:moveTo>
                    <a:pt x="149" y="148"/>
                  </a:moveTo>
                  <a:cubicBezTo>
                    <a:pt x="149" y="162"/>
                    <a:pt x="146" y="174"/>
                    <a:pt x="127" y="174"/>
                  </a:cubicBezTo>
                  <a:cubicBezTo>
                    <a:pt x="45" y="174"/>
                    <a:pt x="45" y="174"/>
                    <a:pt x="45" y="174"/>
                  </a:cubicBezTo>
                  <a:cubicBezTo>
                    <a:pt x="28" y="175"/>
                    <a:pt x="23" y="162"/>
                    <a:pt x="23" y="148"/>
                  </a:cubicBezTo>
                  <a:cubicBezTo>
                    <a:pt x="23" y="50"/>
                    <a:pt x="23" y="50"/>
                    <a:pt x="23" y="50"/>
                  </a:cubicBezTo>
                  <a:cubicBezTo>
                    <a:pt x="23" y="35"/>
                    <a:pt x="26" y="23"/>
                    <a:pt x="45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49" y="74"/>
                    <a:pt x="149" y="74"/>
                    <a:pt x="149" y="74"/>
                  </a:cubicBezTo>
                  <a:lnTo>
                    <a:pt x="149" y="1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63"/>
            <p:cNvSpPr>
              <a:spLocks/>
            </p:cNvSpPr>
            <p:nvPr/>
          </p:nvSpPr>
          <p:spPr bwMode="auto">
            <a:xfrm>
              <a:off x="5538788" y="2980460"/>
              <a:ext cx="212725" cy="15875"/>
            </a:xfrm>
            <a:custGeom>
              <a:avLst/>
              <a:gdLst>
                <a:gd name="T0" fmla="*/ 90 w 94"/>
                <a:gd name="T1" fmla="*/ 0 h 7"/>
                <a:gd name="T2" fmla="*/ 4 w 94"/>
                <a:gd name="T3" fmla="*/ 0 h 7"/>
                <a:gd name="T4" fmla="*/ 0 w 94"/>
                <a:gd name="T5" fmla="*/ 3 h 7"/>
                <a:gd name="T6" fmla="*/ 4 w 94"/>
                <a:gd name="T7" fmla="*/ 7 h 7"/>
                <a:gd name="T8" fmla="*/ 90 w 94"/>
                <a:gd name="T9" fmla="*/ 7 h 7"/>
                <a:gd name="T10" fmla="*/ 94 w 94"/>
                <a:gd name="T11" fmla="*/ 3 h 7"/>
                <a:gd name="T12" fmla="*/ 90 w 94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4" h="7">
                  <a:moveTo>
                    <a:pt x="9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"/>
                    <a:pt x="2" y="7"/>
                    <a:pt x="4" y="7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92" y="7"/>
                    <a:pt x="94" y="5"/>
                    <a:pt x="94" y="3"/>
                  </a:cubicBezTo>
                  <a:cubicBezTo>
                    <a:pt x="94" y="1"/>
                    <a:pt x="9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64"/>
            <p:cNvSpPr>
              <a:spLocks/>
            </p:cNvSpPr>
            <p:nvPr/>
          </p:nvSpPr>
          <p:spPr bwMode="auto">
            <a:xfrm>
              <a:off x="5538788" y="2912198"/>
              <a:ext cx="212725" cy="15875"/>
            </a:xfrm>
            <a:custGeom>
              <a:avLst/>
              <a:gdLst>
                <a:gd name="T0" fmla="*/ 90 w 94"/>
                <a:gd name="T1" fmla="*/ 0 h 7"/>
                <a:gd name="T2" fmla="*/ 4 w 94"/>
                <a:gd name="T3" fmla="*/ 0 h 7"/>
                <a:gd name="T4" fmla="*/ 0 w 94"/>
                <a:gd name="T5" fmla="*/ 4 h 7"/>
                <a:gd name="T6" fmla="*/ 4 w 94"/>
                <a:gd name="T7" fmla="*/ 7 h 7"/>
                <a:gd name="T8" fmla="*/ 90 w 94"/>
                <a:gd name="T9" fmla="*/ 7 h 7"/>
                <a:gd name="T10" fmla="*/ 94 w 94"/>
                <a:gd name="T11" fmla="*/ 4 h 7"/>
                <a:gd name="T12" fmla="*/ 90 w 94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4" h="7">
                  <a:moveTo>
                    <a:pt x="9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7"/>
                    <a:pt x="4" y="7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92" y="7"/>
                    <a:pt x="94" y="6"/>
                    <a:pt x="94" y="4"/>
                  </a:cubicBezTo>
                  <a:cubicBezTo>
                    <a:pt x="94" y="2"/>
                    <a:pt x="9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65"/>
            <p:cNvSpPr>
              <a:spLocks/>
            </p:cNvSpPr>
            <p:nvPr/>
          </p:nvSpPr>
          <p:spPr bwMode="auto">
            <a:xfrm>
              <a:off x="5538788" y="2853460"/>
              <a:ext cx="212725" cy="15875"/>
            </a:xfrm>
            <a:custGeom>
              <a:avLst/>
              <a:gdLst>
                <a:gd name="T0" fmla="*/ 0 w 94"/>
                <a:gd name="T1" fmla="*/ 4 h 7"/>
                <a:gd name="T2" fmla="*/ 4 w 94"/>
                <a:gd name="T3" fmla="*/ 7 h 7"/>
                <a:gd name="T4" fmla="*/ 90 w 94"/>
                <a:gd name="T5" fmla="*/ 7 h 7"/>
                <a:gd name="T6" fmla="*/ 94 w 94"/>
                <a:gd name="T7" fmla="*/ 4 h 7"/>
                <a:gd name="T8" fmla="*/ 90 w 94"/>
                <a:gd name="T9" fmla="*/ 0 h 7"/>
                <a:gd name="T10" fmla="*/ 4 w 94"/>
                <a:gd name="T11" fmla="*/ 0 h 7"/>
                <a:gd name="T12" fmla="*/ 0 w 94"/>
                <a:gd name="T13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4" h="7">
                  <a:moveTo>
                    <a:pt x="0" y="4"/>
                  </a:moveTo>
                  <a:cubicBezTo>
                    <a:pt x="0" y="5"/>
                    <a:pt x="2" y="7"/>
                    <a:pt x="4" y="7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92" y="7"/>
                    <a:pt x="94" y="5"/>
                    <a:pt x="94" y="4"/>
                  </a:cubicBezTo>
                  <a:cubicBezTo>
                    <a:pt x="94" y="2"/>
                    <a:pt x="92" y="0"/>
                    <a:pt x="9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66"/>
            <p:cNvSpPr>
              <a:spLocks/>
            </p:cNvSpPr>
            <p:nvPr/>
          </p:nvSpPr>
          <p:spPr bwMode="auto">
            <a:xfrm>
              <a:off x="5538788" y="2794723"/>
              <a:ext cx="193675" cy="15875"/>
            </a:xfrm>
            <a:custGeom>
              <a:avLst/>
              <a:gdLst>
                <a:gd name="T0" fmla="*/ 0 w 86"/>
                <a:gd name="T1" fmla="*/ 3 h 7"/>
                <a:gd name="T2" fmla="*/ 4 w 86"/>
                <a:gd name="T3" fmla="*/ 7 h 7"/>
                <a:gd name="T4" fmla="*/ 82 w 86"/>
                <a:gd name="T5" fmla="*/ 7 h 7"/>
                <a:gd name="T6" fmla="*/ 86 w 86"/>
                <a:gd name="T7" fmla="*/ 3 h 7"/>
                <a:gd name="T8" fmla="*/ 82 w 86"/>
                <a:gd name="T9" fmla="*/ 0 h 7"/>
                <a:gd name="T10" fmla="*/ 4 w 86"/>
                <a:gd name="T11" fmla="*/ 0 h 7"/>
                <a:gd name="T12" fmla="*/ 0 w 86"/>
                <a:gd name="T13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" h="7">
                  <a:moveTo>
                    <a:pt x="0" y="3"/>
                  </a:moveTo>
                  <a:cubicBezTo>
                    <a:pt x="0" y="5"/>
                    <a:pt x="2" y="7"/>
                    <a:pt x="4" y="7"/>
                  </a:cubicBezTo>
                  <a:cubicBezTo>
                    <a:pt x="82" y="7"/>
                    <a:pt x="82" y="7"/>
                    <a:pt x="82" y="7"/>
                  </a:cubicBezTo>
                  <a:cubicBezTo>
                    <a:pt x="84" y="7"/>
                    <a:pt x="86" y="5"/>
                    <a:pt x="86" y="3"/>
                  </a:cubicBezTo>
                  <a:cubicBezTo>
                    <a:pt x="86" y="1"/>
                    <a:pt x="84" y="0"/>
                    <a:pt x="8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027879" y="2186985"/>
            <a:ext cx="587142" cy="514216"/>
            <a:chOff x="7110412" y="2579400"/>
            <a:chExt cx="498475" cy="436563"/>
          </a:xfrm>
          <a:solidFill>
            <a:schemeClr val="accent1"/>
          </a:solidFill>
        </p:grpSpPr>
        <p:sp>
          <p:nvSpPr>
            <p:cNvPr id="15" name="Freeform 92"/>
            <p:cNvSpPr>
              <a:spLocks/>
            </p:cNvSpPr>
            <p:nvPr/>
          </p:nvSpPr>
          <p:spPr bwMode="auto">
            <a:xfrm>
              <a:off x="7196137" y="2687350"/>
              <a:ext cx="338138" cy="328613"/>
            </a:xfrm>
            <a:custGeom>
              <a:avLst/>
              <a:gdLst>
                <a:gd name="T0" fmla="*/ 145 w 150"/>
                <a:gd name="T1" fmla="*/ 71 h 145"/>
                <a:gd name="T2" fmla="*/ 70 w 150"/>
                <a:gd name="T3" fmla="*/ 0 h 145"/>
                <a:gd name="T4" fmla="*/ 0 w 150"/>
                <a:gd name="T5" fmla="*/ 71 h 145"/>
                <a:gd name="T6" fmla="*/ 0 w 150"/>
                <a:gd name="T7" fmla="*/ 119 h 145"/>
                <a:gd name="T8" fmla="*/ 47 w 150"/>
                <a:gd name="T9" fmla="*/ 144 h 145"/>
                <a:gd name="T10" fmla="*/ 47 w 150"/>
                <a:gd name="T11" fmla="*/ 98 h 145"/>
                <a:gd name="T12" fmla="*/ 99 w 150"/>
                <a:gd name="T13" fmla="*/ 98 h 145"/>
                <a:gd name="T14" fmla="*/ 99 w 150"/>
                <a:gd name="T15" fmla="*/ 144 h 145"/>
                <a:gd name="T16" fmla="*/ 145 w 150"/>
                <a:gd name="T17" fmla="*/ 120 h 145"/>
                <a:gd name="T18" fmla="*/ 145 w 150"/>
                <a:gd name="T19" fmla="*/ 71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" h="145">
                  <a:moveTo>
                    <a:pt x="145" y="71"/>
                  </a:moveTo>
                  <a:cubicBezTo>
                    <a:pt x="70" y="0"/>
                    <a:pt x="70" y="0"/>
                    <a:pt x="70" y="0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71"/>
                    <a:pt x="0" y="93"/>
                    <a:pt x="0" y="119"/>
                  </a:cubicBezTo>
                  <a:cubicBezTo>
                    <a:pt x="0" y="145"/>
                    <a:pt x="47" y="144"/>
                    <a:pt x="47" y="144"/>
                  </a:cubicBezTo>
                  <a:cubicBezTo>
                    <a:pt x="47" y="98"/>
                    <a:pt x="47" y="98"/>
                    <a:pt x="47" y="98"/>
                  </a:cubicBezTo>
                  <a:cubicBezTo>
                    <a:pt x="99" y="98"/>
                    <a:pt x="99" y="98"/>
                    <a:pt x="99" y="98"/>
                  </a:cubicBezTo>
                  <a:cubicBezTo>
                    <a:pt x="99" y="144"/>
                    <a:pt x="99" y="144"/>
                    <a:pt x="99" y="144"/>
                  </a:cubicBezTo>
                  <a:cubicBezTo>
                    <a:pt x="150" y="144"/>
                    <a:pt x="145" y="120"/>
                    <a:pt x="145" y="120"/>
                  </a:cubicBezTo>
                  <a:lnTo>
                    <a:pt x="145" y="7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93"/>
            <p:cNvSpPr>
              <a:spLocks/>
            </p:cNvSpPr>
            <p:nvPr/>
          </p:nvSpPr>
          <p:spPr bwMode="auto">
            <a:xfrm>
              <a:off x="7110412" y="2579400"/>
              <a:ext cx="498475" cy="260350"/>
            </a:xfrm>
            <a:custGeom>
              <a:avLst/>
              <a:gdLst>
                <a:gd name="T0" fmla="*/ 208 w 221"/>
                <a:gd name="T1" fmla="*/ 91 h 115"/>
                <a:gd name="T2" fmla="*/ 125 w 221"/>
                <a:gd name="T3" fmla="*/ 13 h 115"/>
                <a:gd name="T4" fmla="*/ 92 w 221"/>
                <a:gd name="T5" fmla="*/ 13 h 115"/>
                <a:gd name="T6" fmla="*/ 18 w 221"/>
                <a:gd name="T7" fmla="*/ 84 h 115"/>
                <a:gd name="T8" fmla="*/ 20 w 221"/>
                <a:gd name="T9" fmla="*/ 115 h 115"/>
                <a:gd name="T10" fmla="*/ 108 w 221"/>
                <a:gd name="T11" fmla="*/ 29 h 115"/>
                <a:gd name="T12" fmla="*/ 200 w 221"/>
                <a:gd name="T13" fmla="*/ 115 h 115"/>
                <a:gd name="T14" fmla="*/ 208 w 221"/>
                <a:gd name="T15" fmla="*/ 91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1" h="115">
                  <a:moveTo>
                    <a:pt x="208" y="91"/>
                  </a:moveTo>
                  <a:cubicBezTo>
                    <a:pt x="195" y="77"/>
                    <a:pt x="125" y="13"/>
                    <a:pt x="125" y="13"/>
                  </a:cubicBezTo>
                  <a:cubicBezTo>
                    <a:pt x="125" y="13"/>
                    <a:pt x="107" y="0"/>
                    <a:pt x="92" y="13"/>
                  </a:cubicBezTo>
                  <a:cubicBezTo>
                    <a:pt x="77" y="28"/>
                    <a:pt x="18" y="84"/>
                    <a:pt x="18" y="84"/>
                  </a:cubicBezTo>
                  <a:cubicBezTo>
                    <a:pt x="18" y="84"/>
                    <a:pt x="0" y="99"/>
                    <a:pt x="20" y="115"/>
                  </a:cubicBezTo>
                  <a:cubicBezTo>
                    <a:pt x="108" y="29"/>
                    <a:pt x="108" y="29"/>
                    <a:pt x="108" y="29"/>
                  </a:cubicBezTo>
                  <a:cubicBezTo>
                    <a:pt x="200" y="115"/>
                    <a:pt x="200" y="115"/>
                    <a:pt x="200" y="115"/>
                  </a:cubicBezTo>
                  <a:cubicBezTo>
                    <a:pt x="200" y="115"/>
                    <a:pt x="221" y="105"/>
                    <a:pt x="208" y="9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7410608" y="2186985"/>
            <a:ext cx="14914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Description 2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27264" y="2525539"/>
            <a:ext cx="2841653" cy="60984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10608" y="3953631"/>
            <a:ext cx="1494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Description 4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27264" y="4292185"/>
            <a:ext cx="2841653" cy="60984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07597" y="2186985"/>
            <a:ext cx="15027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Description 1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778075" y="2525539"/>
            <a:ext cx="2841653" cy="60984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131361" y="3953631"/>
            <a:ext cx="14914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Description 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19121" y="4292185"/>
            <a:ext cx="2841653" cy="60984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049160" y="357089"/>
            <a:ext cx="40936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Our Service Slide</a:t>
            </a:r>
            <a:endParaRPr 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55251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540234" y="5141843"/>
            <a:ext cx="18085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Molly Brooke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9607" y="5541953"/>
            <a:ext cx="7697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 smtClean="0">
                <a:solidFill>
                  <a:schemeClr val="accent1"/>
                </a:solidFill>
              </a:rPr>
              <a:t>Title Here</a:t>
            </a:r>
            <a:endParaRPr lang="en-US" sz="1100" i="1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87864" y="1318590"/>
            <a:ext cx="1462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Lolly</a:t>
            </a:r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Rose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34111" y="1056980"/>
            <a:ext cx="7697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 smtClean="0">
                <a:solidFill>
                  <a:schemeClr val="accent1"/>
                </a:solidFill>
              </a:rPr>
              <a:t>Title Here</a:t>
            </a:r>
            <a:endParaRPr lang="en-US" sz="1100" i="1" dirty="0">
              <a:solidFill>
                <a:schemeClr val="accent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58121" y="5147196"/>
            <a:ext cx="2070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Steave</a:t>
            </a:r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Edward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068800" y="1318590"/>
            <a:ext cx="1277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Liu Chan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08615" y="5541953"/>
            <a:ext cx="7697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 smtClean="0">
                <a:solidFill>
                  <a:schemeClr val="accent1"/>
                </a:solidFill>
              </a:rPr>
              <a:t>Title Here</a:t>
            </a:r>
            <a:endParaRPr lang="en-US" sz="1100" i="1" dirty="0">
              <a:solidFill>
                <a:schemeClr val="accent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322875" y="1056980"/>
            <a:ext cx="7697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 smtClean="0">
                <a:solidFill>
                  <a:schemeClr val="accent1"/>
                </a:solidFill>
              </a:rPr>
              <a:t>Title Here</a:t>
            </a:r>
            <a:endParaRPr lang="en-US" sz="1100" i="1" dirty="0">
              <a:solidFill>
                <a:schemeClr val="accent1"/>
              </a:solidFill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24" name="Picture Placeholder 23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25" name="Picture Placeholder 24"/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2954099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540234" y="5141843"/>
            <a:ext cx="18085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Molly Brooke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9607" y="5541953"/>
            <a:ext cx="7697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 smtClean="0">
                <a:solidFill>
                  <a:schemeClr val="accent1"/>
                </a:solidFill>
              </a:rPr>
              <a:t>Title Here</a:t>
            </a:r>
            <a:endParaRPr lang="en-US" sz="1100" i="1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87864" y="1318590"/>
            <a:ext cx="1462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Lolly</a:t>
            </a:r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Rose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34111" y="1056980"/>
            <a:ext cx="7697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 smtClean="0">
                <a:solidFill>
                  <a:schemeClr val="accent1"/>
                </a:solidFill>
              </a:rPr>
              <a:t>Title Here</a:t>
            </a:r>
            <a:endParaRPr lang="en-US" sz="1100" i="1" dirty="0">
              <a:solidFill>
                <a:schemeClr val="accent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58121" y="5147196"/>
            <a:ext cx="2070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Steave</a:t>
            </a:r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Edward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068800" y="1318590"/>
            <a:ext cx="1277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Liu Chan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08615" y="5541953"/>
            <a:ext cx="7697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 smtClean="0">
                <a:solidFill>
                  <a:schemeClr val="accent1"/>
                </a:solidFill>
              </a:rPr>
              <a:t>Title Here</a:t>
            </a:r>
            <a:endParaRPr lang="en-US" sz="1100" i="1" dirty="0">
              <a:solidFill>
                <a:schemeClr val="accent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322875" y="1056980"/>
            <a:ext cx="7697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 smtClean="0">
                <a:solidFill>
                  <a:schemeClr val="accent1"/>
                </a:solidFill>
              </a:rPr>
              <a:t>Title Here</a:t>
            </a:r>
            <a:endParaRPr lang="en-US" sz="1100" i="1" dirty="0">
              <a:solidFill>
                <a:schemeClr val="accent1"/>
              </a:solidFill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036798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848437" y="357089"/>
            <a:ext cx="4495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Our Exclusive Team</a:t>
            </a:r>
            <a:endParaRPr 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51722" y="4604039"/>
            <a:ext cx="1244251" cy="33470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50" dirty="0" smtClean="0">
                <a:solidFill>
                  <a:schemeClr val="bg1">
                    <a:lumMod val="65000"/>
                  </a:schemeClr>
                </a:solidFill>
              </a:rPr>
              <a:t>Sample Text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1722" y="5157596"/>
            <a:ext cx="1244251" cy="33470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50" dirty="0" smtClean="0">
                <a:solidFill>
                  <a:schemeClr val="bg1">
                    <a:lumMod val="65000"/>
                  </a:schemeClr>
                </a:solidFill>
              </a:rPr>
              <a:t>Sample Text Here</a:t>
            </a:r>
          </a:p>
        </p:txBody>
      </p:sp>
      <p:sp>
        <p:nvSpPr>
          <p:cNvPr id="12" name="Rounded Rectangle 11"/>
          <p:cNvSpPr/>
          <p:nvPr/>
        </p:nvSpPr>
        <p:spPr>
          <a:xfrm rot="5400000">
            <a:off x="2504053" y="3827514"/>
            <a:ext cx="225030" cy="2463740"/>
          </a:xfrm>
          <a:prstGeom prst="roundRect">
            <a:avLst/>
          </a:prstGeom>
          <a:solidFill>
            <a:schemeClr val="bg1">
              <a:lumMod val="75000"/>
              <a:alpha val="50000"/>
            </a:schemeClr>
          </a:solidFill>
          <a:ln w="793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384699" y="4946867"/>
            <a:ext cx="2139174" cy="225028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121920" bIns="121920" rtlCol="0" anchor="ctr" anchorCtr="0"/>
          <a:lstStyle/>
          <a:p>
            <a:pPr algn="r"/>
            <a:r>
              <a:rPr lang="en-US" sz="1000" dirty="0" smtClean="0">
                <a:solidFill>
                  <a:srgbClr val="FFFFFF"/>
                </a:solidFill>
              </a:rPr>
              <a:t>80%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 rot="5400000">
            <a:off x="2504053" y="4381074"/>
            <a:ext cx="225030" cy="2463740"/>
          </a:xfrm>
          <a:prstGeom prst="roundRect">
            <a:avLst/>
          </a:prstGeom>
          <a:solidFill>
            <a:schemeClr val="bg1">
              <a:lumMod val="75000"/>
              <a:alpha val="50000"/>
            </a:schemeClr>
          </a:solidFill>
          <a:ln w="793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384698" y="5500427"/>
            <a:ext cx="1322557" cy="225028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121920" bIns="121920" rtlCol="0" anchor="ctr" anchorCtr="0"/>
          <a:lstStyle/>
          <a:p>
            <a:pPr algn="r"/>
            <a:r>
              <a:rPr lang="en-US" sz="1000" dirty="0" smtClean="0">
                <a:solidFill>
                  <a:srgbClr val="FFFFFF"/>
                </a:solidFill>
              </a:rPr>
              <a:t>58%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63548" y="4604039"/>
            <a:ext cx="1244251" cy="33470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50" dirty="0" smtClean="0">
                <a:solidFill>
                  <a:schemeClr val="bg1">
                    <a:lumMod val="65000"/>
                  </a:schemeClr>
                </a:solidFill>
              </a:rPr>
              <a:t>Sample Text 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3548" y="5157596"/>
            <a:ext cx="1244251" cy="33470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50" dirty="0" smtClean="0">
                <a:solidFill>
                  <a:schemeClr val="bg1">
                    <a:lumMod val="65000"/>
                  </a:schemeClr>
                </a:solidFill>
              </a:rPr>
              <a:t>Sample Text Here</a:t>
            </a:r>
          </a:p>
        </p:txBody>
      </p:sp>
      <p:sp>
        <p:nvSpPr>
          <p:cNvPr id="19" name="Rounded Rectangle 18"/>
          <p:cNvSpPr/>
          <p:nvPr/>
        </p:nvSpPr>
        <p:spPr>
          <a:xfrm rot="5400000">
            <a:off x="6015879" y="3827514"/>
            <a:ext cx="225030" cy="2463740"/>
          </a:xfrm>
          <a:prstGeom prst="roundRect">
            <a:avLst/>
          </a:prstGeom>
          <a:solidFill>
            <a:schemeClr val="bg1">
              <a:lumMod val="75000"/>
              <a:alpha val="50000"/>
            </a:schemeClr>
          </a:solidFill>
          <a:ln w="793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896525" y="4946867"/>
            <a:ext cx="2139174" cy="225028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121920" bIns="121920" rtlCol="0" anchor="ctr" anchorCtr="0"/>
          <a:lstStyle/>
          <a:p>
            <a:pPr algn="r"/>
            <a:r>
              <a:rPr lang="en-US" sz="1000" dirty="0" smtClean="0">
                <a:solidFill>
                  <a:srgbClr val="FFFFFF"/>
                </a:solidFill>
              </a:rPr>
              <a:t>80%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 rot="5400000">
            <a:off x="6015879" y="4381074"/>
            <a:ext cx="225030" cy="2463740"/>
          </a:xfrm>
          <a:prstGeom prst="roundRect">
            <a:avLst/>
          </a:prstGeom>
          <a:solidFill>
            <a:schemeClr val="bg1">
              <a:lumMod val="75000"/>
              <a:alpha val="50000"/>
            </a:schemeClr>
          </a:solidFill>
          <a:ln w="793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896524" y="5500427"/>
            <a:ext cx="1322557" cy="225028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121920" bIns="121920" rtlCol="0" anchor="ctr" anchorCtr="0"/>
          <a:lstStyle/>
          <a:p>
            <a:pPr algn="r"/>
            <a:r>
              <a:rPr lang="en-US" sz="1000" dirty="0" smtClean="0">
                <a:solidFill>
                  <a:srgbClr val="FFFFFF"/>
                </a:solidFill>
              </a:rPr>
              <a:t>58%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43578" y="4604039"/>
            <a:ext cx="1244251" cy="33470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50" dirty="0" smtClean="0">
                <a:solidFill>
                  <a:schemeClr val="bg1">
                    <a:lumMod val="65000"/>
                  </a:schemeClr>
                </a:solidFill>
              </a:rPr>
              <a:t>Sample Text 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3578" y="5157596"/>
            <a:ext cx="1244251" cy="33470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50" dirty="0" smtClean="0">
                <a:solidFill>
                  <a:schemeClr val="bg1">
                    <a:lumMod val="65000"/>
                  </a:schemeClr>
                </a:solidFill>
              </a:rPr>
              <a:t>Sample Text Here</a:t>
            </a:r>
          </a:p>
        </p:txBody>
      </p:sp>
      <p:sp>
        <p:nvSpPr>
          <p:cNvPr id="25" name="Rounded Rectangle 24"/>
          <p:cNvSpPr/>
          <p:nvPr/>
        </p:nvSpPr>
        <p:spPr>
          <a:xfrm rot="5400000">
            <a:off x="9495909" y="3827514"/>
            <a:ext cx="225030" cy="2463740"/>
          </a:xfrm>
          <a:prstGeom prst="roundRect">
            <a:avLst/>
          </a:prstGeom>
          <a:solidFill>
            <a:schemeClr val="bg1">
              <a:lumMod val="75000"/>
              <a:alpha val="50000"/>
            </a:schemeClr>
          </a:solidFill>
          <a:ln w="793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376555" y="4946867"/>
            <a:ext cx="2139174" cy="225028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121920" bIns="121920" rtlCol="0" anchor="ctr" anchorCtr="0"/>
          <a:lstStyle/>
          <a:p>
            <a:pPr algn="r"/>
            <a:r>
              <a:rPr lang="en-US" sz="1000" dirty="0" smtClean="0">
                <a:solidFill>
                  <a:srgbClr val="FFFFFF"/>
                </a:solidFill>
              </a:rPr>
              <a:t>80%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 rot="5400000">
            <a:off x="9495909" y="4381074"/>
            <a:ext cx="225030" cy="2463740"/>
          </a:xfrm>
          <a:prstGeom prst="roundRect">
            <a:avLst/>
          </a:prstGeom>
          <a:solidFill>
            <a:schemeClr val="bg1">
              <a:lumMod val="75000"/>
              <a:alpha val="50000"/>
            </a:schemeClr>
          </a:solidFill>
          <a:ln w="793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376554" y="5500427"/>
            <a:ext cx="1322557" cy="225028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121920" bIns="121920" rtlCol="0" anchor="ctr" anchorCtr="0"/>
          <a:lstStyle/>
          <a:p>
            <a:pPr algn="r"/>
            <a:r>
              <a:rPr lang="en-US" sz="1000" dirty="0" smtClean="0">
                <a:solidFill>
                  <a:srgbClr val="FFFFFF"/>
                </a:solidFill>
              </a:rPr>
              <a:t>58%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727210" y="4156052"/>
            <a:ext cx="17139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Rendy</a:t>
            </a:r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Han’s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145612" y="4156052"/>
            <a:ext cx="19007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Monica Spark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673600" y="4156052"/>
            <a:ext cx="18684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Stuart Antony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sz="quarter" idx="15"/>
          </p:nvPr>
        </p:nvSpPr>
        <p:spPr/>
      </p:sp>
    </p:spTree>
    <p:extLst>
      <p:ext uri="{BB962C8B-B14F-4D97-AF65-F5344CB8AC3E}">
        <p14:creationId xmlns:p14="http://schemas.microsoft.com/office/powerpoint/2010/main" val="2550959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9" name="Picture Placeholder 8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4" name="TextBox 3"/>
          <p:cNvSpPr txBox="1"/>
          <p:nvPr/>
        </p:nvSpPr>
        <p:spPr>
          <a:xfrm>
            <a:off x="3848437" y="357089"/>
            <a:ext cx="4495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Our Exclusive Team</a:t>
            </a:r>
            <a:endParaRPr 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3" name="Oval 2"/>
          <p:cNvSpPr/>
          <p:nvPr/>
        </p:nvSpPr>
        <p:spPr>
          <a:xfrm>
            <a:off x="2654570" y="3098694"/>
            <a:ext cx="784194" cy="78419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297059" y="3098694"/>
            <a:ext cx="784194" cy="78419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7939548" y="3098694"/>
            <a:ext cx="784194" cy="78419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0582037" y="3098694"/>
            <a:ext cx="784194" cy="78419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228015" y="4053955"/>
            <a:ext cx="18085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Molly Brooke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36413" y="4053955"/>
            <a:ext cx="1476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David Doe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97180" y="4053955"/>
            <a:ext cx="16401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Jack Moore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242783" y="4053955"/>
            <a:ext cx="16339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Laura Depp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43623" y="4454065"/>
            <a:ext cx="2177287" cy="92333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</a:t>
            </a:r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.</a:t>
            </a:r>
            <a:endParaRPr lang="en-US" sz="1200" dirty="0">
              <a:solidFill>
                <a:schemeClr val="bg1">
                  <a:lumMod val="65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86111" y="4454065"/>
            <a:ext cx="2177287" cy="92333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</a:t>
            </a:r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.</a:t>
            </a:r>
            <a:endParaRPr lang="en-US" sz="1200" dirty="0">
              <a:solidFill>
                <a:schemeClr val="bg1">
                  <a:lumMod val="65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28599" y="4454065"/>
            <a:ext cx="2177287" cy="92333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</a:t>
            </a:r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.</a:t>
            </a:r>
            <a:endParaRPr lang="en-US" sz="1200" dirty="0">
              <a:solidFill>
                <a:schemeClr val="bg1">
                  <a:lumMod val="65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71087" y="4454065"/>
            <a:ext cx="2177287" cy="92333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</a:t>
            </a:r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.</a:t>
            </a:r>
            <a:endParaRPr lang="en-US" sz="1200" dirty="0">
              <a:solidFill>
                <a:schemeClr val="bg1">
                  <a:lumMod val="65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52553" y="3359986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 smtClean="0">
                <a:solidFill>
                  <a:schemeClr val="bg1"/>
                </a:solidFill>
              </a:rPr>
              <a:t>CEO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746978" y="3359986"/>
            <a:ext cx="596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 smtClean="0">
                <a:solidFill>
                  <a:schemeClr val="bg1"/>
                </a:solidFill>
              </a:rPr>
              <a:t>Admin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24510" y="3359986"/>
            <a:ext cx="6142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 smtClean="0">
                <a:solidFill>
                  <a:schemeClr val="bg1"/>
                </a:solidFill>
              </a:rPr>
              <a:t>Leader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582041" y="3359986"/>
            <a:ext cx="7841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 smtClean="0">
                <a:solidFill>
                  <a:schemeClr val="bg1"/>
                </a:solidFill>
              </a:rPr>
              <a:t>Secretary</a:t>
            </a:r>
            <a:endParaRPr lang="en-US" sz="11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19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24" name="Oval 23"/>
          <p:cNvSpPr/>
          <p:nvPr/>
        </p:nvSpPr>
        <p:spPr>
          <a:xfrm>
            <a:off x="1077686" y="2169886"/>
            <a:ext cx="2518228" cy="2518228"/>
          </a:xfrm>
          <a:prstGeom prst="ellipse">
            <a:avLst/>
          </a:prstGeom>
          <a:solidFill>
            <a:schemeClr val="tx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4836886" y="2169886"/>
            <a:ext cx="2518228" cy="2518228"/>
          </a:xfrm>
          <a:prstGeom prst="ellipse">
            <a:avLst/>
          </a:prstGeom>
          <a:solidFill>
            <a:schemeClr val="tx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8596086" y="2169886"/>
            <a:ext cx="2518228" cy="2518228"/>
          </a:xfrm>
          <a:prstGeom prst="ellipse">
            <a:avLst/>
          </a:prstGeom>
          <a:solidFill>
            <a:schemeClr val="tx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/>
          <p:cNvCxnSpPr/>
          <p:nvPr/>
        </p:nvCxnSpPr>
        <p:spPr>
          <a:xfrm>
            <a:off x="2048265" y="3589262"/>
            <a:ext cx="523591" cy="0"/>
          </a:xfrm>
          <a:prstGeom prst="line">
            <a:avLst/>
          </a:prstGeom>
          <a:ln w="254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832365" y="3589262"/>
            <a:ext cx="523591" cy="0"/>
          </a:xfrm>
          <a:prstGeom prst="line">
            <a:avLst/>
          </a:prstGeom>
          <a:ln w="254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9614625" y="3589262"/>
            <a:ext cx="523591" cy="0"/>
          </a:xfrm>
          <a:prstGeom prst="line">
            <a:avLst/>
          </a:prstGeom>
          <a:ln w="25400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885394" y="3235588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>
                <a:solidFill>
                  <a:schemeClr val="bg1"/>
                </a:solidFill>
                <a:latin typeface="+mj-lt"/>
              </a:rPr>
              <a:t>MOCK UP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578123" y="3235588"/>
            <a:ext cx="10320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STATIONERY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400589" y="3235588"/>
            <a:ext cx="909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>
                <a:solidFill>
                  <a:schemeClr val="bg1"/>
                </a:solidFill>
                <a:latin typeface="+mj-lt"/>
              </a:rPr>
              <a:t>FURNITURE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72457" y="4932616"/>
            <a:ext cx="2728686" cy="60984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printing.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29817" y="4932616"/>
            <a:ext cx="2728686" cy="60984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printing.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487177" y="4932616"/>
            <a:ext cx="2728686" cy="60984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printing.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848437" y="357089"/>
            <a:ext cx="4495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Our Exclusive Team</a:t>
            </a:r>
            <a:endParaRPr 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87134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08925" y="357089"/>
            <a:ext cx="5174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Our Awesome Portfolio</a:t>
            </a:r>
            <a:endParaRPr 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2724" y="4465983"/>
            <a:ext cx="3693786" cy="7723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249107" y="4465983"/>
            <a:ext cx="3693786" cy="7723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107276" y="4465983"/>
            <a:ext cx="3693786" cy="7723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392724" y="4652113"/>
            <a:ext cx="13311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latin typeface="+mj-lt"/>
              </a:rPr>
              <a:t>Text Here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66497" y="4652113"/>
            <a:ext cx="1018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 smtClean="0">
                <a:solidFill>
                  <a:schemeClr val="bg1"/>
                </a:solidFill>
                <a:latin typeface="+mj-lt"/>
              </a:rPr>
              <a:t>56,000</a:t>
            </a:r>
            <a:endParaRPr 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47321" y="4652113"/>
            <a:ext cx="13311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latin typeface="+mj-lt"/>
              </a:rPr>
              <a:t>Text Here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21094" y="4652113"/>
            <a:ext cx="1018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 smtClean="0">
                <a:solidFill>
                  <a:schemeClr val="bg1"/>
                </a:solidFill>
                <a:latin typeface="+mj-lt"/>
              </a:rPr>
              <a:t>56,000</a:t>
            </a:r>
            <a:endParaRPr 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03704" y="4652113"/>
            <a:ext cx="13311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latin typeface="+mj-lt"/>
              </a:rPr>
              <a:t>Text Here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777477" y="4652113"/>
            <a:ext cx="1018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 smtClean="0">
                <a:solidFill>
                  <a:schemeClr val="bg1"/>
                </a:solidFill>
                <a:latin typeface="+mj-lt"/>
              </a:rPr>
              <a:t>56,000</a:t>
            </a:r>
            <a:endParaRPr 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13" name="Picture Placeholder 12"/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23" name="Picture Placeholder 22"/>
          <p:cNvSpPr>
            <a:spLocks noGrp="1"/>
          </p:cNvSpPr>
          <p:nvPr>
            <p:ph type="pic" sz="quarter" idx="19"/>
          </p:nvPr>
        </p:nvSpPr>
        <p:spPr/>
      </p:sp>
    </p:spTree>
    <p:extLst>
      <p:ext uri="{BB962C8B-B14F-4D97-AF65-F5344CB8AC3E}">
        <p14:creationId xmlns:p14="http://schemas.microsoft.com/office/powerpoint/2010/main" val="541101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508925" y="357089"/>
            <a:ext cx="5174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Our Awesome Portfolio</a:t>
            </a:r>
            <a:endParaRPr 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0067" y="5433391"/>
            <a:ext cx="1151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64107" y="5433391"/>
            <a:ext cx="1018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56,000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23265" y="5433391"/>
            <a:ext cx="1151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07305" y="5433391"/>
            <a:ext cx="1018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56,000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66464" y="5433391"/>
            <a:ext cx="1151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50504" y="5433391"/>
            <a:ext cx="1018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56,000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09667" y="5433391"/>
            <a:ext cx="1151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493707" y="5433391"/>
            <a:ext cx="1018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56,000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11" name="Picture Placeholder 10"/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25" name="Picture Placeholder 24"/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26" name="Picture Placeholder 25"/>
          <p:cNvSpPr>
            <a:spLocks noGrp="1"/>
          </p:cNvSpPr>
          <p:nvPr>
            <p:ph type="pic" sz="quarter" idx="20"/>
          </p:nvPr>
        </p:nvSpPr>
        <p:spPr/>
      </p:sp>
    </p:spTree>
    <p:extLst>
      <p:ext uri="{BB962C8B-B14F-4D97-AF65-F5344CB8AC3E}">
        <p14:creationId xmlns:p14="http://schemas.microsoft.com/office/powerpoint/2010/main" val="1792285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253050" y="2"/>
            <a:ext cx="3938950" cy="68579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8376667" y="1801446"/>
            <a:ext cx="369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1"/>
                </a:solidFill>
                <a:latin typeface="+mj-lt"/>
              </a:rPr>
              <a:t>CREATIVE</a:t>
            </a:r>
          </a:p>
          <a:p>
            <a:pPr algn="ctr"/>
            <a:r>
              <a:rPr lang="en-US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PORTFOLIO</a:t>
            </a:r>
            <a:endParaRPr lang="en-US" sz="48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09104" y="3567832"/>
            <a:ext cx="3626841" cy="147732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been the industry's standard dummy text ever since the 1500s, when an unknown printer took a galley of type and scrambled it to make a type specimen book</a:t>
            </a:r>
            <a:r>
              <a:rPr lang="en-US" sz="1200" dirty="0" smtClean="0">
                <a:solidFill>
                  <a:schemeClr val="bg1"/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.</a:t>
            </a:r>
            <a:endParaRPr lang="en-US" sz="1200" dirty="0">
              <a:solidFill>
                <a:schemeClr val="bg1"/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366182" y="5699768"/>
            <a:ext cx="1712686" cy="4064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Let’s See</a:t>
            </a:r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sz="quarter" idx="19"/>
          </p:nvPr>
        </p:nvSpPr>
        <p:spPr/>
      </p:sp>
    </p:spTree>
    <p:extLst>
      <p:ext uri="{BB962C8B-B14F-4D97-AF65-F5344CB8AC3E}">
        <p14:creationId xmlns:p14="http://schemas.microsoft.com/office/powerpoint/2010/main" val="1526927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24" name="Picture Placeholder 23"/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11" name="Rounded Rectangle 10"/>
          <p:cNvSpPr/>
          <p:nvPr/>
        </p:nvSpPr>
        <p:spPr>
          <a:xfrm>
            <a:off x="574147" y="1758463"/>
            <a:ext cx="3471828" cy="3291839"/>
          </a:xfrm>
          <a:prstGeom prst="roundRect">
            <a:avLst/>
          </a:prstGeom>
          <a:solidFill>
            <a:schemeClr val="tx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4358247" y="1758463"/>
            <a:ext cx="3471828" cy="3291839"/>
          </a:xfrm>
          <a:prstGeom prst="roundRect">
            <a:avLst/>
          </a:prstGeom>
          <a:solidFill>
            <a:schemeClr val="tx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8142347" y="1758463"/>
            <a:ext cx="3471828" cy="3291839"/>
          </a:xfrm>
          <a:prstGeom prst="roundRect">
            <a:avLst/>
          </a:prstGeom>
          <a:solidFill>
            <a:schemeClr val="tx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254720" y="3281271"/>
            <a:ext cx="21106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000" spc="300" dirty="0" smtClean="0">
                <a:solidFill>
                  <a:schemeClr val="bg1"/>
                </a:solidFill>
                <a:latin typeface="+mj-lt"/>
              </a:rPr>
              <a:t>ILLUSTRATION</a:t>
            </a:r>
            <a:endParaRPr lang="en-US" sz="1000" spc="3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048265" y="3589262"/>
            <a:ext cx="523591" cy="0"/>
          </a:xfrm>
          <a:prstGeom prst="line">
            <a:avLst/>
          </a:prstGeom>
          <a:ln w="254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38820" y="3281271"/>
            <a:ext cx="21106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300" dirty="0" smtClean="0">
                <a:solidFill>
                  <a:schemeClr val="bg1"/>
                </a:solidFill>
                <a:latin typeface="+mj-lt"/>
              </a:rPr>
              <a:t>BRANDING</a:t>
            </a:r>
            <a:endParaRPr lang="en-US" sz="1000" spc="3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5832365" y="3589262"/>
            <a:ext cx="523591" cy="0"/>
          </a:xfrm>
          <a:prstGeom prst="line">
            <a:avLst/>
          </a:prstGeom>
          <a:ln w="254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821080" y="3281271"/>
            <a:ext cx="21106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300" dirty="0" smtClean="0">
                <a:solidFill>
                  <a:schemeClr val="bg1"/>
                </a:solidFill>
                <a:latin typeface="+mj-lt"/>
              </a:rPr>
              <a:t>ADVERTISE</a:t>
            </a:r>
            <a:endParaRPr lang="en-US" sz="1000" spc="3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9614625" y="3589262"/>
            <a:ext cx="523591" cy="0"/>
          </a:xfrm>
          <a:prstGeom prst="line">
            <a:avLst/>
          </a:prstGeom>
          <a:ln w="25400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82522" y="5253029"/>
            <a:ext cx="32550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Lorem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Ipsum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comes from section Contrary to popular belief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en-US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466622" y="5253029"/>
            <a:ext cx="32550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Lorem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Ipsum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comes from section Contrary to popular belief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en-US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248882" y="5253029"/>
            <a:ext cx="32550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Lorem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Ipsum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comes from section Contrary to popular belief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en-US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08925" y="371603"/>
            <a:ext cx="5174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Our Awesome Portfolio</a:t>
            </a:r>
            <a:endParaRPr 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17061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770606" y="515986"/>
            <a:ext cx="369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 smtClean="0">
                <a:solidFill>
                  <a:schemeClr val="accent1"/>
                </a:solidFill>
                <a:latin typeface="+mj-lt"/>
              </a:rPr>
              <a:t>CREATIVE</a:t>
            </a:r>
          </a:p>
          <a:p>
            <a:r>
              <a:rPr lang="en-US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PORTFOLIO</a:t>
            </a:r>
            <a:endParaRPr lang="en-US" sz="48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01235" y="2282372"/>
            <a:ext cx="3626841" cy="147732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been the industry's standard dummy text ever since the 1500s, when an unknown printer took a galley of type and scrambled it to make a type specimen book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01235" y="3978628"/>
            <a:ext cx="2868365" cy="147732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been the industry's standard dummy text ever since the 1500s, when an unknown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printer.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211677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 flipH="1">
            <a:off x="6267833" y="1567543"/>
            <a:ext cx="5924167" cy="4464050"/>
            <a:chOff x="2449513" y="450850"/>
            <a:chExt cx="7078663" cy="5334000"/>
          </a:xfrm>
        </p:grpSpPr>
        <p:sp>
          <p:nvSpPr>
            <p:cNvPr id="3" name="Rectangle 5"/>
            <p:cNvSpPr>
              <a:spLocks noChangeArrowheads="1"/>
            </p:cNvSpPr>
            <p:nvPr/>
          </p:nvSpPr>
          <p:spPr bwMode="auto">
            <a:xfrm>
              <a:off x="2449513" y="4448175"/>
              <a:ext cx="1438275" cy="133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6"/>
            <p:cNvSpPr>
              <a:spLocks/>
            </p:cNvSpPr>
            <p:nvPr/>
          </p:nvSpPr>
          <p:spPr bwMode="auto">
            <a:xfrm>
              <a:off x="3887788" y="4251325"/>
              <a:ext cx="554038" cy="1533525"/>
            </a:xfrm>
            <a:custGeom>
              <a:avLst/>
              <a:gdLst>
                <a:gd name="T0" fmla="*/ 0 w 349"/>
                <a:gd name="T1" fmla="*/ 966 h 966"/>
                <a:gd name="T2" fmla="*/ 0 w 349"/>
                <a:gd name="T3" fmla="*/ 126 h 966"/>
                <a:gd name="T4" fmla="*/ 349 w 349"/>
                <a:gd name="T5" fmla="*/ 0 h 966"/>
                <a:gd name="T6" fmla="*/ 349 w 349"/>
                <a:gd name="T7" fmla="*/ 713 h 966"/>
                <a:gd name="T8" fmla="*/ 0 w 349"/>
                <a:gd name="T9" fmla="*/ 966 h 9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966">
                  <a:moveTo>
                    <a:pt x="0" y="966"/>
                  </a:moveTo>
                  <a:lnTo>
                    <a:pt x="0" y="126"/>
                  </a:lnTo>
                  <a:lnTo>
                    <a:pt x="349" y="0"/>
                  </a:lnTo>
                  <a:lnTo>
                    <a:pt x="349" y="713"/>
                  </a:lnTo>
                  <a:lnTo>
                    <a:pt x="0" y="966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7"/>
            <p:cNvSpPr>
              <a:spLocks/>
            </p:cNvSpPr>
            <p:nvPr/>
          </p:nvSpPr>
          <p:spPr bwMode="auto">
            <a:xfrm>
              <a:off x="4441826" y="4251325"/>
              <a:ext cx="4673600" cy="1131888"/>
            </a:xfrm>
            <a:custGeom>
              <a:avLst/>
              <a:gdLst>
                <a:gd name="T0" fmla="*/ 0 w 2944"/>
                <a:gd name="T1" fmla="*/ 713 h 713"/>
                <a:gd name="T2" fmla="*/ 0 w 2944"/>
                <a:gd name="T3" fmla="*/ 0 h 713"/>
                <a:gd name="T4" fmla="*/ 2686 w 2944"/>
                <a:gd name="T5" fmla="*/ 0 h 713"/>
                <a:gd name="T6" fmla="*/ 2944 w 2944"/>
                <a:gd name="T7" fmla="*/ 356 h 713"/>
                <a:gd name="T8" fmla="*/ 2686 w 2944"/>
                <a:gd name="T9" fmla="*/ 713 h 713"/>
                <a:gd name="T10" fmla="*/ 0 w 2944"/>
                <a:gd name="T11" fmla="*/ 713 h 7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44" h="713">
                  <a:moveTo>
                    <a:pt x="0" y="713"/>
                  </a:moveTo>
                  <a:lnTo>
                    <a:pt x="0" y="0"/>
                  </a:lnTo>
                  <a:lnTo>
                    <a:pt x="2686" y="0"/>
                  </a:lnTo>
                  <a:lnTo>
                    <a:pt x="2944" y="356"/>
                  </a:lnTo>
                  <a:lnTo>
                    <a:pt x="2686" y="713"/>
                  </a:lnTo>
                  <a:lnTo>
                    <a:pt x="0" y="71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Oval 8"/>
            <p:cNvSpPr>
              <a:spLocks noChangeArrowheads="1"/>
            </p:cNvSpPr>
            <p:nvPr/>
          </p:nvSpPr>
          <p:spPr bwMode="auto">
            <a:xfrm>
              <a:off x="2749551" y="4700588"/>
              <a:ext cx="838200" cy="835025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Line 9"/>
            <p:cNvSpPr>
              <a:spLocks noChangeShapeType="1"/>
            </p:cNvSpPr>
            <p:nvPr/>
          </p:nvSpPr>
          <p:spPr bwMode="auto">
            <a:xfrm>
              <a:off x="7770813" y="4416425"/>
              <a:ext cx="0" cy="806450"/>
            </a:xfrm>
            <a:prstGeom prst="line">
              <a:avLst/>
            </a:prstGeom>
            <a:noFill/>
            <a:ln w="15875" cap="flat">
              <a:solidFill>
                <a:srgbClr val="F5F5F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8018463" y="4546600"/>
              <a:ext cx="541338" cy="542926"/>
              <a:chOff x="8018463" y="4546600"/>
              <a:chExt cx="541338" cy="542926"/>
            </a:xfrm>
            <a:solidFill>
              <a:schemeClr val="bg1"/>
            </a:solidFill>
          </p:grpSpPr>
          <p:sp>
            <p:nvSpPr>
              <p:cNvPr id="36" name="Freeform 10"/>
              <p:cNvSpPr>
                <a:spLocks noEditPoints="1"/>
              </p:cNvSpPr>
              <p:nvPr/>
            </p:nvSpPr>
            <p:spPr bwMode="auto">
              <a:xfrm>
                <a:off x="8018463" y="4598988"/>
                <a:ext cx="492125" cy="490538"/>
              </a:xfrm>
              <a:custGeom>
                <a:avLst/>
                <a:gdLst>
                  <a:gd name="T0" fmla="*/ 108 w 216"/>
                  <a:gd name="T1" fmla="*/ 216 h 216"/>
                  <a:gd name="T2" fmla="*/ 216 w 216"/>
                  <a:gd name="T3" fmla="*/ 108 h 216"/>
                  <a:gd name="T4" fmla="*/ 203 w 216"/>
                  <a:gd name="T5" fmla="*/ 57 h 216"/>
                  <a:gd name="T6" fmla="*/ 201 w 216"/>
                  <a:gd name="T7" fmla="*/ 57 h 216"/>
                  <a:gd name="T8" fmla="*/ 199 w 216"/>
                  <a:gd name="T9" fmla="*/ 57 h 216"/>
                  <a:gd name="T10" fmla="*/ 185 w 216"/>
                  <a:gd name="T11" fmla="*/ 56 h 216"/>
                  <a:gd name="T12" fmla="*/ 175 w 216"/>
                  <a:gd name="T13" fmla="*/ 66 h 216"/>
                  <a:gd name="T14" fmla="*/ 187 w 216"/>
                  <a:gd name="T15" fmla="*/ 108 h 216"/>
                  <a:gd name="T16" fmla="*/ 108 w 216"/>
                  <a:gd name="T17" fmla="*/ 187 h 216"/>
                  <a:gd name="T18" fmla="*/ 29 w 216"/>
                  <a:gd name="T19" fmla="*/ 108 h 216"/>
                  <a:gd name="T20" fmla="*/ 108 w 216"/>
                  <a:gd name="T21" fmla="*/ 29 h 216"/>
                  <a:gd name="T22" fmla="*/ 150 w 216"/>
                  <a:gd name="T23" fmla="*/ 41 h 216"/>
                  <a:gd name="T24" fmla="*/ 159 w 216"/>
                  <a:gd name="T25" fmla="*/ 32 h 216"/>
                  <a:gd name="T26" fmla="*/ 157 w 216"/>
                  <a:gd name="T27" fmla="*/ 16 h 216"/>
                  <a:gd name="T28" fmla="*/ 158 w 216"/>
                  <a:gd name="T29" fmla="*/ 12 h 216"/>
                  <a:gd name="T30" fmla="*/ 108 w 216"/>
                  <a:gd name="T31" fmla="*/ 0 h 216"/>
                  <a:gd name="T32" fmla="*/ 0 w 216"/>
                  <a:gd name="T33" fmla="*/ 108 h 216"/>
                  <a:gd name="T34" fmla="*/ 108 w 216"/>
                  <a:gd name="T35" fmla="*/ 216 h 216"/>
                  <a:gd name="T36" fmla="*/ 108 w 216"/>
                  <a:gd name="T37" fmla="*/ 216 h 216"/>
                  <a:gd name="T38" fmla="*/ 108 w 216"/>
                  <a:gd name="T39" fmla="*/ 216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16" h="216">
                    <a:moveTo>
                      <a:pt x="108" y="216"/>
                    </a:moveTo>
                    <a:cubicBezTo>
                      <a:pt x="168" y="216"/>
                      <a:pt x="216" y="168"/>
                      <a:pt x="216" y="108"/>
                    </a:cubicBezTo>
                    <a:cubicBezTo>
                      <a:pt x="216" y="90"/>
                      <a:pt x="211" y="72"/>
                      <a:pt x="203" y="57"/>
                    </a:cubicBezTo>
                    <a:cubicBezTo>
                      <a:pt x="202" y="57"/>
                      <a:pt x="201" y="57"/>
                      <a:pt x="201" y="57"/>
                    </a:cubicBezTo>
                    <a:cubicBezTo>
                      <a:pt x="200" y="57"/>
                      <a:pt x="200" y="57"/>
                      <a:pt x="199" y="57"/>
                    </a:cubicBezTo>
                    <a:cubicBezTo>
                      <a:pt x="185" y="56"/>
                      <a:pt x="185" y="56"/>
                      <a:pt x="185" y="56"/>
                    </a:cubicBezTo>
                    <a:cubicBezTo>
                      <a:pt x="175" y="66"/>
                      <a:pt x="175" y="66"/>
                      <a:pt x="175" y="66"/>
                    </a:cubicBezTo>
                    <a:cubicBezTo>
                      <a:pt x="183" y="78"/>
                      <a:pt x="187" y="93"/>
                      <a:pt x="187" y="108"/>
                    </a:cubicBezTo>
                    <a:cubicBezTo>
                      <a:pt x="187" y="152"/>
                      <a:pt x="152" y="187"/>
                      <a:pt x="108" y="187"/>
                    </a:cubicBezTo>
                    <a:cubicBezTo>
                      <a:pt x="64" y="187"/>
                      <a:pt x="29" y="152"/>
                      <a:pt x="29" y="108"/>
                    </a:cubicBezTo>
                    <a:cubicBezTo>
                      <a:pt x="29" y="64"/>
                      <a:pt x="64" y="29"/>
                      <a:pt x="108" y="29"/>
                    </a:cubicBezTo>
                    <a:cubicBezTo>
                      <a:pt x="123" y="29"/>
                      <a:pt x="138" y="33"/>
                      <a:pt x="150" y="41"/>
                    </a:cubicBezTo>
                    <a:cubicBezTo>
                      <a:pt x="159" y="32"/>
                      <a:pt x="159" y="32"/>
                      <a:pt x="159" y="32"/>
                    </a:cubicBezTo>
                    <a:cubicBezTo>
                      <a:pt x="157" y="16"/>
                      <a:pt x="157" y="16"/>
                      <a:pt x="157" y="16"/>
                    </a:cubicBezTo>
                    <a:cubicBezTo>
                      <a:pt x="157" y="15"/>
                      <a:pt x="157" y="13"/>
                      <a:pt x="158" y="12"/>
                    </a:cubicBezTo>
                    <a:cubicBezTo>
                      <a:pt x="143" y="4"/>
                      <a:pt x="126" y="0"/>
                      <a:pt x="108" y="0"/>
                    </a:cubicBezTo>
                    <a:cubicBezTo>
                      <a:pt x="48" y="0"/>
                      <a:pt x="0" y="48"/>
                      <a:pt x="0" y="108"/>
                    </a:cubicBezTo>
                    <a:cubicBezTo>
                      <a:pt x="0" y="168"/>
                      <a:pt x="48" y="216"/>
                      <a:pt x="108" y="216"/>
                    </a:cubicBezTo>
                    <a:close/>
                    <a:moveTo>
                      <a:pt x="108" y="216"/>
                    </a:moveTo>
                    <a:cubicBezTo>
                      <a:pt x="108" y="216"/>
                      <a:pt x="108" y="216"/>
                      <a:pt x="108" y="21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" name="Freeform 11"/>
              <p:cNvSpPr>
                <a:spLocks noEditPoints="1"/>
              </p:cNvSpPr>
              <p:nvPr/>
            </p:nvSpPr>
            <p:spPr bwMode="auto">
              <a:xfrm>
                <a:off x="8143876" y="4724400"/>
                <a:ext cx="241300" cy="241300"/>
              </a:xfrm>
              <a:custGeom>
                <a:avLst/>
                <a:gdLst>
                  <a:gd name="T0" fmla="*/ 53 w 106"/>
                  <a:gd name="T1" fmla="*/ 25 h 106"/>
                  <a:gd name="T2" fmla="*/ 55 w 106"/>
                  <a:gd name="T3" fmla="*/ 25 h 106"/>
                  <a:gd name="T4" fmla="*/ 75 w 106"/>
                  <a:gd name="T5" fmla="*/ 5 h 106"/>
                  <a:gd name="T6" fmla="*/ 75 w 106"/>
                  <a:gd name="T7" fmla="*/ 5 h 106"/>
                  <a:gd name="T8" fmla="*/ 53 w 106"/>
                  <a:gd name="T9" fmla="*/ 0 h 106"/>
                  <a:gd name="T10" fmla="*/ 0 w 106"/>
                  <a:gd name="T11" fmla="*/ 53 h 106"/>
                  <a:gd name="T12" fmla="*/ 53 w 106"/>
                  <a:gd name="T13" fmla="*/ 106 h 106"/>
                  <a:gd name="T14" fmla="*/ 106 w 106"/>
                  <a:gd name="T15" fmla="*/ 53 h 106"/>
                  <a:gd name="T16" fmla="*/ 101 w 106"/>
                  <a:gd name="T17" fmla="*/ 31 h 106"/>
                  <a:gd name="T18" fmla="*/ 101 w 106"/>
                  <a:gd name="T19" fmla="*/ 31 h 106"/>
                  <a:gd name="T20" fmla="*/ 81 w 106"/>
                  <a:gd name="T21" fmla="*/ 51 h 106"/>
                  <a:gd name="T22" fmla="*/ 81 w 106"/>
                  <a:gd name="T23" fmla="*/ 53 h 106"/>
                  <a:gd name="T24" fmla="*/ 53 w 106"/>
                  <a:gd name="T25" fmla="*/ 81 h 106"/>
                  <a:gd name="T26" fmla="*/ 25 w 106"/>
                  <a:gd name="T27" fmla="*/ 53 h 106"/>
                  <a:gd name="T28" fmla="*/ 53 w 106"/>
                  <a:gd name="T29" fmla="*/ 25 h 106"/>
                  <a:gd name="T30" fmla="*/ 53 w 106"/>
                  <a:gd name="T31" fmla="*/ 25 h 106"/>
                  <a:gd name="T32" fmla="*/ 53 w 106"/>
                  <a:gd name="T33" fmla="*/ 2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6" h="106">
                    <a:moveTo>
                      <a:pt x="53" y="25"/>
                    </a:moveTo>
                    <a:cubicBezTo>
                      <a:pt x="54" y="25"/>
                      <a:pt x="54" y="25"/>
                      <a:pt x="55" y="25"/>
                    </a:cubicBezTo>
                    <a:cubicBezTo>
                      <a:pt x="75" y="5"/>
                      <a:pt x="75" y="5"/>
                      <a:pt x="75" y="5"/>
                    </a:cubicBezTo>
                    <a:cubicBezTo>
                      <a:pt x="75" y="5"/>
                      <a:pt x="75" y="5"/>
                      <a:pt x="75" y="5"/>
                    </a:cubicBezTo>
                    <a:cubicBezTo>
                      <a:pt x="69" y="2"/>
                      <a:pt x="61" y="0"/>
                      <a:pt x="53" y="0"/>
                    </a:cubicBezTo>
                    <a:cubicBezTo>
                      <a:pt x="24" y="0"/>
                      <a:pt x="0" y="24"/>
                      <a:pt x="0" y="53"/>
                    </a:cubicBezTo>
                    <a:cubicBezTo>
                      <a:pt x="0" y="82"/>
                      <a:pt x="24" y="106"/>
                      <a:pt x="53" y="106"/>
                    </a:cubicBezTo>
                    <a:cubicBezTo>
                      <a:pt x="82" y="106"/>
                      <a:pt x="106" y="82"/>
                      <a:pt x="106" y="53"/>
                    </a:cubicBezTo>
                    <a:cubicBezTo>
                      <a:pt x="106" y="45"/>
                      <a:pt x="104" y="37"/>
                      <a:pt x="101" y="31"/>
                    </a:cubicBezTo>
                    <a:cubicBezTo>
                      <a:pt x="101" y="31"/>
                      <a:pt x="101" y="31"/>
                      <a:pt x="101" y="31"/>
                    </a:cubicBezTo>
                    <a:cubicBezTo>
                      <a:pt x="81" y="51"/>
                      <a:pt x="81" y="51"/>
                      <a:pt x="81" y="51"/>
                    </a:cubicBezTo>
                    <a:cubicBezTo>
                      <a:pt x="81" y="52"/>
                      <a:pt x="81" y="52"/>
                      <a:pt x="81" y="53"/>
                    </a:cubicBezTo>
                    <a:cubicBezTo>
                      <a:pt x="81" y="68"/>
                      <a:pt x="68" y="81"/>
                      <a:pt x="53" y="81"/>
                    </a:cubicBezTo>
                    <a:cubicBezTo>
                      <a:pt x="38" y="81"/>
                      <a:pt x="25" y="68"/>
                      <a:pt x="25" y="53"/>
                    </a:cubicBezTo>
                    <a:cubicBezTo>
                      <a:pt x="25" y="38"/>
                      <a:pt x="38" y="25"/>
                      <a:pt x="53" y="25"/>
                    </a:cubicBezTo>
                    <a:close/>
                    <a:moveTo>
                      <a:pt x="53" y="25"/>
                    </a:moveTo>
                    <a:cubicBezTo>
                      <a:pt x="53" y="25"/>
                      <a:pt x="53" y="25"/>
                      <a:pt x="53" y="25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" name="Freeform 12"/>
              <p:cNvSpPr>
                <a:spLocks noEditPoints="1"/>
              </p:cNvSpPr>
              <p:nvPr/>
            </p:nvSpPr>
            <p:spPr bwMode="auto">
              <a:xfrm>
                <a:off x="8286751" y="4546600"/>
                <a:ext cx="273050" cy="273050"/>
              </a:xfrm>
              <a:custGeom>
                <a:avLst/>
                <a:gdLst>
                  <a:gd name="T0" fmla="*/ 101 w 120"/>
                  <a:gd name="T1" fmla="*/ 33 h 120"/>
                  <a:gd name="T2" fmla="*/ 107 w 120"/>
                  <a:gd name="T3" fmla="*/ 27 h 120"/>
                  <a:gd name="T4" fmla="*/ 107 w 120"/>
                  <a:gd name="T5" fmla="*/ 18 h 120"/>
                  <a:gd name="T6" fmla="*/ 103 w 120"/>
                  <a:gd name="T7" fmla="*/ 14 h 120"/>
                  <a:gd name="T8" fmla="*/ 98 w 120"/>
                  <a:gd name="T9" fmla="*/ 12 h 120"/>
                  <a:gd name="T10" fmla="*/ 94 w 120"/>
                  <a:gd name="T11" fmla="*/ 14 h 120"/>
                  <a:gd name="T12" fmla="*/ 87 w 120"/>
                  <a:gd name="T13" fmla="*/ 20 h 120"/>
                  <a:gd name="T14" fmla="*/ 86 w 120"/>
                  <a:gd name="T15" fmla="*/ 2 h 120"/>
                  <a:gd name="T16" fmla="*/ 83 w 120"/>
                  <a:gd name="T17" fmla="*/ 0 h 120"/>
                  <a:gd name="T18" fmla="*/ 82 w 120"/>
                  <a:gd name="T19" fmla="*/ 1 h 120"/>
                  <a:gd name="T20" fmla="*/ 55 w 120"/>
                  <a:gd name="T21" fmla="*/ 27 h 120"/>
                  <a:gd name="T22" fmla="*/ 52 w 120"/>
                  <a:gd name="T23" fmla="*/ 36 h 120"/>
                  <a:gd name="T24" fmla="*/ 52 w 120"/>
                  <a:gd name="T25" fmla="*/ 37 h 120"/>
                  <a:gd name="T26" fmla="*/ 53 w 120"/>
                  <a:gd name="T27" fmla="*/ 54 h 120"/>
                  <a:gd name="T28" fmla="*/ 44 w 120"/>
                  <a:gd name="T29" fmla="*/ 63 h 120"/>
                  <a:gd name="T30" fmla="*/ 27 w 120"/>
                  <a:gd name="T31" fmla="*/ 80 h 120"/>
                  <a:gd name="T32" fmla="*/ 26 w 120"/>
                  <a:gd name="T33" fmla="*/ 81 h 120"/>
                  <a:gd name="T34" fmla="*/ 10 w 120"/>
                  <a:gd name="T35" fmla="*/ 97 h 120"/>
                  <a:gd name="T36" fmla="*/ 2 w 120"/>
                  <a:gd name="T37" fmla="*/ 105 h 120"/>
                  <a:gd name="T38" fmla="*/ 1 w 120"/>
                  <a:gd name="T39" fmla="*/ 108 h 120"/>
                  <a:gd name="T40" fmla="*/ 0 w 120"/>
                  <a:gd name="T41" fmla="*/ 114 h 120"/>
                  <a:gd name="T42" fmla="*/ 6 w 120"/>
                  <a:gd name="T43" fmla="*/ 120 h 120"/>
                  <a:gd name="T44" fmla="*/ 6 w 120"/>
                  <a:gd name="T45" fmla="*/ 120 h 120"/>
                  <a:gd name="T46" fmla="*/ 12 w 120"/>
                  <a:gd name="T47" fmla="*/ 120 h 120"/>
                  <a:gd name="T48" fmla="*/ 16 w 120"/>
                  <a:gd name="T49" fmla="*/ 118 h 120"/>
                  <a:gd name="T50" fmla="*/ 68 w 120"/>
                  <a:gd name="T51" fmla="*/ 67 h 120"/>
                  <a:gd name="T52" fmla="*/ 83 w 120"/>
                  <a:gd name="T53" fmla="*/ 68 h 120"/>
                  <a:gd name="T54" fmla="*/ 84 w 120"/>
                  <a:gd name="T55" fmla="*/ 68 h 120"/>
                  <a:gd name="T56" fmla="*/ 84 w 120"/>
                  <a:gd name="T57" fmla="*/ 68 h 120"/>
                  <a:gd name="T58" fmla="*/ 93 w 120"/>
                  <a:gd name="T59" fmla="*/ 65 h 120"/>
                  <a:gd name="T60" fmla="*/ 119 w 120"/>
                  <a:gd name="T61" fmla="*/ 38 h 120"/>
                  <a:gd name="T62" fmla="*/ 117 w 120"/>
                  <a:gd name="T63" fmla="*/ 34 h 120"/>
                  <a:gd name="T64" fmla="*/ 101 w 120"/>
                  <a:gd name="T65" fmla="*/ 33 h 120"/>
                  <a:gd name="T66" fmla="*/ 101 w 120"/>
                  <a:gd name="T67" fmla="*/ 33 h 120"/>
                  <a:gd name="T68" fmla="*/ 101 w 120"/>
                  <a:gd name="T69" fmla="*/ 33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20" h="120">
                    <a:moveTo>
                      <a:pt x="101" y="33"/>
                    </a:moveTo>
                    <a:cubicBezTo>
                      <a:pt x="107" y="27"/>
                      <a:pt x="107" y="27"/>
                      <a:pt x="107" y="27"/>
                    </a:cubicBezTo>
                    <a:cubicBezTo>
                      <a:pt x="110" y="25"/>
                      <a:pt x="110" y="20"/>
                      <a:pt x="107" y="18"/>
                    </a:cubicBezTo>
                    <a:cubicBezTo>
                      <a:pt x="103" y="14"/>
                      <a:pt x="103" y="14"/>
                      <a:pt x="103" y="14"/>
                    </a:cubicBezTo>
                    <a:cubicBezTo>
                      <a:pt x="102" y="12"/>
                      <a:pt x="100" y="12"/>
                      <a:pt x="98" y="12"/>
                    </a:cubicBezTo>
                    <a:cubicBezTo>
                      <a:pt x="97" y="12"/>
                      <a:pt x="95" y="12"/>
                      <a:pt x="94" y="14"/>
                    </a:cubicBezTo>
                    <a:cubicBezTo>
                      <a:pt x="87" y="20"/>
                      <a:pt x="87" y="20"/>
                      <a:pt x="87" y="20"/>
                    </a:cubicBezTo>
                    <a:cubicBezTo>
                      <a:pt x="86" y="2"/>
                      <a:pt x="86" y="2"/>
                      <a:pt x="86" y="2"/>
                    </a:cubicBezTo>
                    <a:cubicBezTo>
                      <a:pt x="86" y="1"/>
                      <a:pt x="84" y="0"/>
                      <a:pt x="83" y="0"/>
                    </a:cubicBezTo>
                    <a:cubicBezTo>
                      <a:pt x="83" y="0"/>
                      <a:pt x="82" y="0"/>
                      <a:pt x="82" y="1"/>
                    </a:cubicBezTo>
                    <a:cubicBezTo>
                      <a:pt x="55" y="27"/>
                      <a:pt x="55" y="27"/>
                      <a:pt x="55" y="27"/>
                    </a:cubicBezTo>
                    <a:cubicBezTo>
                      <a:pt x="53" y="30"/>
                      <a:pt x="52" y="33"/>
                      <a:pt x="52" y="36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3" y="54"/>
                      <a:pt x="53" y="54"/>
                      <a:pt x="53" y="54"/>
                    </a:cubicBezTo>
                    <a:cubicBezTo>
                      <a:pt x="44" y="63"/>
                      <a:pt x="44" y="63"/>
                      <a:pt x="44" y="63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26" y="81"/>
                      <a:pt x="26" y="81"/>
                      <a:pt x="26" y="81"/>
                    </a:cubicBezTo>
                    <a:cubicBezTo>
                      <a:pt x="10" y="97"/>
                      <a:pt x="10" y="97"/>
                      <a:pt x="10" y="97"/>
                    </a:cubicBezTo>
                    <a:cubicBezTo>
                      <a:pt x="2" y="105"/>
                      <a:pt x="2" y="105"/>
                      <a:pt x="2" y="105"/>
                    </a:cubicBezTo>
                    <a:cubicBezTo>
                      <a:pt x="1" y="106"/>
                      <a:pt x="1" y="107"/>
                      <a:pt x="1" y="108"/>
                    </a:cubicBezTo>
                    <a:cubicBezTo>
                      <a:pt x="0" y="114"/>
                      <a:pt x="0" y="114"/>
                      <a:pt x="0" y="114"/>
                    </a:cubicBezTo>
                    <a:cubicBezTo>
                      <a:pt x="0" y="117"/>
                      <a:pt x="3" y="120"/>
                      <a:pt x="6" y="120"/>
                    </a:cubicBezTo>
                    <a:cubicBezTo>
                      <a:pt x="6" y="120"/>
                      <a:pt x="6" y="120"/>
                      <a:pt x="6" y="120"/>
                    </a:cubicBezTo>
                    <a:cubicBezTo>
                      <a:pt x="12" y="120"/>
                      <a:pt x="12" y="120"/>
                      <a:pt x="12" y="120"/>
                    </a:cubicBezTo>
                    <a:cubicBezTo>
                      <a:pt x="14" y="120"/>
                      <a:pt x="15" y="119"/>
                      <a:pt x="16" y="118"/>
                    </a:cubicBezTo>
                    <a:cubicBezTo>
                      <a:pt x="68" y="67"/>
                      <a:pt x="68" y="67"/>
                      <a:pt x="68" y="67"/>
                    </a:cubicBezTo>
                    <a:cubicBezTo>
                      <a:pt x="83" y="68"/>
                      <a:pt x="83" y="68"/>
                      <a:pt x="83" y="68"/>
                    </a:cubicBezTo>
                    <a:cubicBezTo>
                      <a:pt x="84" y="68"/>
                      <a:pt x="84" y="68"/>
                      <a:pt x="84" y="68"/>
                    </a:cubicBezTo>
                    <a:cubicBezTo>
                      <a:pt x="84" y="68"/>
                      <a:pt x="84" y="68"/>
                      <a:pt x="84" y="68"/>
                    </a:cubicBezTo>
                    <a:cubicBezTo>
                      <a:pt x="88" y="68"/>
                      <a:pt x="90" y="67"/>
                      <a:pt x="93" y="65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0" y="37"/>
                      <a:pt x="119" y="34"/>
                      <a:pt x="117" y="34"/>
                    </a:cubicBezTo>
                    <a:lnTo>
                      <a:pt x="101" y="33"/>
                    </a:lnTo>
                    <a:close/>
                    <a:moveTo>
                      <a:pt x="101" y="33"/>
                    </a:moveTo>
                    <a:cubicBezTo>
                      <a:pt x="101" y="33"/>
                      <a:pt x="101" y="33"/>
                      <a:pt x="101" y="33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9" name="Rectangle 13"/>
            <p:cNvSpPr>
              <a:spLocks noChangeArrowheads="1"/>
            </p:cNvSpPr>
            <p:nvPr/>
          </p:nvSpPr>
          <p:spPr bwMode="auto">
            <a:xfrm>
              <a:off x="2449513" y="3117850"/>
              <a:ext cx="1438275" cy="1333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4"/>
            <p:cNvSpPr>
              <a:spLocks/>
            </p:cNvSpPr>
            <p:nvPr/>
          </p:nvSpPr>
          <p:spPr bwMode="auto">
            <a:xfrm>
              <a:off x="4441826" y="3117850"/>
              <a:ext cx="3986213" cy="1133475"/>
            </a:xfrm>
            <a:custGeom>
              <a:avLst/>
              <a:gdLst>
                <a:gd name="T0" fmla="*/ 0 w 2511"/>
                <a:gd name="T1" fmla="*/ 714 h 714"/>
                <a:gd name="T2" fmla="*/ 0 w 2511"/>
                <a:gd name="T3" fmla="*/ 0 h 714"/>
                <a:gd name="T4" fmla="*/ 2253 w 2511"/>
                <a:gd name="T5" fmla="*/ 0 h 714"/>
                <a:gd name="T6" fmla="*/ 2511 w 2511"/>
                <a:gd name="T7" fmla="*/ 357 h 714"/>
                <a:gd name="T8" fmla="*/ 2253 w 2511"/>
                <a:gd name="T9" fmla="*/ 714 h 714"/>
                <a:gd name="T10" fmla="*/ 0 w 2511"/>
                <a:gd name="T11" fmla="*/ 714 h 7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1" h="714">
                  <a:moveTo>
                    <a:pt x="0" y="714"/>
                  </a:moveTo>
                  <a:lnTo>
                    <a:pt x="0" y="0"/>
                  </a:lnTo>
                  <a:lnTo>
                    <a:pt x="2253" y="0"/>
                  </a:lnTo>
                  <a:lnTo>
                    <a:pt x="2511" y="357"/>
                  </a:lnTo>
                  <a:lnTo>
                    <a:pt x="2253" y="714"/>
                  </a:lnTo>
                  <a:lnTo>
                    <a:pt x="0" y="71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auto">
            <a:xfrm>
              <a:off x="3887788" y="3119438"/>
              <a:ext cx="554038" cy="1333500"/>
            </a:xfrm>
            <a:custGeom>
              <a:avLst/>
              <a:gdLst>
                <a:gd name="T0" fmla="*/ 0 w 349"/>
                <a:gd name="T1" fmla="*/ 840 h 840"/>
                <a:gd name="T2" fmla="*/ 0 w 349"/>
                <a:gd name="T3" fmla="*/ 0 h 840"/>
                <a:gd name="T4" fmla="*/ 349 w 349"/>
                <a:gd name="T5" fmla="*/ 0 h 840"/>
                <a:gd name="T6" fmla="*/ 349 w 349"/>
                <a:gd name="T7" fmla="*/ 714 h 840"/>
                <a:gd name="T8" fmla="*/ 0 w 349"/>
                <a:gd name="T9" fmla="*/ 840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840">
                  <a:moveTo>
                    <a:pt x="0" y="840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714"/>
                  </a:lnTo>
                  <a:lnTo>
                    <a:pt x="0" y="84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Oval 16"/>
            <p:cNvSpPr>
              <a:spLocks noChangeArrowheads="1"/>
            </p:cNvSpPr>
            <p:nvPr/>
          </p:nvSpPr>
          <p:spPr bwMode="auto">
            <a:xfrm>
              <a:off x="2749551" y="3367088"/>
              <a:ext cx="838200" cy="835025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Line 17"/>
            <p:cNvSpPr>
              <a:spLocks noChangeShapeType="1"/>
            </p:cNvSpPr>
            <p:nvPr/>
          </p:nvSpPr>
          <p:spPr bwMode="auto">
            <a:xfrm>
              <a:off x="7146926" y="3282950"/>
              <a:ext cx="0" cy="806450"/>
            </a:xfrm>
            <a:prstGeom prst="line">
              <a:avLst/>
            </a:prstGeom>
            <a:noFill/>
            <a:ln w="15875" cap="flat">
              <a:solidFill>
                <a:srgbClr val="F5F5F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7372351" y="3402013"/>
              <a:ext cx="582613" cy="557213"/>
              <a:chOff x="7372351" y="3402013"/>
              <a:chExt cx="582613" cy="557213"/>
            </a:xfrm>
            <a:solidFill>
              <a:schemeClr val="bg1"/>
            </a:solidFill>
          </p:grpSpPr>
          <p:sp>
            <p:nvSpPr>
              <p:cNvPr id="32" name="Freeform 18"/>
              <p:cNvSpPr>
                <a:spLocks/>
              </p:cNvSpPr>
              <p:nvPr/>
            </p:nvSpPr>
            <p:spPr bwMode="auto">
              <a:xfrm>
                <a:off x="7791451" y="3402013"/>
                <a:ext cx="163513" cy="166688"/>
              </a:xfrm>
              <a:custGeom>
                <a:avLst/>
                <a:gdLst>
                  <a:gd name="T0" fmla="*/ 56 w 72"/>
                  <a:gd name="T1" fmla="*/ 16 h 73"/>
                  <a:gd name="T2" fmla="*/ 5 w 72"/>
                  <a:gd name="T3" fmla="*/ 11 h 73"/>
                  <a:gd name="T4" fmla="*/ 3 w 72"/>
                  <a:gd name="T5" fmla="*/ 22 h 73"/>
                  <a:gd name="T6" fmla="*/ 51 w 72"/>
                  <a:gd name="T7" fmla="*/ 69 h 73"/>
                  <a:gd name="T8" fmla="*/ 62 w 72"/>
                  <a:gd name="T9" fmla="*/ 68 h 73"/>
                  <a:gd name="T10" fmla="*/ 56 w 72"/>
                  <a:gd name="T11" fmla="*/ 16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73">
                    <a:moveTo>
                      <a:pt x="56" y="16"/>
                    </a:moveTo>
                    <a:cubicBezTo>
                      <a:pt x="42" y="2"/>
                      <a:pt x="21" y="0"/>
                      <a:pt x="5" y="11"/>
                    </a:cubicBezTo>
                    <a:cubicBezTo>
                      <a:pt x="1" y="13"/>
                      <a:pt x="0" y="19"/>
                      <a:pt x="3" y="22"/>
                    </a:cubicBezTo>
                    <a:cubicBezTo>
                      <a:pt x="51" y="69"/>
                      <a:pt x="51" y="69"/>
                      <a:pt x="51" y="69"/>
                    </a:cubicBezTo>
                    <a:cubicBezTo>
                      <a:pt x="54" y="73"/>
                      <a:pt x="59" y="72"/>
                      <a:pt x="62" y="68"/>
                    </a:cubicBezTo>
                    <a:cubicBezTo>
                      <a:pt x="72" y="52"/>
                      <a:pt x="70" y="30"/>
                      <a:pt x="56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7408863" y="3449638"/>
                <a:ext cx="498475" cy="509588"/>
              </a:xfrm>
              <a:custGeom>
                <a:avLst/>
                <a:gdLst>
                  <a:gd name="T0" fmla="*/ 199 w 219"/>
                  <a:gd name="T1" fmla="*/ 170 h 224"/>
                  <a:gd name="T2" fmla="*/ 219 w 219"/>
                  <a:gd name="T3" fmla="*/ 107 h 224"/>
                  <a:gd name="T4" fmla="*/ 112 w 219"/>
                  <a:gd name="T5" fmla="*/ 0 h 224"/>
                  <a:gd name="T6" fmla="*/ 111 w 219"/>
                  <a:gd name="T7" fmla="*/ 0 h 224"/>
                  <a:gd name="T8" fmla="*/ 4 w 219"/>
                  <a:gd name="T9" fmla="*/ 107 h 224"/>
                  <a:gd name="T10" fmla="*/ 22 w 219"/>
                  <a:gd name="T11" fmla="*/ 166 h 224"/>
                  <a:gd name="T12" fmla="*/ 4 w 219"/>
                  <a:gd name="T13" fmla="*/ 203 h 224"/>
                  <a:gd name="T14" fmla="*/ 10 w 219"/>
                  <a:gd name="T15" fmla="*/ 222 h 224"/>
                  <a:gd name="T16" fmla="*/ 17 w 219"/>
                  <a:gd name="T17" fmla="*/ 224 h 224"/>
                  <a:gd name="T18" fmla="*/ 30 w 219"/>
                  <a:gd name="T19" fmla="*/ 216 h 224"/>
                  <a:gd name="T20" fmla="*/ 43 w 219"/>
                  <a:gd name="T21" fmla="*/ 189 h 224"/>
                  <a:gd name="T22" fmla="*/ 111 w 219"/>
                  <a:gd name="T23" fmla="*/ 214 h 224"/>
                  <a:gd name="T24" fmla="*/ 112 w 219"/>
                  <a:gd name="T25" fmla="*/ 214 h 224"/>
                  <a:gd name="T26" fmla="*/ 178 w 219"/>
                  <a:gd name="T27" fmla="*/ 192 h 224"/>
                  <a:gd name="T28" fmla="*/ 190 w 219"/>
                  <a:gd name="T29" fmla="*/ 216 h 224"/>
                  <a:gd name="T30" fmla="*/ 203 w 219"/>
                  <a:gd name="T31" fmla="*/ 224 h 224"/>
                  <a:gd name="T32" fmla="*/ 209 w 219"/>
                  <a:gd name="T33" fmla="*/ 222 h 224"/>
                  <a:gd name="T34" fmla="*/ 216 w 219"/>
                  <a:gd name="T35" fmla="*/ 203 h 224"/>
                  <a:gd name="T36" fmla="*/ 199 w 219"/>
                  <a:gd name="T37" fmla="*/ 170 h 224"/>
                  <a:gd name="T38" fmla="*/ 112 w 219"/>
                  <a:gd name="T39" fmla="*/ 185 h 224"/>
                  <a:gd name="T40" fmla="*/ 111 w 219"/>
                  <a:gd name="T41" fmla="*/ 185 h 224"/>
                  <a:gd name="T42" fmla="*/ 33 w 219"/>
                  <a:gd name="T43" fmla="*/ 107 h 224"/>
                  <a:gd name="T44" fmla="*/ 111 w 219"/>
                  <a:gd name="T45" fmla="*/ 29 h 224"/>
                  <a:gd name="T46" fmla="*/ 112 w 219"/>
                  <a:gd name="T47" fmla="*/ 29 h 224"/>
                  <a:gd name="T48" fmla="*/ 190 w 219"/>
                  <a:gd name="T49" fmla="*/ 107 h 224"/>
                  <a:gd name="T50" fmla="*/ 112 w 219"/>
                  <a:gd name="T51" fmla="*/ 185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19" h="224">
                    <a:moveTo>
                      <a:pt x="199" y="170"/>
                    </a:moveTo>
                    <a:cubicBezTo>
                      <a:pt x="212" y="152"/>
                      <a:pt x="219" y="130"/>
                      <a:pt x="219" y="107"/>
                    </a:cubicBezTo>
                    <a:cubicBezTo>
                      <a:pt x="219" y="48"/>
                      <a:pt x="171" y="0"/>
                      <a:pt x="112" y="0"/>
                    </a:cubicBezTo>
                    <a:cubicBezTo>
                      <a:pt x="111" y="0"/>
                      <a:pt x="111" y="0"/>
                      <a:pt x="111" y="0"/>
                    </a:cubicBezTo>
                    <a:cubicBezTo>
                      <a:pt x="52" y="0"/>
                      <a:pt x="4" y="48"/>
                      <a:pt x="4" y="107"/>
                    </a:cubicBezTo>
                    <a:cubicBezTo>
                      <a:pt x="4" y="129"/>
                      <a:pt x="11" y="149"/>
                      <a:pt x="22" y="166"/>
                    </a:cubicBezTo>
                    <a:cubicBezTo>
                      <a:pt x="4" y="203"/>
                      <a:pt x="4" y="203"/>
                      <a:pt x="4" y="203"/>
                    </a:cubicBezTo>
                    <a:cubicBezTo>
                      <a:pt x="0" y="210"/>
                      <a:pt x="3" y="219"/>
                      <a:pt x="10" y="222"/>
                    </a:cubicBezTo>
                    <a:cubicBezTo>
                      <a:pt x="12" y="223"/>
                      <a:pt x="15" y="224"/>
                      <a:pt x="17" y="224"/>
                    </a:cubicBezTo>
                    <a:cubicBezTo>
                      <a:pt x="22" y="224"/>
                      <a:pt x="27" y="221"/>
                      <a:pt x="30" y="216"/>
                    </a:cubicBezTo>
                    <a:cubicBezTo>
                      <a:pt x="43" y="189"/>
                      <a:pt x="43" y="189"/>
                      <a:pt x="43" y="189"/>
                    </a:cubicBezTo>
                    <a:cubicBezTo>
                      <a:pt x="61" y="205"/>
                      <a:pt x="85" y="214"/>
                      <a:pt x="111" y="214"/>
                    </a:cubicBezTo>
                    <a:cubicBezTo>
                      <a:pt x="111" y="214"/>
                      <a:pt x="111" y="214"/>
                      <a:pt x="112" y="214"/>
                    </a:cubicBezTo>
                    <a:cubicBezTo>
                      <a:pt x="137" y="214"/>
                      <a:pt x="159" y="206"/>
                      <a:pt x="178" y="192"/>
                    </a:cubicBezTo>
                    <a:cubicBezTo>
                      <a:pt x="190" y="216"/>
                      <a:pt x="190" y="216"/>
                      <a:pt x="190" y="216"/>
                    </a:cubicBezTo>
                    <a:cubicBezTo>
                      <a:pt x="192" y="221"/>
                      <a:pt x="197" y="224"/>
                      <a:pt x="203" y="224"/>
                    </a:cubicBezTo>
                    <a:cubicBezTo>
                      <a:pt x="205" y="224"/>
                      <a:pt x="207" y="223"/>
                      <a:pt x="209" y="222"/>
                    </a:cubicBezTo>
                    <a:cubicBezTo>
                      <a:pt x="216" y="219"/>
                      <a:pt x="219" y="210"/>
                      <a:pt x="216" y="203"/>
                    </a:cubicBezTo>
                    <a:lnTo>
                      <a:pt x="199" y="170"/>
                    </a:lnTo>
                    <a:close/>
                    <a:moveTo>
                      <a:pt x="112" y="185"/>
                    </a:moveTo>
                    <a:cubicBezTo>
                      <a:pt x="111" y="185"/>
                      <a:pt x="111" y="185"/>
                      <a:pt x="111" y="185"/>
                    </a:cubicBezTo>
                    <a:cubicBezTo>
                      <a:pt x="68" y="185"/>
                      <a:pt x="33" y="150"/>
                      <a:pt x="33" y="107"/>
                    </a:cubicBezTo>
                    <a:cubicBezTo>
                      <a:pt x="33" y="64"/>
                      <a:pt x="68" y="29"/>
                      <a:pt x="111" y="29"/>
                    </a:cubicBezTo>
                    <a:cubicBezTo>
                      <a:pt x="111" y="29"/>
                      <a:pt x="111" y="29"/>
                      <a:pt x="112" y="29"/>
                    </a:cubicBezTo>
                    <a:cubicBezTo>
                      <a:pt x="155" y="29"/>
                      <a:pt x="190" y="64"/>
                      <a:pt x="190" y="107"/>
                    </a:cubicBezTo>
                    <a:cubicBezTo>
                      <a:pt x="190" y="150"/>
                      <a:pt x="155" y="185"/>
                      <a:pt x="112" y="1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" name="Freeform 20"/>
              <p:cNvSpPr>
                <a:spLocks/>
              </p:cNvSpPr>
              <p:nvPr/>
            </p:nvSpPr>
            <p:spPr bwMode="auto">
              <a:xfrm>
                <a:off x="7561263" y="3602038"/>
                <a:ext cx="120650" cy="209550"/>
              </a:xfrm>
              <a:custGeom>
                <a:avLst/>
                <a:gdLst>
                  <a:gd name="T0" fmla="*/ 45 w 53"/>
                  <a:gd name="T1" fmla="*/ 0 h 92"/>
                  <a:gd name="T2" fmla="*/ 44 w 53"/>
                  <a:gd name="T3" fmla="*/ 0 h 92"/>
                  <a:gd name="T4" fmla="*/ 36 w 53"/>
                  <a:gd name="T5" fmla="*/ 8 h 92"/>
                  <a:gd name="T6" fmla="*/ 36 w 53"/>
                  <a:gd name="T7" fmla="*/ 40 h 92"/>
                  <a:gd name="T8" fmla="*/ 3 w 53"/>
                  <a:gd name="T9" fmla="*/ 79 h 92"/>
                  <a:gd name="T10" fmla="*/ 4 w 53"/>
                  <a:gd name="T11" fmla="*/ 90 h 92"/>
                  <a:gd name="T12" fmla="*/ 9 w 53"/>
                  <a:gd name="T13" fmla="*/ 92 h 92"/>
                  <a:gd name="T14" fmla="*/ 16 w 53"/>
                  <a:gd name="T15" fmla="*/ 90 h 92"/>
                  <a:gd name="T16" fmla="*/ 44 w 53"/>
                  <a:gd name="T17" fmla="*/ 57 h 92"/>
                  <a:gd name="T18" fmla="*/ 50 w 53"/>
                  <a:gd name="T19" fmla="*/ 49 h 92"/>
                  <a:gd name="T20" fmla="*/ 53 w 53"/>
                  <a:gd name="T21" fmla="*/ 43 h 92"/>
                  <a:gd name="T22" fmla="*/ 53 w 53"/>
                  <a:gd name="T23" fmla="*/ 8 h 92"/>
                  <a:gd name="T24" fmla="*/ 45 w 53"/>
                  <a:gd name="T25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3" h="92">
                    <a:moveTo>
                      <a:pt x="45" y="0"/>
                    </a:moveTo>
                    <a:cubicBezTo>
                      <a:pt x="44" y="0"/>
                      <a:pt x="44" y="0"/>
                      <a:pt x="44" y="0"/>
                    </a:cubicBezTo>
                    <a:cubicBezTo>
                      <a:pt x="40" y="1"/>
                      <a:pt x="36" y="4"/>
                      <a:pt x="36" y="8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" y="79"/>
                      <a:pt x="3" y="79"/>
                      <a:pt x="3" y="79"/>
                    </a:cubicBezTo>
                    <a:cubicBezTo>
                      <a:pt x="0" y="82"/>
                      <a:pt x="1" y="87"/>
                      <a:pt x="4" y="90"/>
                    </a:cubicBezTo>
                    <a:cubicBezTo>
                      <a:pt x="6" y="92"/>
                      <a:pt x="8" y="92"/>
                      <a:pt x="9" y="92"/>
                    </a:cubicBezTo>
                    <a:cubicBezTo>
                      <a:pt x="12" y="92"/>
                      <a:pt x="14" y="91"/>
                      <a:pt x="16" y="90"/>
                    </a:cubicBezTo>
                    <a:cubicBezTo>
                      <a:pt x="44" y="57"/>
                      <a:pt x="44" y="57"/>
                      <a:pt x="44" y="57"/>
                    </a:cubicBezTo>
                    <a:cubicBezTo>
                      <a:pt x="50" y="49"/>
                      <a:pt x="50" y="49"/>
                      <a:pt x="50" y="49"/>
                    </a:cubicBezTo>
                    <a:cubicBezTo>
                      <a:pt x="52" y="48"/>
                      <a:pt x="53" y="45"/>
                      <a:pt x="53" y="43"/>
                    </a:cubicBezTo>
                    <a:cubicBezTo>
                      <a:pt x="53" y="8"/>
                      <a:pt x="53" y="8"/>
                      <a:pt x="53" y="8"/>
                    </a:cubicBezTo>
                    <a:cubicBezTo>
                      <a:pt x="53" y="4"/>
                      <a:pt x="49" y="0"/>
                      <a:pt x="4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" name="Freeform 21"/>
              <p:cNvSpPr>
                <a:spLocks/>
              </p:cNvSpPr>
              <p:nvPr/>
            </p:nvSpPr>
            <p:spPr bwMode="auto">
              <a:xfrm>
                <a:off x="7372351" y="3402013"/>
                <a:ext cx="166688" cy="166688"/>
              </a:xfrm>
              <a:custGeom>
                <a:avLst/>
                <a:gdLst>
                  <a:gd name="T0" fmla="*/ 16 w 73"/>
                  <a:gd name="T1" fmla="*/ 16 h 73"/>
                  <a:gd name="T2" fmla="*/ 11 w 73"/>
                  <a:gd name="T3" fmla="*/ 69 h 73"/>
                  <a:gd name="T4" fmla="*/ 22 w 73"/>
                  <a:gd name="T5" fmla="*/ 70 h 73"/>
                  <a:gd name="T6" fmla="*/ 69 w 73"/>
                  <a:gd name="T7" fmla="*/ 22 h 73"/>
                  <a:gd name="T8" fmla="*/ 68 w 73"/>
                  <a:gd name="T9" fmla="*/ 11 h 73"/>
                  <a:gd name="T10" fmla="*/ 16 w 73"/>
                  <a:gd name="T11" fmla="*/ 16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73">
                    <a:moveTo>
                      <a:pt x="16" y="16"/>
                    </a:moveTo>
                    <a:cubicBezTo>
                      <a:pt x="2" y="31"/>
                      <a:pt x="0" y="53"/>
                      <a:pt x="11" y="69"/>
                    </a:cubicBezTo>
                    <a:cubicBezTo>
                      <a:pt x="13" y="72"/>
                      <a:pt x="19" y="73"/>
                      <a:pt x="22" y="70"/>
                    </a:cubicBezTo>
                    <a:cubicBezTo>
                      <a:pt x="69" y="22"/>
                      <a:pt x="69" y="22"/>
                      <a:pt x="69" y="22"/>
                    </a:cubicBezTo>
                    <a:cubicBezTo>
                      <a:pt x="73" y="19"/>
                      <a:pt x="72" y="13"/>
                      <a:pt x="68" y="11"/>
                    </a:cubicBezTo>
                    <a:cubicBezTo>
                      <a:pt x="52" y="0"/>
                      <a:pt x="30" y="2"/>
                      <a:pt x="16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5" name="Rectangle 22"/>
            <p:cNvSpPr>
              <a:spLocks noChangeArrowheads="1"/>
            </p:cNvSpPr>
            <p:nvPr/>
          </p:nvSpPr>
          <p:spPr bwMode="auto">
            <a:xfrm>
              <a:off x="2449513" y="1784350"/>
              <a:ext cx="1438275" cy="1333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3"/>
            <p:cNvSpPr>
              <a:spLocks/>
            </p:cNvSpPr>
            <p:nvPr/>
          </p:nvSpPr>
          <p:spPr bwMode="auto">
            <a:xfrm>
              <a:off x="3887788" y="1784350"/>
              <a:ext cx="554038" cy="1333500"/>
            </a:xfrm>
            <a:custGeom>
              <a:avLst/>
              <a:gdLst>
                <a:gd name="T0" fmla="*/ 0 w 349"/>
                <a:gd name="T1" fmla="*/ 840 h 840"/>
                <a:gd name="T2" fmla="*/ 0 w 349"/>
                <a:gd name="T3" fmla="*/ 0 h 840"/>
                <a:gd name="T4" fmla="*/ 349 w 349"/>
                <a:gd name="T5" fmla="*/ 126 h 840"/>
                <a:gd name="T6" fmla="*/ 349 w 349"/>
                <a:gd name="T7" fmla="*/ 840 h 840"/>
                <a:gd name="T8" fmla="*/ 0 w 349"/>
                <a:gd name="T9" fmla="*/ 840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840">
                  <a:moveTo>
                    <a:pt x="0" y="840"/>
                  </a:moveTo>
                  <a:lnTo>
                    <a:pt x="0" y="0"/>
                  </a:lnTo>
                  <a:lnTo>
                    <a:pt x="349" y="126"/>
                  </a:lnTo>
                  <a:lnTo>
                    <a:pt x="349" y="840"/>
                  </a:lnTo>
                  <a:lnTo>
                    <a:pt x="0" y="84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4"/>
            <p:cNvSpPr>
              <a:spLocks/>
            </p:cNvSpPr>
            <p:nvPr/>
          </p:nvSpPr>
          <p:spPr bwMode="auto">
            <a:xfrm>
              <a:off x="4441826" y="1985963"/>
              <a:ext cx="5086350" cy="1133475"/>
            </a:xfrm>
            <a:custGeom>
              <a:avLst/>
              <a:gdLst>
                <a:gd name="T0" fmla="*/ 2947 w 3204"/>
                <a:gd name="T1" fmla="*/ 714 h 714"/>
                <a:gd name="T2" fmla="*/ 3204 w 3204"/>
                <a:gd name="T3" fmla="*/ 357 h 714"/>
                <a:gd name="T4" fmla="*/ 2947 w 3204"/>
                <a:gd name="T5" fmla="*/ 0 h 714"/>
                <a:gd name="T6" fmla="*/ 0 w 3204"/>
                <a:gd name="T7" fmla="*/ 0 h 714"/>
                <a:gd name="T8" fmla="*/ 0 w 3204"/>
                <a:gd name="T9" fmla="*/ 714 h 714"/>
                <a:gd name="T10" fmla="*/ 2947 w 3204"/>
                <a:gd name="T11" fmla="*/ 714 h 7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04" h="714">
                  <a:moveTo>
                    <a:pt x="2947" y="714"/>
                  </a:moveTo>
                  <a:lnTo>
                    <a:pt x="3204" y="357"/>
                  </a:lnTo>
                  <a:lnTo>
                    <a:pt x="2947" y="0"/>
                  </a:lnTo>
                  <a:lnTo>
                    <a:pt x="0" y="0"/>
                  </a:lnTo>
                  <a:lnTo>
                    <a:pt x="0" y="714"/>
                  </a:lnTo>
                  <a:lnTo>
                    <a:pt x="2947" y="7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Oval 25"/>
            <p:cNvSpPr>
              <a:spLocks noChangeArrowheads="1"/>
            </p:cNvSpPr>
            <p:nvPr/>
          </p:nvSpPr>
          <p:spPr bwMode="auto">
            <a:xfrm>
              <a:off x="2749551" y="2035175"/>
              <a:ext cx="838200" cy="835025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Line 26"/>
            <p:cNvSpPr>
              <a:spLocks noChangeShapeType="1"/>
            </p:cNvSpPr>
            <p:nvPr/>
          </p:nvSpPr>
          <p:spPr bwMode="auto">
            <a:xfrm>
              <a:off x="7975601" y="2152650"/>
              <a:ext cx="0" cy="804863"/>
            </a:xfrm>
            <a:prstGeom prst="line">
              <a:avLst/>
            </a:prstGeom>
            <a:noFill/>
            <a:ln w="15875" cap="flat">
              <a:solidFill>
                <a:srgbClr val="F5F5F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8139113" y="2316163"/>
              <a:ext cx="709613" cy="492125"/>
              <a:chOff x="8139113" y="2316163"/>
              <a:chExt cx="709613" cy="492125"/>
            </a:xfrm>
            <a:solidFill>
              <a:schemeClr val="bg1"/>
            </a:solidFill>
          </p:grpSpPr>
          <p:sp>
            <p:nvSpPr>
              <p:cNvPr id="27" name="Freeform 27"/>
              <p:cNvSpPr>
                <a:spLocks noEditPoints="1"/>
              </p:cNvSpPr>
              <p:nvPr/>
            </p:nvSpPr>
            <p:spPr bwMode="auto">
              <a:xfrm>
                <a:off x="8204201" y="2316163"/>
                <a:ext cx="577850" cy="404813"/>
              </a:xfrm>
              <a:custGeom>
                <a:avLst/>
                <a:gdLst>
                  <a:gd name="T0" fmla="*/ 240 w 254"/>
                  <a:gd name="T1" fmla="*/ 178 h 178"/>
                  <a:gd name="T2" fmla="*/ 14 w 254"/>
                  <a:gd name="T3" fmla="*/ 178 h 178"/>
                  <a:gd name="T4" fmla="*/ 0 w 254"/>
                  <a:gd name="T5" fmla="*/ 165 h 178"/>
                  <a:gd name="T6" fmla="*/ 0 w 254"/>
                  <a:gd name="T7" fmla="*/ 14 h 178"/>
                  <a:gd name="T8" fmla="*/ 14 w 254"/>
                  <a:gd name="T9" fmla="*/ 0 h 178"/>
                  <a:gd name="T10" fmla="*/ 240 w 254"/>
                  <a:gd name="T11" fmla="*/ 0 h 178"/>
                  <a:gd name="T12" fmla="*/ 254 w 254"/>
                  <a:gd name="T13" fmla="*/ 14 h 178"/>
                  <a:gd name="T14" fmla="*/ 254 w 254"/>
                  <a:gd name="T15" fmla="*/ 165 h 178"/>
                  <a:gd name="T16" fmla="*/ 240 w 254"/>
                  <a:gd name="T17" fmla="*/ 178 h 178"/>
                  <a:gd name="T18" fmla="*/ 14 w 254"/>
                  <a:gd name="T19" fmla="*/ 12 h 178"/>
                  <a:gd name="T20" fmla="*/ 12 w 254"/>
                  <a:gd name="T21" fmla="*/ 14 h 178"/>
                  <a:gd name="T22" fmla="*/ 12 w 254"/>
                  <a:gd name="T23" fmla="*/ 165 h 178"/>
                  <a:gd name="T24" fmla="*/ 14 w 254"/>
                  <a:gd name="T25" fmla="*/ 167 h 178"/>
                  <a:gd name="T26" fmla="*/ 240 w 254"/>
                  <a:gd name="T27" fmla="*/ 167 h 178"/>
                  <a:gd name="T28" fmla="*/ 242 w 254"/>
                  <a:gd name="T29" fmla="*/ 165 h 178"/>
                  <a:gd name="T30" fmla="*/ 242 w 254"/>
                  <a:gd name="T31" fmla="*/ 14 h 178"/>
                  <a:gd name="T32" fmla="*/ 240 w 254"/>
                  <a:gd name="T33" fmla="*/ 12 h 178"/>
                  <a:gd name="T34" fmla="*/ 14 w 254"/>
                  <a:gd name="T35" fmla="*/ 12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54" h="178">
                    <a:moveTo>
                      <a:pt x="240" y="178"/>
                    </a:moveTo>
                    <a:cubicBezTo>
                      <a:pt x="14" y="178"/>
                      <a:pt x="14" y="178"/>
                      <a:pt x="14" y="178"/>
                    </a:cubicBezTo>
                    <a:cubicBezTo>
                      <a:pt x="6" y="178"/>
                      <a:pt x="0" y="172"/>
                      <a:pt x="0" y="16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7"/>
                      <a:pt x="6" y="0"/>
                      <a:pt x="14" y="0"/>
                    </a:cubicBezTo>
                    <a:cubicBezTo>
                      <a:pt x="240" y="0"/>
                      <a:pt x="240" y="0"/>
                      <a:pt x="240" y="0"/>
                    </a:cubicBezTo>
                    <a:cubicBezTo>
                      <a:pt x="248" y="0"/>
                      <a:pt x="254" y="7"/>
                      <a:pt x="254" y="14"/>
                    </a:cubicBezTo>
                    <a:cubicBezTo>
                      <a:pt x="254" y="165"/>
                      <a:pt x="254" y="165"/>
                      <a:pt x="254" y="165"/>
                    </a:cubicBezTo>
                    <a:cubicBezTo>
                      <a:pt x="254" y="172"/>
                      <a:pt x="248" y="178"/>
                      <a:pt x="240" y="178"/>
                    </a:cubicBezTo>
                    <a:close/>
                    <a:moveTo>
                      <a:pt x="14" y="12"/>
                    </a:moveTo>
                    <a:cubicBezTo>
                      <a:pt x="13" y="12"/>
                      <a:pt x="12" y="13"/>
                      <a:pt x="12" y="14"/>
                    </a:cubicBezTo>
                    <a:cubicBezTo>
                      <a:pt x="12" y="165"/>
                      <a:pt x="12" y="165"/>
                      <a:pt x="12" y="165"/>
                    </a:cubicBezTo>
                    <a:cubicBezTo>
                      <a:pt x="12" y="166"/>
                      <a:pt x="13" y="167"/>
                      <a:pt x="14" y="167"/>
                    </a:cubicBezTo>
                    <a:cubicBezTo>
                      <a:pt x="240" y="167"/>
                      <a:pt x="240" y="167"/>
                      <a:pt x="240" y="167"/>
                    </a:cubicBezTo>
                    <a:cubicBezTo>
                      <a:pt x="241" y="167"/>
                      <a:pt x="242" y="166"/>
                      <a:pt x="242" y="165"/>
                    </a:cubicBezTo>
                    <a:cubicBezTo>
                      <a:pt x="242" y="14"/>
                      <a:pt x="242" y="14"/>
                      <a:pt x="242" y="14"/>
                    </a:cubicBezTo>
                    <a:cubicBezTo>
                      <a:pt x="242" y="13"/>
                      <a:pt x="241" y="12"/>
                      <a:pt x="240" y="12"/>
                    </a:cubicBezTo>
                    <a:lnTo>
                      <a:pt x="14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" name="Freeform 28"/>
              <p:cNvSpPr>
                <a:spLocks/>
              </p:cNvSpPr>
              <p:nvPr/>
            </p:nvSpPr>
            <p:spPr bwMode="auto">
              <a:xfrm>
                <a:off x="8139113" y="2751138"/>
                <a:ext cx="709613" cy="57150"/>
              </a:xfrm>
              <a:custGeom>
                <a:avLst/>
                <a:gdLst>
                  <a:gd name="T0" fmla="*/ 304 w 312"/>
                  <a:gd name="T1" fmla="*/ 25 h 25"/>
                  <a:gd name="T2" fmla="*/ 8 w 312"/>
                  <a:gd name="T3" fmla="*/ 25 h 25"/>
                  <a:gd name="T4" fmla="*/ 0 w 312"/>
                  <a:gd name="T5" fmla="*/ 16 h 25"/>
                  <a:gd name="T6" fmla="*/ 0 w 312"/>
                  <a:gd name="T7" fmla="*/ 9 h 25"/>
                  <a:gd name="T8" fmla="*/ 8 w 312"/>
                  <a:gd name="T9" fmla="*/ 0 h 25"/>
                  <a:gd name="T10" fmla="*/ 304 w 312"/>
                  <a:gd name="T11" fmla="*/ 0 h 25"/>
                  <a:gd name="T12" fmla="*/ 312 w 312"/>
                  <a:gd name="T13" fmla="*/ 9 h 25"/>
                  <a:gd name="T14" fmla="*/ 312 w 312"/>
                  <a:gd name="T15" fmla="*/ 16 h 25"/>
                  <a:gd name="T16" fmla="*/ 304 w 312"/>
                  <a:gd name="T17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2" h="25">
                    <a:moveTo>
                      <a:pt x="304" y="25"/>
                    </a:moveTo>
                    <a:cubicBezTo>
                      <a:pt x="8" y="25"/>
                      <a:pt x="8" y="25"/>
                      <a:pt x="8" y="25"/>
                    </a:cubicBezTo>
                    <a:cubicBezTo>
                      <a:pt x="3" y="25"/>
                      <a:pt x="0" y="21"/>
                      <a:pt x="0" y="16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304" y="0"/>
                      <a:pt x="304" y="0"/>
                      <a:pt x="304" y="0"/>
                    </a:cubicBezTo>
                    <a:cubicBezTo>
                      <a:pt x="308" y="0"/>
                      <a:pt x="312" y="4"/>
                      <a:pt x="312" y="9"/>
                    </a:cubicBezTo>
                    <a:cubicBezTo>
                      <a:pt x="312" y="16"/>
                      <a:pt x="312" y="16"/>
                      <a:pt x="312" y="16"/>
                    </a:cubicBezTo>
                    <a:cubicBezTo>
                      <a:pt x="312" y="21"/>
                      <a:pt x="308" y="25"/>
                      <a:pt x="304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" name="Freeform 29"/>
              <p:cNvSpPr>
                <a:spLocks noEditPoints="1"/>
              </p:cNvSpPr>
              <p:nvPr/>
            </p:nvSpPr>
            <p:spPr bwMode="auto">
              <a:xfrm>
                <a:off x="8218488" y="2330450"/>
                <a:ext cx="550863" cy="61913"/>
              </a:xfrm>
              <a:custGeom>
                <a:avLst/>
                <a:gdLst>
                  <a:gd name="T0" fmla="*/ 234 w 242"/>
                  <a:gd name="T1" fmla="*/ 0 h 27"/>
                  <a:gd name="T2" fmla="*/ 8 w 242"/>
                  <a:gd name="T3" fmla="*/ 0 h 27"/>
                  <a:gd name="T4" fmla="*/ 0 w 242"/>
                  <a:gd name="T5" fmla="*/ 8 h 27"/>
                  <a:gd name="T6" fmla="*/ 0 w 242"/>
                  <a:gd name="T7" fmla="*/ 27 h 27"/>
                  <a:gd name="T8" fmla="*/ 242 w 242"/>
                  <a:gd name="T9" fmla="*/ 27 h 27"/>
                  <a:gd name="T10" fmla="*/ 242 w 242"/>
                  <a:gd name="T11" fmla="*/ 8 h 27"/>
                  <a:gd name="T12" fmla="*/ 234 w 242"/>
                  <a:gd name="T13" fmla="*/ 0 h 27"/>
                  <a:gd name="T14" fmla="*/ 121 w 242"/>
                  <a:gd name="T15" fmla="*/ 20 h 27"/>
                  <a:gd name="T16" fmla="*/ 114 w 242"/>
                  <a:gd name="T17" fmla="*/ 14 h 27"/>
                  <a:gd name="T18" fmla="*/ 121 w 242"/>
                  <a:gd name="T19" fmla="*/ 7 h 27"/>
                  <a:gd name="T20" fmla="*/ 127 w 242"/>
                  <a:gd name="T21" fmla="*/ 14 h 27"/>
                  <a:gd name="T22" fmla="*/ 121 w 242"/>
                  <a:gd name="T23" fmla="*/ 2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2" h="27">
                    <a:moveTo>
                      <a:pt x="234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242" y="27"/>
                      <a:pt x="242" y="27"/>
                      <a:pt x="242" y="27"/>
                    </a:cubicBezTo>
                    <a:cubicBezTo>
                      <a:pt x="242" y="8"/>
                      <a:pt x="242" y="8"/>
                      <a:pt x="242" y="8"/>
                    </a:cubicBezTo>
                    <a:cubicBezTo>
                      <a:pt x="242" y="4"/>
                      <a:pt x="238" y="0"/>
                      <a:pt x="234" y="0"/>
                    </a:cubicBezTo>
                    <a:close/>
                    <a:moveTo>
                      <a:pt x="121" y="20"/>
                    </a:moveTo>
                    <a:cubicBezTo>
                      <a:pt x="117" y="20"/>
                      <a:pt x="114" y="17"/>
                      <a:pt x="114" y="14"/>
                    </a:cubicBezTo>
                    <a:cubicBezTo>
                      <a:pt x="114" y="10"/>
                      <a:pt x="117" y="7"/>
                      <a:pt x="121" y="7"/>
                    </a:cubicBezTo>
                    <a:cubicBezTo>
                      <a:pt x="124" y="7"/>
                      <a:pt x="127" y="10"/>
                      <a:pt x="127" y="14"/>
                    </a:cubicBezTo>
                    <a:cubicBezTo>
                      <a:pt x="127" y="17"/>
                      <a:pt x="124" y="20"/>
                      <a:pt x="121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" name="Freeform 30"/>
              <p:cNvSpPr>
                <a:spLocks/>
              </p:cNvSpPr>
              <p:nvPr/>
            </p:nvSpPr>
            <p:spPr bwMode="auto">
              <a:xfrm>
                <a:off x="8607426" y="2532063"/>
                <a:ext cx="47625" cy="65088"/>
              </a:xfrm>
              <a:custGeom>
                <a:avLst/>
                <a:gdLst>
                  <a:gd name="T0" fmla="*/ 16 w 21"/>
                  <a:gd name="T1" fmla="*/ 28 h 28"/>
                  <a:gd name="T2" fmla="*/ 12 w 21"/>
                  <a:gd name="T3" fmla="*/ 25 h 28"/>
                  <a:gd name="T4" fmla="*/ 1 w 21"/>
                  <a:gd name="T5" fmla="*/ 7 h 28"/>
                  <a:gd name="T6" fmla="*/ 3 w 21"/>
                  <a:gd name="T7" fmla="*/ 1 h 28"/>
                  <a:gd name="T8" fmla="*/ 9 w 21"/>
                  <a:gd name="T9" fmla="*/ 3 h 28"/>
                  <a:gd name="T10" fmla="*/ 20 w 21"/>
                  <a:gd name="T11" fmla="*/ 21 h 28"/>
                  <a:gd name="T12" fmla="*/ 18 w 21"/>
                  <a:gd name="T13" fmla="*/ 27 h 28"/>
                  <a:gd name="T14" fmla="*/ 16 w 21"/>
                  <a:gd name="T15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" h="28">
                    <a:moveTo>
                      <a:pt x="16" y="28"/>
                    </a:moveTo>
                    <a:cubicBezTo>
                      <a:pt x="14" y="28"/>
                      <a:pt x="13" y="27"/>
                      <a:pt x="12" y="25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5"/>
                      <a:pt x="1" y="2"/>
                      <a:pt x="3" y="1"/>
                    </a:cubicBezTo>
                    <a:cubicBezTo>
                      <a:pt x="5" y="0"/>
                      <a:pt x="8" y="0"/>
                      <a:pt x="9" y="3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3"/>
                      <a:pt x="21" y="26"/>
                      <a:pt x="18" y="27"/>
                    </a:cubicBezTo>
                    <a:cubicBezTo>
                      <a:pt x="18" y="27"/>
                      <a:pt x="17" y="28"/>
                      <a:pt x="16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" name="Freeform 31"/>
              <p:cNvSpPr>
                <a:spLocks/>
              </p:cNvSpPr>
              <p:nvPr/>
            </p:nvSpPr>
            <p:spPr bwMode="auto">
              <a:xfrm>
                <a:off x="8575676" y="2473325"/>
                <a:ext cx="87313" cy="107950"/>
              </a:xfrm>
              <a:custGeom>
                <a:avLst/>
                <a:gdLst>
                  <a:gd name="T0" fmla="*/ 8 w 38"/>
                  <a:gd name="T1" fmla="*/ 44 h 47"/>
                  <a:gd name="T2" fmla="*/ 1 w 38"/>
                  <a:gd name="T3" fmla="*/ 5 h 47"/>
                  <a:gd name="T4" fmla="*/ 5 w 38"/>
                  <a:gd name="T5" fmla="*/ 2 h 47"/>
                  <a:gd name="T6" fmla="*/ 36 w 38"/>
                  <a:gd name="T7" fmla="*/ 27 h 47"/>
                  <a:gd name="T8" fmla="*/ 34 w 38"/>
                  <a:gd name="T9" fmla="*/ 32 h 47"/>
                  <a:gd name="T10" fmla="*/ 22 w 38"/>
                  <a:gd name="T11" fmla="*/ 32 h 47"/>
                  <a:gd name="T12" fmla="*/ 19 w 38"/>
                  <a:gd name="T13" fmla="*/ 33 h 47"/>
                  <a:gd name="T14" fmla="*/ 13 w 38"/>
                  <a:gd name="T15" fmla="*/ 45 h 47"/>
                  <a:gd name="T16" fmla="*/ 8 w 38"/>
                  <a:gd name="T17" fmla="*/ 44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" h="47">
                    <a:moveTo>
                      <a:pt x="8" y="44"/>
                    </a:moveTo>
                    <a:cubicBezTo>
                      <a:pt x="1" y="5"/>
                      <a:pt x="1" y="5"/>
                      <a:pt x="1" y="5"/>
                    </a:cubicBezTo>
                    <a:cubicBezTo>
                      <a:pt x="0" y="2"/>
                      <a:pt x="3" y="0"/>
                      <a:pt x="5" y="2"/>
                    </a:cubicBezTo>
                    <a:cubicBezTo>
                      <a:pt x="36" y="27"/>
                      <a:pt x="36" y="27"/>
                      <a:pt x="36" y="27"/>
                    </a:cubicBezTo>
                    <a:cubicBezTo>
                      <a:pt x="38" y="29"/>
                      <a:pt x="37" y="32"/>
                      <a:pt x="34" y="32"/>
                    </a:cubicBezTo>
                    <a:cubicBezTo>
                      <a:pt x="22" y="32"/>
                      <a:pt x="22" y="32"/>
                      <a:pt x="22" y="32"/>
                    </a:cubicBezTo>
                    <a:cubicBezTo>
                      <a:pt x="20" y="32"/>
                      <a:pt x="19" y="32"/>
                      <a:pt x="19" y="33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2" y="47"/>
                      <a:pt x="9" y="47"/>
                      <a:pt x="8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1" name="Rectangle 32"/>
            <p:cNvSpPr>
              <a:spLocks noChangeArrowheads="1"/>
            </p:cNvSpPr>
            <p:nvPr/>
          </p:nvSpPr>
          <p:spPr bwMode="auto">
            <a:xfrm>
              <a:off x="2449513" y="450850"/>
              <a:ext cx="1438275" cy="133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33"/>
            <p:cNvSpPr>
              <a:spLocks/>
            </p:cNvSpPr>
            <p:nvPr/>
          </p:nvSpPr>
          <p:spPr bwMode="auto">
            <a:xfrm>
              <a:off x="3887788" y="450850"/>
              <a:ext cx="554038" cy="1533525"/>
            </a:xfrm>
            <a:custGeom>
              <a:avLst/>
              <a:gdLst>
                <a:gd name="T0" fmla="*/ 0 w 349"/>
                <a:gd name="T1" fmla="*/ 840 h 966"/>
                <a:gd name="T2" fmla="*/ 0 w 349"/>
                <a:gd name="T3" fmla="*/ 0 h 966"/>
                <a:gd name="T4" fmla="*/ 349 w 349"/>
                <a:gd name="T5" fmla="*/ 252 h 966"/>
                <a:gd name="T6" fmla="*/ 349 w 349"/>
                <a:gd name="T7" fmla="*/ 966 h 966"/>
                <a:gd name="T8" fmla="*/ 0 w 349"/>
                <a:gd name="T9" fmla="*/ 840 h 9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966">
                  <a:moveTo>
                    <a:pt x="0" y="840"/>
                  </a:moveTo>
                  <a:lnTo>
                    <a:pt x="0" y="0"/>
                  </a:lnTo>
                  <a:lnTo>
                    <a:pt x="349" y="252"/>
                  </a:lnTo>
                  <a:lnTo>
                    <a:pt x="349" y="966"/>
                  </a:lnTo>
                  <a:lnTo>
                    <a:pt x="0" y="84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34"/>
            <p:cNvSpPr>
              <a:spLocks/>
            </p:cNvSpPr>
            <p:nvPr/>
          </p:nvSpPr>
          <p:spPr bwMode="auto">
            <a:xfrm>
              <a:off x="4441826" y="850900"/>
              <a:ext cx="4359275" cy="1135063"/>
            </a:xfrm>
            <a:custGeom>
              <a:avLst/>
              <a:gdLst>
                <a:gd name="T0" fmla="*/ 2488 w 2746"/>
                <a:gd name="T1" fmla="*/ 715 h 715"/>
                <a:gd name="T2" fmla="*/ 2746 w 2746"/>
                <a:gd name="T3" fmla="*/ 359 h 715"/>
                <a:gd name="T4" fmla="*/ 2488 w 2746"/>
                <a:gd name="T5" fmla="*/ 0 h 715"/>
                <a:gd name="T6" fmla="*/ 0 w 2746"/>
                <a:gd name="T7" fmla="*/ 0 h 715"/>
                <a:gd name="T8" fmla="*/ 0 w 2746"/>
                <a:gd name="T9" fmla="*/ 715 h 715"/>
                <a:gd name="T10" fmla="*/ 2488 w 2746"/>
                <a:gd name="T11" fmla="*/ 715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46" h="715">
                  <a:moveTo>
                    <a:pt x="2488" y="715"/>
                  </a:moveTo>
                  <a:lnTo>
                    <a:pt x="2746" y="359"/>
                  </a:lnTo>
                  <a:lnTo>
                    <a:pt x="2488" y="0"/>
                  </a:lnTo>
                  <a:lnTo>
                    <a:pt x="0" y="0"/>
                  </a:lnTo>
                  <a:lnTo>
                    <a:pt x="0" y="715"/>
                  </a:lnTo>
                  <a:lnTo>
                    <a:pt x="2488" y="7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Oval 35"/>
            <p:cNvSpPr>
              <a:spLocks noChangeArrowheads="1"/>
            </p:cNvSpPr>
            <p:nvPr/>
          </p:nvSpPr>
          <p:spPr bwMode="auto">
            <a:xfrm>
              <a:off x="2749551" y="701675"/>
              <a:ext cx="838200" cy="83502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Line 36"/>
            <p:cNvSpPr>
              <a:spLocks noChangeShapeType="1"/>
            </p:cNvSpPr>
            <p:nvPr/>
          </p:nvSpPr>
          <p:spPr bwMode="auto">
            <a:xfrm>
              <a:off x="7351713" y="1017588"/>
              <a:ext cx="0" cy="804863"/>
            </a:xfrm>
            <a:prstGeom prst="line">
              <a:avLst/>
            </a:prstGeom>
            <a:noFill/>
            <a:ln w="15875" cap="flat">
              <a:solidFill>
                <a:srgbClr val="F5F5F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37"/>
            <p:cNvSpPr>
              <a:spLocks noEditPoints="1"/>
            </p:cNvSpPr>
            <p:nvPr/>
          </p:nvSpPr>
          <p:spPr bwMode="auto">
            <a:xfrm>
              <a:off x="7581901" y="1139825"/>
              <a:ext cx="574675" cy="576263"/>
            </a:xfrm>
            <a:custGeom>
              <a:avLst/>
              <a:gdLst>
                <a:gd name="T0" fmla="*/ 127 w 253"/>
                <a:gd name="T1" fmla="*/ 0 h 253"/>
                <a:gd name="T2" fmla="*/ 0 w 253"/>
                <a:gd name="T3" fmla="*/ 127 h 253"/>
                <a:gd name="T4" fmla="*/ 127 w 253"/>
                <a:gd name="T5" fmla="*/ 253 h 253"/>
                <a:gd name="T6" fmla="*/ 253 w 253"/>
                <a:gd name="T7" fmla="*/ 127 h 253"/>
                <a:gd name="T8" fmla="*/ 127 w 253"/>
                <a:gd name="T9" fmla="*/ 0 h 253"/>
                <a:gd name="T10" fmla="*/ 161 w 253"/>
                <a:gd name="T11" fmla="*/ 176 h 253"/>
                <a:gd name="T12" fmla="*/ 134 w 253"/>
                <a:gd name="T13" fmla="*/ 188 h 253"/>
                <a:gd name="T14" fmla="*/ 134 w 253"/>
                <a:gd name="T15" fmla="*/ 206 h 253"/>
                <a:gd name="T16" fmla="*/ 127 w 253"/>
                <a:gd name="T17" fmla="*/ 206 h 253"/>
                <a:gd name="T18" fmla="*/ 119 w 253"/>
                <a:gd name="T19" fmla="*/ 206 h 253"/>
                <a:gd name="T20" fmla="*/ 119 w 253"/>
                <a:gd name="T21" fmla="*/ 188 h 253"/>
                <a:gd name="T22" fmla="*/ 83 w 253"/>
                <a:gd name="T23" fmla="*/ 154 h 253"/>
                <a:gd name="T24" fmla="*/ 106 w 253"/>
                <a:gd name="T25" fmla="*/ 148 h 253"/>
                <a:gd name="T26" fmla="*/ 127 w 253"/>
                <a:gd name="T27" fmla="*/ 167 h 253"/>
                <a:gd name="T28" fmla="*/ 128 w 253"/>
                <a:gd name="T29" fmla="*/ 167 h 253"/>
                <a:gd name="T30" fmla="*/ 140 w 253"/>
                <a:gd name="T31" fmla="*/ 163 h 253"/>
                <a:gd name="T32" fmla="*/ 144 w 253"/>
                <a:gd name="T33" fmla="*/ 153 h 253"/>
                <a:gd name="T34" fmla="*/ 140 w 253"/>
                <a:gd name="T35" fmla="*/ 144 h 253"/>
                <a:gd name="T36" fmla="*/ 127 w 253"/>
                <a:gd name="T37" fmla="*/ 138 h 253"/>
                <a:gd name="T38" fmla="*/ 122 w 253"/>
                <a:gd name="T39" fmla="*/ 136 h 253"/>
                <a:gd name="T40" fmla="*/ 103 w 253"/>
                <a:gd name="T41" fmla="*/ 127 h 253"/>
                <a:gd name="T42" fmla="*/ 92 w 253"/>
                <a:gd name="T43" fmla="*/ 116 h 253"/>
                <a:gd name="T44" fmla="*/ 87 w 253"/>
                <a:gd name="T45" fmla="*/ 98 h 253"/>
                <a:gd name="T46" fmla="*/ 95 w 253"/>
                <a:gd name="T47" fmla="*/ 74 h 253"/>
                <a:gd name="T48" fmla="*/ 119 w 253"/>
                <a:gd name="T49" fmla="*/ 62 h 253"/>
                <a:gd name="T50" fmla="*/ 119 w 253"/>
                <a:gd name="T51" fmla="*/ 48 h 253"/>
                <a:gd name="T52" fmla="*/ 127 w 253"/>
                <a:gd name="T53" fmla="*/ 48 h 253"/>
                <a:gd name="T54" fmla="*/ 134 w 253"/>
                <a:gd name="T55" fmla="*/ 48 h 253"/>
                <a:gd name="T56" fmla="*/ 134 w 253"/>
                <a:gd name="T57" fmla="*/ 62 h 253"/>
                <a:gd name="T58" fmla="*/ 167 w 253"/>
                <a:gd name="T59" fmla="*/ 90 h 253"/>
                <a:gd name="T60" fmla="*/ 146 w 253"/>
                <a:gd name="T61" fmla="*/ 98 h 253"/>
                <a:gd name="T62" fmla="*/ 128 w 253"/>
                <a:gd name="T63" fmla="*/ 81 h 253"/>
                <a:gd name="T64" fmla="*/ 127 w 253"/>
                <a:gd name="T65" fmla="*/ 81 h 253"/>
                <a:gd name="T66" fmla="*/ 117 w 253"/>
                <a:gd name="T67" fmla="*/ 85 h 253"/>
                <a:gd name="T68" fmla="*/ 114 w 253"/>
                <a:gd name="T69" fmla="*/ 94 h 253"/>
                <a:gd name="T70" fmla="*/ 117 w 253"/>
                <a:gd name="T71" fmla="*/ 103 h 253"/>
                <a:gd name="T72" fmla="*/ 127 w 253"/>
                <a:gd name="T73" fmla="*/ 108 h 253"/>
                <a:gd name="T74" fmla="*/ 133 w 253"/>
                <a:gd name="T75" fmla="*/ 110 h 253"/>
                <a:gd name="T76" fmla="*/ 154 w 253"/>
                <a:gd name="T77" fmla="*/ 120 h 253"/>
                <a:gd name="T78" fmla="*/ 166 w 253"/>
                <a:gd name="T79" fmla="*/ 132 h 253"/>
                <a:gd name="T80" fmla="*/ 171 w 253"/>
                <a:gd name="T81" fmla="*/ 150 h 253"/>
                <a:gd name="T82" fmla="*/ 161 w 253"/>
                <a:gd name="T83" fmla="*/ 176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3" h="253">
                  <a:moveTo>
                    <a:pt x="127" y="0"/>
                  </a:moveTo>
                  <a:cubicBezTo>
                    <a:pt x="57" y="0"/>
                    <a:pt x="0" y="57"/>
                    <a:pt x="0" y="127"/>
                  </a:cubicBezTo>
                  <a:cubicBezTo>
                    <a:pt x="0" y="197"/>
                    <a:pt x="57" y="253"/>
                    <a:pt x="127" y="253"/>
                  </a:cubicBezTo>
                  <a:cubicBezTo>
                    <a:pt x="197" y="253"/>
                    <a:pt x="253" y="197"/>
                    <a:pt x="253" y="127"/>
                  </a:cubicBezTo>
                  <a:cubicBezTo>
                    <a:pt x="253" y="57"/>
                    <a:pt x="197" y="0"/>
                    <a:pt x="127" y="0"/>
                  </a:cubicBezTo>
                  <a:close/>
                  <a:moveTo>
                    <a:pt x="161" y="176"/>
                  </a:moveTo>
                  <a:cubicBezTo>
                    <a:pt x="155" y="183"/>
                    <a:pt x="146" y="187"/>
                    <a:pt x="134" y="188"/>
                  </a:cubicBezTo>
                  <a:cubicBezTo>
                    <a:pt x="134" y="206"/>
                    <a:pt x="134" y="206"/>
                    <a:pt x="134" y="206"/>
                  </a:cubicBezTo>
                  <a:cubicBezTo>
                    <a:pt x="127" y="206"/>
                    <a:pt x="127" y="206"/>
                    <a:pt x="127" y="206"/>
                  </a:cubicBezTo>
                  <a:cubicBezTo>
                    <a:pt x="119" y="206"/>
                    <a:pt x="119" y="206"/>
                    <a:pt x="119" y="206"/>
                  </a:cubicBezTo>
                  <a:cubicBezTo>
                    <a:pt x="119" y="188"/>
                    <a:pt x="119" y="188"/>
                    <a:pt x="119" y="188"/>
                  </a:cubicBezTo>
                  <a:cubicBezTo>
                    <a:pt x="100" y="186"/>
                    <a:pt x="88" y="175"/>
                    <a:pt x="83" y="154"/>
                  </a:cubicBezTo>
                  <a:cubicBezTo>
                    <a:pt x="106" y="148"/>
                    <a:pt x="106" y="148"/>
                    <a:pt x="106" y="148"/>
                  </a:cubicBezTo>
                  <a:cubicBezTo>
                    <a:pt x="108" y="161"/>
                    <a:pt x="115" y="167"/>
                    <a:pt x="127" y="167"/>
                  </a:cubicBezTo>
                  <a:cubicBezTo>
                    <a:pt x="127" y="167"/>
                    <a:pt x="127" y="167"/>
                    <a:pt x="128" y="167"/>
                  </a:cubicBezTo>
                  <a:cubicBezTo>
                    <a:pt x="133" y="167"/>
                    <a:pt x="137" y="166"/>
                    <a:pt x="140" y="163"/>
                  </a:cubicBezTo>
                  <a:cubicBezTo>
                    <a:pt x="143" y="160"/>
                    <a:pt x="144" y="157"/>
                    <a:pt x="144" y="153"/>
                  </a:cubicBezTo>
                  <a:cubicBezTo>
                    <a:pt x="144" y="149"/>
                    <a:pt x="143" y="146"/>
                    <a:pt x="140" y="144"/>
                  </a:cubicBezTo>
                  <a:cubicBezTo>
                    <a:pt x="138" y="142"/>
                    <a:pt x="133" y="140"/>
                    <a:pt x="127" y="138"/>
                  </a:cubicBezTo>
                  <a:cubicBezTo>
                    <a:pt x="125" y="137"/>
                    <a:pt x="124" y="136"/>
                    <a:pt x="122" y="136"/>
                  </a:cubicBezTo>
                  <a:cubicBezTo>
                    <a:pt x="114" y="133"/>
                    <a:pt x="108" y="130"/>
                    <a:pt x="103" y="127"/>
                  </a:cubicBezTo>
                  <a:cubicBezTo>
                    <a:pt x="98" y="125"/>
                    <a:pt x="95" y="121"/>
                    <a:pt x="92" y="116"/>
                  </a:cubicBezTo>
                  <a:cubicBezTo>
                    <a:pt x="89" y="111"/>
                    <a:pt x="87" y="105"/>
                    <a:pt x="87" y="98"/>
                  </a:cubicBezTo>
                  <a:cubicBezTo>
                    <a:pt x="87" y="89"/>
                    <a:pt x="90" y="81"/>
                    <a:pt x="95" y="74"/>
                  </a:cubicBezTo>
                  <a:cubicBezTo>
                    <a:pt x="100" y="67"/>
                    <a:pt x="108" y="63"/>
                    <a:pt x="119" y="62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4" y="48"/>
                    <a:pt x="134" y="48"/>
                    <a:pt x="134" y="48"/>
                  </a:cubicBezTo>
                  <a:cubicBezTo>
                    <a:pt x="134" y="62"/>
                    <a:pt x="134" y="62"/>
                    <a:pt x="134" y="62"/>
                  </a:cubicBezTo>
                  <a:cubicBezTo>
                    <a:pt x="151" y="64"/>
                    <a:pt x="162" y="73"/>
                    <a:pt x="167" y="90"/>
                  </a:cubicBezTo>
                  <a:cubicBezTo>
                    <a:pt x="146" y="98"/>
                    <a:pt x="146" y="98"/>
                    <a:pt x="146" y="98"/>
                  </a:cubicBezTo>
                  <a:cubicBezTo>
                    <a:pt x="142" y="87"/>
                    <a:pt x="136" y="81"/>
                    <a:pt x="128" y="81"/>
                  </a:cubicBezTo>
                  <a:cubicBezTo>
                    <a:pt x="127" y="81"/>
                    <a:pt x="127" y="81"/>
                    <a:pt x="127" y="81"/>
                  </a:cubicBezTo>
                  <a:cubicBezTo>
                    <a:pt x="123" y="81"/>
                    <a:pt x="120" y="82"/>
                    <a:pt x="117" y="85"/>
                  </a:cubicBezTo>
                  <a:cubicBezTo>
                    <a:pt x="115" y="87"/>
                    <a:pt x="114" y="91"/>
                    <a:pt x="114" y="94"/>
                  </a:cubicBezTo>
                  <a:cubicBezTo>
                    <a:pt x="114" y="98"/>
                    <a:pt x="115" y="101"/>
                    <a:pt x="117" y="103"/>
                  </a:cubicBezTo>
                  <a:cubicBezTo>
                    <a:pt x="119" y="104"/>
                    <a:pt x="122" y="106"/>
                    <a:pt x="127" y="108"/>
                  </a:cubicBezTo>
                  <a:cubicBezTo>
                    <a:pt x="129" y="109"/>
                    <a:pt x="131" y="110"/>
                    <a:pt x="133" y="110"/>
                  </a:cubicBezTo>
                  <a:cubicBezTo>
                    <a:pt x="142" y="114"/>
                    <a:pt x="149" y="117"/>
                    <a:pt x="154" y="120"/>
                  </a:cubicBezTo>
                  <a:cubicBezTo>
                    <a:pt x="159" y="123"/>
                    <a:pt x="163" y="127"/>
                    <a:pt x="166" y="132"/>
                  </a:cubicBezTo>
                  <a:cubicBezTo>
                    <a:pt x="169" y="137"/>
                    <a:pt x="171" y="143"/>
                    <a:pt x="171" y="150"/>
                  </a:cubicBezTo>
                  <a:cubicBezTo>
                    <a:pt x="171" y="160"/>
                    <a:pt x="168" y="169"/>
                    <a:pt x="161" y="1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4113741" y="357089"/>
            <a:ext cx="39645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Infographic</a:t>
            </a:r>
            <a:r>
              <a:rPr lang="en-US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Slide</a:t>
            </a:r>
            <a:endParaRPr 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327898" y="1925495"/>
            <a:ext cx="5245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+mj-lt"/>
              </a:rPr>
              <a:t>01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1335112" y="3037521"/>
            <a:ext cx="5100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+mj-lt"/>
              </a:rPr>
              <a:t>02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1335112" y="4156191"/>
            <a:ext cx="5100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+mj-lt"/>
              </a:rPr>
              <a:t>03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332707" y="5274903"/>
            <a:ext cx="514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+mj-lt"/>
              </a:rPr>
              <a:t>04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563843" y="1906226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646747" y="2198668"/>
            <a:ext cx="5229579" cy="60984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been.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54172" y="2851156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37076" y="3143598"/>
            <a:ext cx="5229579" cy="60984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been.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876059" y="3809406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958963" y="4101848"/>
            <a:ext cx="5229579" cy="60984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been.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300781" y="4736240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383685" y="5028682"/>
            <a:ext cx="5229579" cy="60984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been.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688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0" y="1567543"/>
            <a:ext cx="5924167" cy="4464050"/>
            <a:chOff x="2449513" y="450850"/>
            <a:chExt cx="7078663" cy="5334000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2449513" y="4448175"/>
              <a:ext cx="1438275" cy="133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3887788" y="4251325"/>
              <a:ext cx="554038" cy="1533525"/>
            </a:xfrm>
            <a:custGeom>
              <a:avLst/>
              <a:gdLst>
                <a:gd name="T0" fmla="*/ 0 w 349"/>
                <a:gd name="T1" fmla="*/ 966 h 966"/>
                <a:gd name="T2" fmla="*/ 0 w 349"/>
                <a:gd name="T3" fmla="*/ 126 h 966"/>
                <a:gd name="T4" fmla="*/ 349 w 349"/>
                <a:gd name="T5" fmla="*/ 0 h 966"/>
                <a:gd name="T6" fmla="*/ 349 w 349"/>
                <a:gd name="T7" fmla="*/ 713 h 966"/>
                <a:gd name="T8" fmla="*/ 0 w 349"/>
                <a:gd name="T9" fmla="*/ 966 h 9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966">
                  <a:moveTo>
                    <a:pt x="0" y="966"/>
                  </a:moveTo>
                  <a:lnTo>
                    <a:pt x="0" y="126"/>
                  </a:lnTo>
                  <a:lnTo>
                    <a:pt x="349" y="0"/>
                  </a:lnTo>
                  <a:lnTo>
                    <a:pt x="349" y="713"/>
                  </a:lnTo>
                  <a:lnTo>
                    <a:pt x="0" y="966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4441826" y="4251325"/>
              <a:ext cx="4673600" cy="1131888"/>
            </a:xfrm>
            <a:custGeom>
              <a:avLst/>
              <a:gdLst>
                <a:gd name="T0" fmla="*/ 0 w 2944"/>
                <a:gd name="T1" fmla="*/ 713 h 713"/>
                <a:gd name="T2" fmla="*/ 0 w 2944"/>
                <a:gd name="T3" fmla="*/ 0 h 713"/>
                <a:gd name="T4" fmla="*/ 2686 w 2944"/>
                <a:gd name="T5" fmla="*/ 0 h 713"/>
                <a:gd name="T6" fmla="*/ 2944 w 2944"/>
                <a:gd name="T7" fmla="*/ 356 h 713"/>
                <a:gd name="T8" fmla="*/ 2686 w 2944"/>
                <a:gd name="T9" fmla="*/ 713 h 713"/>
                <a:gd name="T10" fmla="*/ 0 w 2944"/>
                <a:gd name="T11" fmla="*/ 713 h 7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44" h="713">
                  <a:moveTo>
                    <a:pt x="0" y="713"/>
                  </a:moveTo>
                  <a:lnTo>
                    <a:pt x="0" y="0"/>
                  </a:lnTo>
                  <a:lnTo>
                    <a:pt x="2686" y="0"/>
                  </a:lnTo>
                  <a:lnTo>
                    <a:pt x="2944" y="356"/>
                  </a:lnTo>
                  <a:lnTo>
                    <a:pt x="2686" y="713"/>
                  </a:lnTo>
                  <a:lnTo>
                    <a:pt x="0" y="71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2749551" y="4700588"/>
              <a:ext cx="838200" cy="835025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7770813" y="4416425"/>
              <a:ext cx="0" cy="806450"/>
            </a:xfrm>
            <a:prstGeom prst="line">
              <a:avLst/>
            </a:prstGeom>
            <a:noFill/>
            <a:ln w="15875" cap="flat">
              <a:solidFill>
                <a:srgbClr val="F5F5F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38" name="Group 37"/>
            <p:cNvGrpSpPr/>
            <p:nvPr/>
          </p:nvGrpSpPr>
          <p:grpSpPr>
            <a:xfrm>
              <a:off x="8018463" y="4546600"/>
              <a:ext cx="541338" cy="542926"/>
              <a:chOff x="8018463" y="4546600"/>
              <a:chExt cx="541338" cy="542926"/>
            </a:xfrm>
            <a:solidFill>
              <a:schemeClr val="bg1"/>
            </a:solidFill>
          </p:grpSpPr>
          <p:sp>
            <p:nvSpPr>
              <p:cNvPr id="10" name="Freeform 10"/>
              <p:cNvSpPr>
                <a:spLocks noEditPoints="1"/>
              </p:cNvSpPr>
              <p:nvPr/>
            </p:nvSpPr>
            <p:spPr bwMode="auto">
              <a:xfrm>
                <a:off x="8018463" y="4598988"/>
                <a:ext cx="492125" cy="490538"/>
              </a:xfrm>
              <a:custGeom>
                <a:avLst/>
                <a:gdLst>
                  <a:gd name="T0" fmla="*/ 108 w 216"/>
                  <a:gd name="T1" fmla="*/ 216 h 216"/>
                  <a:gd name="T2" fmla="*/ 216 w 216"/>
                  <a:gd name="T3" fmla="*/ 108 h 216"/>
                  <a:gd name="T4" fmla="*/ 203 w 216"/>
                  <a:gd name="T5" fmla="*/ 57 h 216"/>
                  <a:gd name="T6" fmla="*/ 201 w 216"/>
                  <a:gd name="T7" fmla="*/ 57 h 216"/>
                  <a:gd name="T8" fmla="*/ 199 w 216"/>
                  <a:gd name="T9" fmla="*/ 57 h 216"/>
                  <a:gd name="T10" fmla="*/ 185 w 216"/>
                  <a:gd name="T11" fmla="*/ 56 h 216"/>
                  <a:gd name="T12" fmla="*/ 175 w 216"/>
                  <a:gd name="T13" fmla="*/ 66 h 216"/>
                  <a:gd name="T14" fmla="*/ 187 w 216"/>
                  <a:gd name="T15" fmla="*/ 108 h 216"/>
                  <a:gd name="T16" fmla="*/ 108 w 216"/>
                  <a:gd name="T17" fmla="*/ 187 h 216"/>
                  <a:gd name="T18" fmla="*/ 29 w 216"/>
                  <a:gd name="T19" fmla="*/ 108 h 216"/>
                  <a:gd name="T20" fmla="*/ 108 w 216"/>
                  <a:gd name="T21" fmla="*/ 29 h 216"/>
                  <a:gd name="T22" fmla="*/ 150 w 216"/>
                  <a:gd name="T23" fmla="*/ 41 h 216"/>
                  <a:gd name="T24" fmla="*/ 159 w 216"/>
                  <a:gd name="T25" fmla="*/ 32 h 216"/>
                  <a:gd name="T26" fmla="*/ 157 w 216"/>
                  <a:gd name="T27" fmla="*/ 16 h 216"/>
                  <a:gd name="T28" fmla="*/ 158 w 216"/>
                  <a:gd name="T29" fmla="*/ 12 h 216"/>
                  <a:gd name="T30" fmla="*/ 108 w 216"/>
                  <a:gd name="T31" fmla="*/ 0 h 216"/>
                  <a:gd name="T32" fmla="*/ 0 w 216"/>
                  <a:gd name="T33" fmla="*/ 108 h 216"/>
                  <a:gd name="T34" fmla="*/ 108 w 216"/>
                  <a:gd name="T35" fmla="*/ 216 h 216"/>
                  <a:gd name="T36" fmla="*/ 108 w 216"/>
                  <a:gd name="T37" fmla="*/ 216 h 216"/>
                  <a:gd name="T38" fmla="*/ 108 w 216"/>
                  <a:gd name="T39" fmla="*/ 216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16" h="216">
                    <a:moveTo>
                      <a:pt x="108" y="216"/>
                    </a:moveTo>
                    <a:cubicBezTo>
                      <a:pt x="168" y="216"/>
                      <a:pt x="216" y="168"/>
                      <a:pt x="216" y="108"/>
                    </a:cubicBezTo>
                    <a:cubicBezTo>
                      <a:pt x="216" y="90"/>
                      <a:pt x="211" y="72"/>
                      <a:pt x="203" y="57"/>
                    </a:cubicBezTo>
                    <a:cubicBezTo>
                      <a:pt x="202" y="57"/>
                      <a:pt x="201" y="57"/>
                      <a:pt x="201" y="57"/>
                    </a:cubicBezTo>
                    <a:cubicBezTo>
                      <a:pt x="200" y="57"/>
                      <a:pt x="200" y="57"/>
                      <a:pt x="199" y="57"/>
                    </a:cubicBezTo>
                    <a:cubicBezTo>
                      <a:pt x="185" y="56"/>
                      <a:pt x="185" y="56"/>
                      <a:pt x="185" y="56"/>
                    </a:cubicBezTo>
                    <a:cubicBezTo>
                      <a:pt x="175" y="66"/>
                      <a:pt x="175" y="66"/>
                      <a:pt x="175" y="66"/>
                    </a:cubicBezTo>
                    <a:cubicBezTo>
                      <a:pt x="183" y="78"/>
                      <a:pt x="187" y="93"/>
                      <a:pt x="187" y="108"/>
                    </a:cubicBezTo>
                    <a:cubicBezTo>
                      <a:pt x="187" y="152"/>
                      <a:pt x="152" y="187"/>
                      <a:pt x="108" y="187"/>
                    </a:cubicBezTo>
                    <a:cubicBezTo>
                      <a:pt x="64" y="187"/>
                      <a:pt x="29" y="152"/>
                      <a:pt x="29" y="108"/>
                    </a:cubicBezTo>
                    <a:cubicBezTo>
                      <a:pt x="29" y="64"/>
                      <a:pt x="64" y="29"/>
                      <a:pt x="108" y="29"/>
                    </a:cubicBezTo>
                    <a:cubicBezTo>
                      <a:pt x="123" y="29"/>
                      <a:pt x="138" y="33"/>
                      <a:pt x="150" y="41"/>
                    </a:cubicBezTo>
                    <a:cubicBezTo>
                      <a:pt x="159" y="32"/>
                      <a:pt x="159" y="32"/>
                      <a:pt x="159" y="32"/>
                    </a:cubicBezTo>
                    <a:cubicBezTo>
                      <a:pt x="157" y="16"/>
                      <a:pt x="157" y="16"/>
                      <a:pt x="157" y="16"/>
                    </a:cubicBezTo>
                    <a:cubicBezTo>
                      <a:pt x="157" y="15"/>
                      <a:pt x="157" y="13"/>
                      <a:pt x="158" y="12"/>
                    </a:cubicBezTo>
                    <a:cubicBezTo>
                      <a:pt x="143" y="4"/>
                      <a:pt x="126" y="0"/>
                      <a:pt x="108" y="0"/>
                    </a:cubicBezTo>
                    <a:cubicBezTo>
                      <a:pt x="48" y="0"/>
                      <a:pt x="0" y="48"/>
                      <a:pt x="0" y="108"/>
                    </a:cubicBezTo>
                    <a:cubicBezTo>
                      <a:pt x="0" y="168"/>
                      <a:pt x="48" y="216"/>
                      <a:pt x="108" y="216"/>
                    </a:cubicBezTo>
                    <a:close/>
                    <a:moveTo>
                      <a:pt x="108" y="216"/>
                    </a:moveTo>
                    <a:cubicBezTo>
                      <a:pt x="108" y="216"/>
                      <a:pt x="108" y="216"/>
                      <a:pt x="108" y="21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11"/>
              <p:cNvSpPr>
                <a:spLocks noEditPoints="1"/>
              </p:cNvSpPr>
              <p:nvPr/>
            </p:nvSpPr>
            <p:spPr bwMode="auto">
              <a:xfrm>
                <a:off x="8143876" y="4724400"/>
                <a:ext cx="241300" cy="241300"/>
              </a:xfrm>
              <a:custGeom>
                <a:avLst/>
                <a:gdLst>
                  <a:gd name="T0" fmla="*/ 53 w 106"/>
                  <a:gd name="T1" fmla="*/ 25 h 106"/>
                  <a:gd name="T2" fmla="*/ 55 w 106"/>
                  <a:gd name="T3" fmla="*/ 25 h 106"/>
                  <a:gd name="T4" fmla="*/ 75 w 106"/>
                  <a:gd name="T5" fmla="*/ 5 h 106"/>
                  <a:gd name="T6" fmla="*/ 75 w 106"/>
                  <a:gd name="T7" fmla="*/ 5 h 106"/>
                  <a:gd name="T8" fmla="*/ 53 w 106"/>
                  <a:gd name="T9" fmla="*/ 0 h 106"/>
                  <a:gd name="T10" fmla="*/ 0 w 106"/>
                  <a:gd name="T11" fmla="*/ 53 h 106"/>
                  <a:gd name="T12" fmla="*/ 53 w 106"/>
                  <a:gd name="T13" fmla="*/ 106 h 106"/>
                  <a:gd name="T14" fmla="*/ 106 w 106"/>
                  <a:gd name="T15" fmla="*/ 53 h 106"/>
                  <a:gd name="T16" fmla="*/ 101 w 106"/>
                  <a:gd name="T17" fmla="*/ 31 h 106"/>
                  <a:gd name="T18" fmla="*/ 101 w 106"/>
                  <a:gd name="T19" fmla="*/ 31 h 106"/>
                  <a:gd name="T20" fmla="*/ 81 w 106"/>
                  <a:gd name="T21" fmla="*/ 51 h 106"/>
                  <a:gd name="T22" fmla="*/ 81 w 106"/>
                  <a:gd name="T23" fmla="*/ 53 h 106"/>
                  <a:gd name="T24" fmla="*/ 53 w 106"/>
                  <a:gd name="T25" fmla="*/ 81 h 106"/>
                  <a:gd name="T26" fmla="*/ 25 w 106"/>
                  <a:gd name="T27" fmla="*/ 53 h 106"/>
                  <a:gd name="T28" fmla="*/ 53 w 106"/>
                  <a:gd name="T29" fmla="*/ 25 h 106"/>
                  <a:gd name="T30" fmla="*/ 53 w 106"/>
                  <a:gd name="T31" fmla="*/ 25 h 106"/>
                  <a:gd name="T32" fmla="*/ 53 w 106"/>
                  <a:gd name="T33" fmla="*/ 2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6" h="106">
                    <a:moveTo>
                      <a:pt x="53" y="25"/>
                    </a:moveTo>
                    <a:cubicBezTo>
                      <a:pt x="54" y="25"/>
                      <a:pt x="54" y="25"/>
                      <a:pt x="55" y="25"/>
                    </a:cubicBezTo>
                    <a:cubicBezTo>
                      <a:pt x="75" y="5"/>
                      <a:pt x="75" y="5"/>
                      <a:pt x="75" y="5"/>
                    </a:cubicBezTo>
                    <a:cubicBezTo>
                      <a:pt x="75" y="5"/>
                      <a:pt x="75" y="5"/>
                      <a:pt x="75" y="5"/>
                    </a:cubicBezTo>
                    <a:cubicBezTo>
                      <a:pt x="69" y="2"/>
                      <a:pt x="61" y="0"/>
                      <a:pt x="53" y="0"/>
                    </a:cubicBezTo>
                    <a:cubicBezTo>
                      <a:pt x="24" y="0"/>
                      <a:pt x="0" y="24"/>
                      <a:pt x="0" y="53"/>
                    </a:cubicBezTo>
                    <a:cubicBezTo>
                      <a:pt x="0" y="82"/>
                      <a:pt x="24" y="106"/>
                      <a:pt x="53" y="106"/>
                    </a:cubicBezTo>
                    <a:cubicBezTo>
                      <a:pt x="82" y="106"/>
                      <a:pt x="106" y="82"/>
                      <a:pt x="106" y="53"/>
                    </a:cubicBezTo>
                    <a:cubicBezTo>
                      <a:pt x="106" y="45"/>
                      <a:pt x="104" y="37"/>
                      <a:pt x="101" y="31"/>
                    </a:cubicBezTo>
                    <a:cubicBezTo>
                      <a:pt x="101" y="31"/>
                      <a:pt x="101" y="31"/>
                      <a:pt x="101" y="31"/>
                    </a:cubicBezTo>
                    <a:cubicBezTo>
                      <a:pt x="81" y="51"/>
                      <a:pt x="81" y="51"/>
                      <a:pt x="81" y="51"/>
                    </a:cubicBezTo>
                    <a:cubicBezTo>
                      <a:pt x="81" y="52"/>
                      <a:pt x="81" y="52"/>
                      <a:pt x="81" y="53"/>
                    </a:cubicBezTo>
                    <a:cubicBezTo>
                      <a:pt x="81" y="68"/>
                      <a:pt x="68" y="81"/>
                      <a:pt x="53" y="81"/>
                    </a:cubicBezTo>
                    <a:cubicBezTo>
                      <a:pt x="38" y="81"/>
                      <a:pt x="25" y="68"/>
                      <a:pt x="25" y="53"/>
                    </a:cubicBezTo>
                    <a:cubicBezTo>
                      <a:pt x="25" y="38"/>
                      <a:pt x="38" y="25"/>
                      <a:pt x="53" y="25"/>
                    </a:cubicBezTo>
                    <a:close/>
                    <a:moveTo>
                      <a:pt x="53" y="25"/>
                    </a:moveTo>
                    <a:cubicBezTo>
                      <a:pt x="53" y="25"/>
                      <a:pt x="53" y="25"/>
                      <a:pt x="53" y="25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12"/>
              <p:cNvSpPr>
                <a:spLocks noEditPoints="1"/>
              </p:cNvSpPr>
              <p:nvPr/>
            </p:nvSpPr>
            <p:spPr bwMode="auto">
              <a:xfrm>
                <a:off x="8286751" y="4546600"/>
                <a:ext cx="273050" cy="273050"/>
              </a:xfrm>
              <a:custGeom>
                <a:avLst/>
                <a:gdLst>
                  <a:gd name="T0" fmla="*/ 101 w 120"/>
                  <a:gd name="T1" fmla="*/ 33 h 120"/>
                  <a:gd name="T2" fmla="*/ 107 w 120"/>
                  <a:gd name="T3" fmla="*/ 27 h 120"/>
                  <a:gd name="T4" fmla="*/ 107 w 120"/>
                  <a:gd name="T5" fmla="*/ 18 h 120"/>
                  <a:gd name="T6" fmla="*/ 103 w 120"/>
                  <a:gd name="T7" fmla="*/ 14 h 120"/>
                  <a:gd name="T8" fmla="*/ 98 w 120"/>
                  <a:gd name="T9" fmla="*/ 12 h 120"/>
                  <a:gd name="T10" fmla="*/ 94 w 120"/>
                  <a:gd name="T11" fmla="*/ 14 h 120"/>
                  <a:gd name="T12" fmla="*/ 87 w 120"/>
                  <a:gd name="T13" fmla="*/ 20 h 120"/>
                  <a:gd name="T14" fmla="*/ 86 w 120"/>
                  <a:gd name="T15" fmla="*/ 2 h 120"/>
                  <a:gd name="T16" fmla="*/ 83 w 120"/>
                  <a:gd name="T17" fmla="*/ 0 h 120"/>
                  <a:gd name="T18" fmla="*/ 82 w 120"/>
                  <a:gd name="T19" fmla="*/ 1 h 120"/>
                  <a:gd name="T20" fmla="*/ 55 w 120"/>
                  <a:gd name="T21" fmla="*/ 27 h 120"/>
                  <a:gd name="T22" fmla="*/ 52 w 120"/>
                  <a:gd name="T23" fmla="*/ 36 h 120"/>
                  <a:gd name="T24" fmla="*/ 52 w 120"/>
                  <a:gd name="T25" fmla="*/ 37 h 120"/>
                  <a:gd name="T26" fmla="*/ 53 w 120"/>
                  <a:gd name="T27" fmla="*/ 54 h 120"/>
                  <a:gd name="T28" fmla="*/ 44 w 120"/>
                  <a:gd name="T29" fmla="*/ 63 h 120"/>
                  <a:gd name="T30" fmla="*/ 27 w 120"/>
                  <a:gd name="T31" fmla="*/ 80 h 120"/>
                  <a:gd name="T32" fmla="*/ 26 w 120"/>
                  <a:gd name="T33" fmla="*/ 81 h 120"/>
                  <a:gd name="T34" fmla="*/ 10 w 120"/>
                  <a:gd name="T35" fmla="*/ 97 h 120"/>
                  <a:gd name="T36" fmla="*/ 2 w 120"/>
                  <a:gd name="T37" fmla="*/ 105 h 120"/>
                  <a:gd name="T38" fmla="*/ 1 w 120"/>
                  <a:gd name="T39" fmla="*/ 108 h 120"/>
                  <a:gd name="T40" fmla="*/ 0 w 120"/>
                  <a:gd name="T41" fmla="*/ 114 h 120"/>
                  <a:gd name="T42" fmla="*/ 6 w 120"/>
                  <a:gd name="T43" fmla="*/ 120 h 120"/>
                  <a:gd name="T44" fmla="*/ 6 w 120"/>
                  <a:gd name="T45" fmla="*/ 120 h 120"/>
                  <a:gd name="T46" fmla="*/ 12 w 120"/>
                  <a:gd name="T47" fmla="*/ 120 h 120"/>
                  <a:gd name="T48" fmla="*/ 16 w 120"/>
                  <a:gd name="T49" fmla="*/ 118 h 120"/>
                  <a:gd name="T50" fmla="*/ 68 w 120"/>
                  <a:gd name="T51" fmla="*/ 67 h 120"/>
                  <a:gd name="T52" fmla="*/ 83 w 120"/>
                  <a:gd name="T53" fmla="*/ 68 h 120"/>
                  <a:gd name="T54" fmla="*/ 84 w 120"/>
                  <a:gd name="T55" fmla="*/ 68 h 120"/>
                  <a:gd name="T56" fmla="*/ 84 w 120"/>
                  <a:gd name="T57" fmla="*/ 68 h 120"/>
                  <a:gd name="T58" fmla="*/ 93 w 120"/>
                  <a:gd name="T59" fmla="*/ 65 h 120"/>
                  <a:gd name="T60" fmla="*/ 119 w 120"/>
                  <a:gd name="T61" fmla="*/ 38 h 120"/>
                  <a:gd name="T62" fmla="*/ 117 w 120"/>
                  <a:gd name="T63" fmla="*/ 34 h 120"/>
                  <a:gd name="T64" fmla="*/ 101 w 120"/>
                  <a:gd name="T65" fmla="*/ 33 h 120"/>
                  <a:gd name="T66" fmla="*/ 101 w 120"/>
                  <a:gd name="T67" fmla="*/ 33 h 120"/>
                  <a:gd name="T68" fmla="*/ 101 w 120"/>
                  <a:gd name="T69" fmla="*/ 33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20" h="120">
                    <a:moveTo>
                      <a:pt x="101" y="33"/>
                    </a:moveTo>
                    <a:cubicBezTo>
                      <a:pt x="107" y="27"/>
                      <a:pt x="107" y="27"/>
                      <a:pt x="107" y="27"/>
                    </a:cubicBezTo>
                    <a:cubicBezTo>
                      <a:pt x="110" y="25"/>
                      <a:pt x="110" y="20"/>
                      <a:pt x="107" y="18"/>
                    </a:cubicBezTo>
                    <a:cubicBezTo>
                      <a:pt x="103" y="14"/>
                      <a:pt x="103" y="14"/>
                      <a:pt x="103" y="14"/>
                    </a:cubicBezTo>
                    <a:cubicBezTo>
                      <a:pt x="102" y="12"/>
                      <a:pt x="100" y="12"/>
                      <a:pt x="98" y="12"/>
                    </a:cubicBezTo>
                    <a:cubicBezTo>
                      <a:pt x="97" y="12"/>
                      <a:pt x="95" y="12"/>
                      <a:pt x="94" y="14"/>
                    </a:cubicBezTo>
                    <a:cubicBezTo>
                      <a:pt x="87" y="20"/>
                      <a:pt x="87" y="20"/>
                      <a:pt x="87" y="20"/>
                    </a:cubicBezTo>
                    <a:cubicBezTo>
                      <a:pt x="86" y="2"/>
                      <a:pt x="86" y="2"/>
                      <a:pt x="86" y="2"/>
                    </a:cubicBezTo>
                    <a:cubicBezTo>
                      <a:pt x="86" y="1"/>
                      <a:pt x="84" y="0"/>
                      <a:pt x="83" y="0"/>
                    </a:cubicBezTo>
                    <a:cubicBezTo>
                      <a:pt x="83" y="0"/>
                      <a:pt x="82" y="0"/>
                      <a:pt x="82" y="1"/>
                    </a:cubicBezTo>
                    <a:cubicBezTo>
                      <a:pt x="55" y="27"/>
                      <a:pt x="55" y="27"/>
                      <a:pt x="55" y="27"/>
                    </a:cubicBezTo>
                    <a:cubicBezTo>
                      <a:pt x="53" y="30"/>
                      <a:pt x="52" y="33"/>
                      <a:pt x="52" y="36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3" y="54"/>
                      <a:pt x="53" y="54"/>
                      <a:pt x="53" y="54"/>
                    </a:cubicBezTo>
                    <a:cubicBezTo>
                      <a:pt x="44" y="63"/>
                      <a:pt x="44" y="63"/>
                      <a:pt x="44" y="63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26" y="81"/>
                      <a:pt x="26" y="81"/>
                      <a:pt x="26" y="81"/>
                    </a:cubicBezTo>
                    <a:cubicBezTo>
                      <a:pt x="10" y="97"/>
                      <a:pt x="10" y="97"/>
                      <a:pt x="10" y="97"/>
                    </a:cubicBezTo>
                    <a:cubicBezTo>
                      <a:pt x="2" y="105"/>
                      <a:pt x="2" y="105"/>
                      <a:pt x="2" y="105"/>
                    </a:cubicBezTo>
                    <a:cubicBezTo>
                      <a:pt x="1" y="106"/>
                      <a:pt x="1" y="107"/>
                      <a:pt x="1" y="108"/>
                    </a:cubicBezTo>
                    <a:cubicBezTo>
                      <a:pt x="0" y="114"/>
                      <a:pt x="0" y="114"/>
                      <a:pt x="0" y="114"/>
                    </a:cubicBezTo>
                    <a:cubicBezTo>
                      <a:pt x="0" y="117"/>
                      <a:pt x="3" y="120"/>
                      <a:pt x="6" y="120"/>
                    </a:cubicBezTo>
                    <a:cubicBezTo>
                      <a:pt x="6" y="120"/>
                      <a:pt x="6" y="120"/>
                      <a:pt x="6" y="120"/>
                    </a:cubicBezTo>
                    <a:cubicBezTo>
                      <a:pt x="12" y="120"/>
                      <a:pt x="12" y="120"/>
                      <a:pt x="12" y="120"/>
                    </a:cubicBezTo>
                    <a:cubicBezTo>
                      <a:pt x="14" y="120"/>
                      <a:pt x="15" y="119"/>
                      <a:pt x="16" y="118"/>
                    </a:cubicBezTo>
                    <a:cubicBezTo>
                      <a:pt x="68" y="67"/>
                      <a:pt x="68" y="67"/>
                      <a:pt x="68" y="67"/>
                    </a:cubicBezTo>
                    <a:cubicBezTo>
                      <a:pt x="83" y="68"/>
                      <a:pt x="83" y="68"/>
                      <a:pt x="83" y="68"/>
                    </a:cubicBezTo>
                    <a:cubicBezTo>
                      <a:pt x="84" y="68"/>
                      <a:pt x="84" y="68"/>
                      <a:pt x="84" y="68"/>
                    </a:cubicBezTo>
                    <a:cubicBezTo>
                      <a:pt x="84" y="68"/>
                      <a:pt x="84" y="68"/>
                      <a:pt x="84" y="68"/>
                    </a:cubicBezTo>
                    <a:cubicBezTo>
                      <a:pt x="88" y="68"/>
                      <a:pt x="90" y="67"/>
                      <a:pt x="93" y="65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0" y="37"/>
                      <a:pt x="119" y="34"/>
                      <a:pt x="117" y="34"/>
                    </a:cubicBezTo>
                    <a:lnTo>
                      <a:pt x="101" y="33"/>
                    </a:lnTo>
                    <a:close/>
                    <a:moveTo>
                      <a:pt x="101" y="33"/>
                    </a:moveTo>
                    <a:cubicBezTo>
                      <a:pt x="101" y="33"/>
                      <a:pt x="101" y="33"/>
                      <a:pt x="101" y="33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2449513" y="3117850"/>
              <a:ext cx="1438275" cy="1333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4"/>
            <p:cNvSpPr>
              <a:spLocks/>
            </p:cNvSpPr>
            <p:nvPr/>
          </p:nvSpPr>
          <p:spPr bwMode="auto">
            <a:xfrm>
              <a:off x="4441826" y="3117850"/>
              <a:ext cx="3986213" cy="1133475"/>
            </a:xfrm>
            <a:custGeom>
              <a:avLst/>
              <a:gdLst>
                <a:gd name="T0" fmla="*/ 0 w 2511"/>
                <a:gd name="T1" fmla="*/ 714 h 714"/>
                <a:gd name="T2" fmla="*/ 0 w 2511"/>
                <a:gd name="T3" fmla="*/ 0 h 714"/>
                <a:gd name="T4" fmla="*/ 2253 w 2511"/>
                <a:gd name="T5" fmla="*/ 0 h 714"/>
                <a:gd name="T6" fmla="*/ 2511 w 2511"/>
                <a:gd name="T7" fmla="*/ 357 h 714"/>
                <a:gd name="T8" fmla="*/ 2253 w 2511"/>
                <a:gd name="T9" fmla="*/ 714 h 714"/>
                <a:gd name="T10" fmla="*/ 0 w 2511"/>
                <a:gd name="T11" fmla="*/ 714 h 7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1" h="714">
                  <a:moveTo>
                    <a:pt x="0" y="714"/>
                  </a:moveTo>
                  <a:lnTo>
                    <a:pt x="0" y="0"/>
                  </a:lnTo>
                  <a:lnTo>
                    <a:pt x="2253" y="0"/>
                  </a:lnTo>
                  <a:lnTo>
                    <a:pt x="2511" y="357"/>
                  </a:lnTo>
                  <a:lnTo>
                    <a:pt x="2253" y="714"/>
                  </a:lnTo>
                  <a:lnTo>
                    <a:pt x="0" y="71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5"/>
            <p:cNvSpPr>
              <a:spLocks/>
            </p:cNvSpPr>
            <p:nvPr/>
          </p:nvSpPr>
          <p:spPr bwMode="auto">
            <a:xfrm>
              <a:off x="3887788" y="3119438"/>
              <a:ext cx="554038" cy="1333500"/>
            </a:xfrm>
            <a:custGeom>
              <a:avLst/>
              <a:gdLst>
                <a:gd name="T0" fmla="*/ 0 w 349"/>
                <a:gd name="T1" fmla="*/ 840 h 840"/>
                <a:gd name="T2" fmla="*/ 0 w 349"/>
                <a:gd name="T3" fmla="*/ 0 h 840"/>
                <a:gd name="T4" fmla="*/ 349 w 349"/>
                <a:gd name="T5" fmla="*/ 0 h 840"/>
                <a:gd name="T6" fmla="*/ 349 w 349"/>
                <a:gd name="T7" fmla="*/ 714 h 840"/>
                <a:gd name="T8" fmla="*/ 0 w 349"/>
                <a:gd name="T9" fmla="*/ 840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840">
                  <a:moveTo>
                    <a:pt x="0" y="840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714"/>
                  </a:lnTo>
                  <a:lnTo>
                    <a:pt x="0" y="84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Oval 16"/>
            <p:cNvSpPr>
              <a:spLocks noChangeArrowheads="1"/>
            </p:cNvSpPr>
            <p:nvPr/>
          </p:nvSpPr>
          <p:spPr bwMode="auto">
            <a:xfrm>
              <a:off x="2749551" y="3367088"/>
              <a:ext cx="838200" cy="835025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7146926" y="3282950"/>
              <a:ext cx="0" cy="806450"/>
            </a:xfrm>
            <a:prstGeom prst="line">
              <a:avLst/>
            </a:prstGeom>
            <a:noFill/>
            <a:ln w="15875" cap="flat">
              <a:solidFill>
                <a:srgbClr val="F5F5F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7372351" y="3402013"/>
              <a:ext cx="582613" cy="557213"/>
              <a:chOff x="7372351" y="3402013"/>
              <a:chExt cx="582613" cy="557213"/>
            </a:xfrm>
            <a:solidFill>
              <a:schemeClr val="bg1"/>
            </a:solidFill>
          </p:grpSpPr>
          <p:sp>
            <p:nvSpPr>
              <p:cNvPr id="18" name="Freeform 18"/>
              <p:cNvSpPr>
                <a:spLocks/>
              </p:cNvSpPr>
              <p:nvPr/>
            </p:nvSpPr>
            <p:spPr bwMode="auto">
              <a:xfrm>
                <a:off x="7791451" y="3402013"/>
                <a:ext cx="163513" cy="166688"/>
              </a:xfrm>
              <a:custGeom>
                <a:avLst/>
                <a:gdLst>
                  <a:gd name="T0" fmla="*/ 56 w 72"/>
                  <a:gd name="T1" fmla="*/ 16 h 73"/>
                  <a:gd name="T2" fmla="*/ 5 w 72"/>
                  <a:gd name="T3" fmla="*/ 11 h 73"/>
                  <a:gd name="T4" fmla="*/ 3 w 72"/>
                  <a:gd name="T5" fmla="*/ 22 h 73"/>
                  <a:gd name="T6" fmla="*/ 51 w 72"/>
                  <a:gd name="T7" fmla="*/ 69 h 73"/>
                  <a:gd name="T8" fmla="*/ 62 w 72"/>
                  <a:gd name="T9" fmla="*/ 68 h 73"/>
                  <a:gd name="T10" fmla="*/ 56 w 72"/>
                  <a:gd name="T11" fmla="*/ 16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73">
                    <a:moveTo>
                      <a:pt x="56" y="16"/>
                    </a:moveTo>
                    <a:cubicBezTo>
                      <a:pt x="42" y="2"/>
                      <a:pt x="21" y="0"/>
                      <a:pt x="5" y="11"/>
                    </a:cubicBezTo>
                    <a:cubicBezTo>
                      <a:pt x="1" y="13"/>
                      <a:pt x="0" y="19"/>
                      <a:pt x="3" y="22"/>
                    </a:cubicBezTo>
                    <a:cubicBezTo>
                      <a:pt x="51" y="69"/>
                      <a:pt x="51" y="69"/>
                      <a:pt x="51" y="69"/>
                    </a:cubicBezTo>
                    <a:cubicBezTo>
                      <a:pt x="54" y="73"/>
                      <a:pt x="59" y="72"/>
                      <a:pt x="62" y="68"/>
                    </a:cubicBezTo>
                    <a:cubicBezTo>
                      <a:pt x="72" y="52"/>
                      <a:pt x="70" y="30"/>
                      <a:pt x="56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" name="Freeform 19"/>
              <p:cNvSpPr>
                <a:spLocks noEditPoints="1"/>
              </p:cNvSpPr>
              <p:nvPr/>
            </p:nvSpPr>
            <p:spPr bwMode="auto">
              <a:xfrm>
                <a:off x="7408863" y="3449638"/>
                <a:ext cx="498475" cy="509588"/>
              </a:xfrm>
              <a:custGeom>
                <a:avLst/>
                <a:gdLst>
                  <a:gd name="T0" fmla="*/ 199 w 219"/>
                  <a:gd name="T1" fmla="*/ 170 h 224"/>
                  <a:gd name="T2" fmla="*/ 219 w 219"/>
                  <a:gd name="T3" fmla="*/ 107 h 224"/>
                  <a:gd name="T4" fmla="*/ 112 w 219"/>
                  <a:gd name="T5" fmla="*/ 0 h 224"/>
                  <a:gd name="T6" fmla="*/ 111 w 219"/>
                  <a:gd name="T7" fmla="*/ 0 h 224"/>
                  <a:gd name="T8" fmla="*/ 4 w 219"/>
                  <a:gd name="T9" fmla="*/ 107 h 224"/>
                  <a:gd name="T10" fmla="*/ 22 w 219"/>
                  <a:gd name="T11" fmla="*/ 166 h 224"/>
                  <a:gd name="T12" fmla="*/ 4 w 219"/>
                  <a:gd name="T13" fmla="*/ 203 h 224"/>
                  <a:gd name="T14" fmla="*/ 10 w 219"/>
                  <a:gd name="T15" fmla="*/ 222 h 224"/>
                  <a:gd name="T16" fmla="*/ 17 w 219"/>
                  <a:gd name="T17" fmla="*/ 224 h 224"/>
                  <a:gd name="T18" fmla="*/ 30 w 219"/>
                  <a:gd name="T19" fmla="*/ 216 h 224"/>
                  <a:gd name="T20" fmla="*/ 43 w 219"/>
                  <a:gd name="T21" fmla="*/ 189 h 224"/>
                  <a:gd name="T22" fmla="*/ 111 w 219"/>
                  <a:gd name="T23" fmla="*/ 214 h 224"/>
                  <a:gd name="T24" fmla="*/ 112 w 219"/>
                  <a:gd name="T25" fmla="*/ 214 h 224"/>
                  <a:gd name="T26" fmla="*/ 178 w 219"/>
                  <a:gd name="T27" fmla="*/ 192 h 224"/>
                  <a:gd name="T28" fmla="*/ 190 w 219"/>
                  <a:gd name="T29" fmla="*/ 216 h 224"/>
                  <a:gd name="T30" fmla="*/ 203 w 219"/>
                  <a:gd name="T31" fmla="*/ 224 h 224"/>
                  <a:gd name="T32" fmla="*/ 209 w 219"/>
                  <a:gd name="T33" fmla="*/ 222 h 224"/>
                  <a:gd name="T34" fmla="*/ 216 w 219"/>
                  <a:gd name="T35" fmla="*/ 203 h 224"/>
                  <a:gd name="T36" fmla="*/ 199 w 219"/>
                  <a:gd name="T37" fmla="*/ 170 h 224"/>
                  <a:gd name="T38" fmla="*/ 112 w 219"/>
                  <a:gd name="T39" fmla="*/ 185 h 224"/>
                  <a:gd name="T40" fmla="*/ 111 w 219"/>
                  <a:gd name="T41" fmla="*/ 185 h 224"/>
                  <a:gd name="T42" fmla="*/ 33 w 219"/>
                  <a:gd name="T43" fmla="*/ 107 h 224"/>
                  <a:gd name="T44" fmla="*/ 111 w 219"/>
                  <a:gd name="T45" fmla="*/ 29 h 224"/>
                  <a:gd name="T46" fmla="*/ 112 w 219"/>
                  <a:gd name="T47" fmla="*/ 29 h 224"/>
                  <a:gd name="T48" fmla="*/ 190 w 219"/>
                  <a:gd name="T49" fmla="*/ 107 h 224"/>
                  <a:gd name="T50" fmla="*/ 112 w 219"/>
                  <a:gd name="T51" fmla="*/ 185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19" h="224">
                    <a:moveTo>
                      <a:pt x="199" y="170"/>
                    </a:moveTo>
                    <a:cubicBezTo>
                      <a:pt x="212" y="152"/>
                      <a:pt x="219" y="130"/>
                      <a:pt x="219" y="107"/>
                    </a:cubicBezTo>
                    <a:cubicBezTo>
                      <a:pt x="219" y="48"/>
                      <a:pt x="171" y="0"/>
                      <a:pt x="112" y="0"/>
                    </a:cubicBezTo>
                    <a:cubicBezTo>
                      <a:pt x="111" y="0"/>
                      <a:pt x="111" y="0"/>
                      <a:pt x="111" y="0"/>
                    </a:cubicBezTo>
                    <a:cubicBezTo>
                      <a:pt x="52" y="0"/>
                      <a:pt x="4" y="48"/>
                      <a:pt x="4" y="107"/>
                    </a:cubicBezTo>
                    <a:cubicBezTo>
                      <a:pt x="4" y="129"/>
                      <a:pt x="11" y="149"/>
                      <a:pt x="22" y="166"/>
                    </a:cubicBezTo>
                    <a:cubicBezTo>
                      <a:pt x="4" y="203"/>
                      <a:pt x="4" y="203"/>
                      <a:pt x="4" y="203"/>
                    </a:cubicBezTo>
                    <a:cubicBezTo>
                      <a:pt x="0" y="210"/>
                      <a:pt x="3" y="219"/>
                      <a:pt x="10" y="222"/>
                    </a:cubicBezTo>
                    <a:cubicBezTo>
                      <a:pt x="12" y="223"/>
                      <a:pt x="15" y="224"/>
                      <a:pt x="17" y="224"/>
                    </a:cubicBezTo>
                    <a:cubicBezTo>
                      <a:pt x="22" y="224"/>
                      <a:pt x="27" y="221"/>
                      <a:pt x="30" y="216"/>
                    </a:cubicBezTo>
                    <a:cubicBezTo>
                      <a:pt x="43" y="189"/>
                      <a:pt x="43" y="189"/>
                      <a:pt x="43" y="189"/>
                    </a:cubicBezTo>
                    <a:cubicBezTo>
                      <a:pt x="61" y="205"/>
                      <a:pt x="85" y="214"/>
                      <a:pt x="111" y="214"/>
                    </a:cubicBezTo>
                    <a:cubicBezTo>
                      <a:pt x="111" y="214"/>
                      <a:pt x="111" y="214"/>
                      <a:pt x="112" y="214"/>
                    </a:cubicBezTo>
                    <a:cubicBezTo>
                      <a:pt x="137" y="214"/>
                      <a:pt x="159" y="206"/>
                      <a:pt x="178" y="192"/>
                    </a:cubicBezTo>
                    <a:cubicBezTo>
                      <a:pt x="190" y="216"/>
                      <a:pt x="190" y="216"/>
                      <a:pt x="190" y="216"/>
                    </a:cubicBezTo>
                    <a:cubicBezTo>
                      <a:pt x="192" y="221"/>
                      <a:pt x="197" y="224"/>
                      <a:pt x="203" y="224"/>
                    </a:cubicBezTo>
                    <a:cubicBezTo>
                      <a:pt x="205" y="224"/>
                      <a:pt x="207" y="223"/>
                      <a:pt x="209" y="222"/>
                    </a:cubicBezTo>
                    <a:cubicBezTo>
                      <a:pt x="216" y="219"/>
                      <a:pt x="219" y="210"/>
                      <a:pt x="216" y="203"/>
                    </a:cubicBezTo>
                    <a:lnTo>
                      <a:pt x="199" y="170"/>
                    </a:lnTo>
                    <a:close/>
                    <a:moveTo>
                      <a:pt x="112" y="185"/>
                    </a:moveTo>
                    <a:cubicBezTo>
                      <a:pt x="111" y="185"/>
                      <a:pt x="111" y="185"/>
                      <a:pt x="111" y="185"/>
                    </a:cubicBezTo>
                    <a:cubicBezTo>
                      <a:pt x="68" y="185"/>
                      <a:pt x="33" y="150"/>
                      <a:pt x="33" y="107"/>
                    </a:cubicBezTo>
                    <a:cubicBezTo>
                      <a:pt x="33" y="64"/>
                      <a:pt x="68" y="29"/>
                      <a:pt x="111" y="29"/>
                    </a:cubicBezTo>
                    <a:cubicBezTo>
                      <a:pt x="111" y="29"/>
                      <a:pt x="111" y="29"/>
                      <a:pt x="112" y="29"/>
                    </a:cubicBezTo>
                    <a:cubicBezTo>
                      <a:pt x="155" y="29"/>
                      <a:pt x="190" y="64"/>
                      <a:pt x="190" y="107"/>
                    </a:cubicBezTo>
                    <a:cubicBezTo>
                      <a:pt x="190" y="150"/>
                      <a:pt x="155" y="185"/>
                      <a:pt x="112" y="1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Freeform 20"/>
              <p:cNvSpPr>
                <a:spLocks/>
              </p:cNvSpPr>
              <p:nvPr/>
            </p:nvSpPr>
            <p:spPr bwMode="auto">
              <a:xfrm>
                <a:off x="7561263" y="3602038"/>
                <a:ext cx="120650" cy="209550"/>
              </a:xfrm>
              <a:custGeom>
                <a:avLst/>
                <a:gdLst>
                  <a:gd name="T0" fmla="*/ 45 w 53"/>
                  <a:gd name="T1" fmla="*/ 0 h 92"/>
                  <a:gd name="T2" fmla="*/ 44 w 53"/>
                  <a:gd name="T3" fmla="*/ 0 h 92"/>
                  <a:gd name="T4" fmla="*/ 36 w 53"/>
                  <a:gd name="T5" fmla="*/ 8 h 92"/>
                  <a:gd name="T6" fmla="*/ 36 w 53"/>
                  <a:gd name="T7" fmla="*/ 40 h 92"/>
                  <a:gd name="T8" fmla="*/ 3 w 53"/>
                  <a:gd name="T9" fmla="*/ 79 h 92"/>
                  <a:gd name="T10" fmla="*/ 4 w 53"/>
                  <a:gd name="T11" fmla="*/ 90 h 92"/>
                  <a:gd name="T12" fmla="*/ 9 w 53"/>
                  <a:gd name="T13" fmla="*/ 92 h 92"/>
                  <a:gd name="T14" fmla="*/ 16 w 53"/>
                  <a:gd name="T15" fmla="*/ 90 h 92"/>
                  <a:gd name="T16" fmla="*/ 44 w 53"/>
                  <a:gd name="T17" fmla="*/ 57 h 92"/>
                  <a:gd name="T18" fmla="*/ 50 w 53"/>
                  <a:gd name="T19" fmla="*/ 49 h 92"/>
                  <a:gd name="T20" fmla="*/ 53 w 53"/>
                  <a:gd name="T21" fmla="*/ 43 h 92"/>
                  <a:gd name="T22" fmla="*/ 53 w 53"/>
                  <a:gd name="T23" fmla="*/ 8 h 92"/>
                  <a:gd name="T24" fmla="*/ 45 w 53"/>
                  <a:gd name="T25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3" h="92">
                    <a:moveTo>
                      <a:pt x="45" y="0"/>
                    </a:moveTo>
                    <a:cubicBezTo>
                      <a:pt x="44" y="0"/>
                      <a:pt x="44" y="0"/>
                      <a:pt x="44" y="0"/>
                    </a:cubicBezTo>
                    <a:cubicBezTo>
                      <a:pt x="40" y="1"/>
                      <a:pt x="36" y="4"/>
                      <a:pt x="36" y="8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" y="79"/>
                      <a:pt x="3" y="79"/>
                      <a:pt x="3" y="79"/>
                    </a:cubicBezTo>
                    <a:cubicBezTo>
                      <a:pt x="0" y="82"/>
                      <a:pt x="1" y="87"/>
                      <a:pt x="4" y="90"/>
                    </a:cubicBezTo>
                    <a:cubicBezTo>
                      <a:pt x="6" y="92"/>
                      <a:pt x="8" y="92"/>
                      <a:pt x="9" y="92"/>
                    </a:cubicBezTo>
                    <a:cubicBezTo>
                      <a:pt x="12" y="92"/>
                      <a:pt x="14" y="91"/>
                      <a:pt x="16" y="90"/>
                    </a:cubicBezTo>
                    <a:cubicBezTo>
                      <a:pt x="44" y="57"/>
                      <a:pt x="44" y="57"/>
                      <a:pt x="44" y="57"/>
                    </a:cubicBezTo>
                    <a:cubicBezTo>
                      <a:pt x="50" y="49"/>
                      <a:pt x="50" y="49"/>
                      <a:pt x="50" y="49"/>
                    </a:cubicBezTo>
                    <a:cubicBezTo>
                      <a:pt x="52" y="48"/>
                      <a:pt x="53" y="45"/>
                      <a:pt x="53" y="43"/>
                    </a:cubicBezTo>
                    <a:cubicBezTo>
                      <a:pt x="53" y="8"/>
                      <a:pt x="53" y="8"/>
                      <a:pt x="53" y="8"/>
                    </a:cubicBezTo>
                    <a:cubicBezTo>
                      <a:pt x="53" y="4"/>
                      <a:pt x="49" y="0"/>
                      <a:pt x="4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21"/>
              <p:cNvSpPr>
                <a:spLocks/>
              </p:cNvSpPr>
              <p:nvPr/>
            </p:nvSpPr>
            <p:spPr bwMode="auto">
              <a:xfrm>
                <a:off x="7372351" y="3402013"/>
                <a:ext cx="166688" cy="166688"/>
              </a:xfrm>
              <a:custGeom>
                <a:avLst/>
                <a:gdLst>
                  <a:gd name="T0" fmla="*/ 16 w 73"/>
                  <a:gd name="T1" fmla="*/ 16 h 73"/>
                  <a:gd name="T2" fmla="*/ 11 w 73"/>
                  <a:gd name="T3" fmla="*/ 69 h 73"/>
                  <a:gd name="T4" fmla="*/ 22 w 73"/>
                  <a:gd name="T5" fmla="*/ 70 h 73"/>
                  <a:gd name="T6" fmla="*/ 69 w 73"/>
                  <a:gd name="T7" fmla="*/ 22 h 73"/>
                  <a:gd name="T8" fmla="*/ 68 w 73"/>
                  <a:gd name="T9" fmla="*/ 11 h 73"/>
                  <a:gd name="T10" fmla="*/ 16 w 73"/>
                  <a:gd name="T11" fmla="*/ 16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73">
                    <a:moveTo>
                      <a:pt x="16" y="16"/>
                    </a:moveTo>
                    <a:cubicBezTo>
                      <a:pt x="2" y="31"/>
                      <a:pt x="0" y="53"/>
                      <a:pt x="11" y="69"/>
                    </a:cubicBezTo>
                    <a:cubicBezTo>
                      <a:pt x="13" y="72"/>
                      <a:pt x="19" y="73"/>
                      <a:pt x="22" y="70"/>
                    </a:cubicBezTo>
                    <a:cubicBezTo>
                      <a:pt x="69" y="22"/>
                      <a:pt x="69" y="22"/>
                      <a:pt x="69" y="22"/>
                    </a:cubicBezTo>
                    <a:cubicBezTo>
                      <a:pt x="73" y="19"/>
                      <a:pt x="72" y="13"/>
                      <a:pt x="68" y="11"/>
                    </a:cubicBezTo>
                    <a:cubicBezTo>
                      <a:pt x="52" y="0"/>
                      <a:pt x="30" y="2"/>
                      <a:pt x="16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2" name="Rectangle 22"/>
            <p:cNvSpPr>
              <a:spLocks noChangeArrowheads="1"/>
            </p:cNvSpPr>
            <p:nvPr/>
          </p:nvSpPr>
          <p:spPr bwMode="auto">
            <a:xfrm>
              <a:off x="2449513" y="1784350"/>
              <a:ext cx="1438275" cy="1333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"/>
            <p:cNvSpPr>
              <a:spLocks/>
            </p:cNvSpPr>
            <p:nvPr/>
          </p:nvSpPr>
          <p:spPr bwMode="auto">
            <a:xfrm>
              <a:off x="3887788" y="1784350"/>
              <a:ext cx="554038" cy="1333500"/>
            </a:xfrm>
            <a:custGeom>
              <a:avLst/>
              <a:gdLst>
                <a:gd name="T0" fmla="*/ 0 w 349"/>
                <a:gd name="T1" fmla="*/ 840 h 840"/>
                <a:gd name="T2" fmla="*/ 0 w 349"/>
                <a:gd name="T3" fmla="*/ 0 h 840"/>
                <a:gd name="T4" fmla="*/ 349 w 349"/>
                <a:gd name="T5" fmla="*/ 126 h 840"/>
                <a:gd name="T6" fmla="*/ 349 w 349"/>
                <a:gd name="T7" fmla="*/ 840 h 840"/>
                <a:gd name="T8" fmla="*/ 0 w 349"/>
                <a:gd name="T9" fmla="*/ 840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840">
                  <a:moveTo>
                    <a:pt x="0" y="840"/>
                  </a:moveTo>
                  <a:lnTo>
                    <a:pt x="0" y="0"/>
                  </a:lnTo>
                  <a:lnTo>
                    <a:pt x="349" y="126"/>
                  </a:lnTo>
                  <a:lnTo>
                    <a:pt x="349" y="840"/>
                  </a:lnTo>
                  <a:lnTo>
                    <a:pt x="0" y="84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4"/>
            <p:cNvSpPr>
              <a:spLocks/>
            </p:cNvSpPr>
            <p:nvPr/>
          </p:nvSpPr>
          <p:spPr bwMode="auto">
            <a:xfrm>
              <a:off x="4441826" y="1985963"/>
              <a:ext cx="5086350" cy="1133475"/>
            </a:xfrm>
            <a:custGeom>
              <a:avLst/>
              <a:gdLst>
                <a:gd name="T0" fmla="*/ 2947 w 3204"/>
                <a:gd name="T1" fmla="*/ 714 h 714"/>
                <a:gd name="T2" fmla="*/ 3204 w 3204"/>
                <a:gd name="T3" fmla="*/ 357 h 714"/>
                <a:gd name="T4" fmla="*/ 2947 w 3204"/>
                <a:gd name="T5" fmla="*/ 0 h 714"/>
                <a:gd name="T6" fmla="*/ 0 w 3204"/>
                <a:gd name="T7" fmla="*/ 0 h 714"/>
                <a:gd name="T8" fmla="*/ 0 w 3204"/>
                <a:gd name="T9" fmla="*/ 714 h 714"/>
                <a:gd name="T10" fmla="*/ 2947 w 3204"/>
                <a:gd name="T11" fmla="*/ 714 h 7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04" h="714">
                  <a:moveTo>
                    <a:pt x="2947" y="714"/>
                  </a:moveTo>
                  <a:lnTo>
                    <a:pt x="3204" y="357"/>
                  </a:lnTo>
                  <a:lnTo>
                    <a:pt x="2947" y="0"/>
                  </a:lnTo>
                  <a:lnTo>
                    <a:pt x="0" y="0"/>
                  </a:lnTo>
                  <a:lnTo>
                    <a:pt x="0" y="714"/>
                  </a:lnTo>
                  <a:lnTo>
                    <a:pt x="2947" y="7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2749551" y="2035175"/>
              <a:ext cx="838200" cy="835025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7975601" y="2152650"/>
              <a:ext cx="0" cy="804863"/>
            </a:xfrm>
            <a:prstGeom prst="line">
              <a:avLst/>
            </a:prstGeom>
            <a:noFill/>
            <a:ln w="15875" cap="flat">
              <a:solidFill>
                <a:srgbClr val="F5F5F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40" name="Group 39"/>
            <p:cNvGrpSpPr/>
            <p:nvPr/>
          </p:nvGrpSpPr>
          <p:grpSpPr>
            <a:xfrm>
              <a:off x="8139113" y="2316163"/>
              <a:ext cx="709613" cy="492125"/>
              <a:chOff x="8139113" y="2316163"/>
              <a:chExt cx="709613" cy="492125"/>
            </a:xfrm>
            <a:solidFill>
              <a:schemeClr val="bg1"/>
            </a:solidFill>
          </p:grpSpPr>
          <p:sp>
            <p:nvSpPr>
              <p:cNvPr id="27" name="Freeform 27"/>
              <p:cNvSpPr>
                <a:spLocks noEditPoints="1"/>
              </p:cNvSpPr>
              <p:nvPr/>
            </p:nvSpPr>
            <p:spPr bwMode="auto">
              <a:xfrm>
                <a:off x="8204201" y="2316163"/>
                <a:ext cx="577850" cy="404813"/>
              </a:xfrm>
              <a:custGeom>
                <a:avLst/>
                <a:gdLst>
                  <a:gd name="T0" fmla="*/ 240 w 254"/>
                  <a:gd name="T1" fmla="*/ 178 h 178"/>
                  <a:gd name="T2" fmla="*/ 14 w 254"/>
                  <a:gd name="T3" fmla="*/ 178 h 178"/>
                  <a:gd name="T4" fmla="*/ 0 w 254"/>
                  <a:gd name="T5" fmla="*/ 165 h 178"/>
                  <a:gd name="T6" fmla="*/ 0 w 254"/>
                  <a:gd name="T7" fmla="*/ 14 h 178"/>
                  <a:gd name="T8" fmla="*/ 14 w 254"/>
                  <a:gd name="T9" fmla="*/ 0 h 178"/>
                  <a:gd name="T10" fmla="*/ 240 w 254"/>
                  <a:gd name="T11" fmla="*/ 0 h 178"/>
                  <a:gd name="T12" fmla="*/ 254 w 254"/>
                  <a:gd name="T13" fmla="*/ 14 h 178"/>
                  <a:gd name="T14" fmla="*/ 254 w 254"/>
                  <a:gd name="T15" fmla="*/ 165 h 178"/>
                  <a:gd name="T16" fmla="*/ 240 w 254"/>
                  <a:gd name="T17" fmla="*/ 178 h 178"/>
                  <a:gd name="T18" fmla="*/ 14 w 254"/>
                  <a:gd name="T19" fmla="*/ 12 h 178"/>
                  <a:gd name="T20" fmla="*/ 12 w 254"/>
                  <a:gd name="T21" fmla="*/ 14 h 178"/>
                  <a:gd name="T22" fmla="*/ 12 w 254"/>
                  <a:gd name="T23" fmla="*/ 165 h 178"/>
                  <a:gd name="T24" fmla="*/ 14 w 254"/>
                  <a:gd name="T25" fmla="*/ 167 h 178"/>
                  <a:gd name="T26" fmla="*/ 240 w 254"/>
                  <a:gd name="T27" fmla="*/ 167 h 178"/>
                  <a:gd name="T28" fmla="*/ 242 w 254"/>
                  <a:gd name="T29" fmla="*/ 165 h 178"/>
                  <a:gd name="T30" fmla="*/ 242 w 254"/>
                  <a:gd name="T31" fmla="*/ 14 h 178"/>
                  <a:gd name="T32" fmla="*/ 240 w 254"/>
                  <a:gd name="T33" fmla="*/ 12 h 178"/>
                  <a:gd name="T34" fmla="*/ 14 w 254"/>
                  <a:gd name="T35" fmla="*/ 12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54" h="178">
                    <a:moveTo>
                      <a:pt x="240" y="178"/>
                    </a:moveTo>
                    <a:cubicBezTo>
                      <a:pt x="14" y="178"/>
                      <a:pt x="14" y="178"/>
                      <a:pt x="14" y="178"/>
                    </a:cubicBezTo>
                    <a:cubicBezTo>
                      <a:pt x="6" y="178"/>
                      <a:pt x="0" y="172"/>
                      <a:pt x="0" y="16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7"/>
                      <a:pt x="6" y="0"/>
                      <a:pt x="14" y="0"/>
                    </a:cubicBezTo>
                    <a:cubicBezTo>
                      <a:pt x="240" y="0"/>
                      <a:pt x="240" y="0"/>
                      <a:pt x="240" y="0"/>
                    </a:cubicBezTo>
                    <a:cubicBezTo>
                      <a:pt x="248" y="0"/>
                      <a:pt x="254" y="7"/>
                      <a:pt x="254" y="14"/>
                    </a:cubicBezTo>
                    <a:cubicBezTo>
                      <a:pt x="254" y="165"/>
                      <a:pt x="254" y="165"/>
                      <a:pt x="254" y="165"/>
                    </a:cubicBezTo>
                    <a:cubicBezTo>
                      <a:pt x="254" y="172"/>
                      <a:pt x="248" y="178"/>
                      <a:pt x="240" y="178"/>
                    </a:cubicBezTo>
                    <a:close/>
                    <a:moveTo>
                      <a:pt x="14" y="12"/>
                    </a:moveTo>
                    <a:cubicBezTo>
                      <a:pt x="13" y="12"/>
                      <a:pt x="12" y="13"/>
                      <a:pt x="12" y="14"/>
                    </a:cubicBezTo>
                    <a:cubicBezTo>
                      <a:pt x="12" y="165"/>
                      <a:pt x="12" y="165"/>
                      <a:pt x="12" y="165"/>
                    </a:cubicBezTo>
                    <a:cubicBezTo>
                      <a:pt x="12" y="166"/>
                      <a:pt x="13" y="167"/>
                      <a:pt x="14" y="167"/>
                    </a:cubicBezTo>
                    <a:cubicBezTo>
                      <a:pt x="240" y="167"/>
                      <a:pt x="240" y="167"/>
                      <a:pt x="240" y="167"/>
                    </a:cubicBezTo>
                    <a:cubicBezTo>
                      <a:pt x="241" y="167"/>
                      <a:pt x="242" y="166"/>
                      <a:pt x="242" y="165"/>
                    </a:cubicBezTo>
                    <a:cubicBezTo>
                      <a:pt x="242" y="14"/>
                      <a:pt x="242" y="14"/>
                      <a:pt x="242" y="14"/>
                    </a:cubicBezTo>
                    <a:cubicBezTo>
                      <a:pt x="242" y="13"/>
                      <a:pt x="241" y="12"/>
                      <a:pt x="240" y="12"/>
                    </a:cubicBezTo>
                    <a:lnTo>
                      <a:pt x="14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" name="Freeform 28"/>
              <p:cNvSpPr>
                <a:spLocks/>
              </p:cNvSpPr>
              <p:nvPr/>
            </p:nvSpPr>
            <p:spPr bwMode="auto">
              <a:xfrm>
                <a:off x="8139113" y="2751138"/>
                <a:ext cx="709613" cy="57150"/>
              </a:xfrm>
              <a:custGeom>
                <a:avLst/>
                <a:gdLst>
                  <a:gd name="T0" fmla="*/ 304 w 312"/>
                  <a:gd name="T1" fmla="*/ 25 h 25"/>
                  <a:gd name="T2" fmla="*/ 8 w 312"/>
                  <a:gd name="T3" fmla="*/ 25 h 25"/>
                  <a:gd name="T4" fmla="*/ 0 w 312"/>
                  <a:gd name="T5" fmla="*/ 16 h 25"/>
                  <a:gd name="T6" fmla="*/ 0 w 312"/>
                  <a:gd name="T7" fmla="*/ 9 h 25"/>
                  <a:gd name="T8" fmla="*/ 8 w 312"/>
                  <a:gd name="T9" fmla="*/ 0 h 25"/>
                  <a:gd name="T10" fmla="*/ 304 w 312"/>
                  <a:gd name="T11" fmla="*/ 0 h 25"/>
                  <a:gd name="T12" fmla="*/ 312 w 312"/>
                  <a:gd name="T13" fmla="*/ 9 h 25"/>
                  <a:gd name="T14" fmla="*/ 312 w 312"/>
                  <a:gd name="T15" fmla="*/ 16 h 25"/>
                  <a:gd name="T16" fmla="*/ 304 w 312"/>
                  <a:gd name="T17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2" h="25">
                    <a:moveTo>
                      <a:pt x="304" y="25"/>
                    </a:moveTo>
                    <a:cubicBezTo>
                      <a:pt x="8" y="25"/>
                      <a:pt x="8" y="25"/>
                      <a:pt x="8" y="25"/>
                    </a:cubicBezTo>
                    <a:cubicBezTo>
                      <a:pt x="3" y="25"/>
                      <a:pt x="0" y="21"/>
                      <a:pt x="0" y="16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304" y="0"/>
                      <a:pt x="304" y="0"/>
                      <a:pt x="304" y="0"/>
                    </a:cubicBezTo>
                    <a:cubicBezTo>
                      <a:pt x="308" y="0"/>
                      <a:pt x="312" y="4"/>
                      <a:pt x="312" y="9"/>
                    </a:cubicBezTo>
                    <a:cubicBezTo>
                      <a:pt x="312" y="16"/>
                      <a:pt x="312" y="16"/>
                      <a:pt x="312" y="16"/>
                    </a:cubicBezTo>
                    <a:cubicBezTo>
                      <a:pt x="312" y="21"/>
                      <a:pt x="308" y="25"/>
                      <a:pt x="304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" name="Freeform 29"/>
              <p:cNvSpPr>
                <a:spLocks noEditPoints="1"/>
              </p:cNvSpPr>
              <p:nvPr/>
            </p:nvSpPr>
            <p:spPr bwMode="auto">
              <a:xfrm>
                <a:off x="8218488" y="2330450"/>
                <a:ext cx="550863" cy="61913"/>
              </a:xfrm>
              <a:custGeom>
                <a:avLst/>
                <a:gdLst>
                  <a:gd name="T0" fmla="*/ 234 w 242"/>
                  <a:gd name="T1" fmla="*/ 0 h 27"/>
                  <a:gd name="T2" fmla="*/ 8 w 242"/>
                  <a:gd name="T3" fmla="*/ 0 h 27"/>
                  <a:gd name="T4" fmla="*/ 0 w 242"/>
                  <a:gd name="T5" fmla="*/ 8 h 27"/>
                  <a:gd name="T6" fmla="*/ 0 w 242"/>
                  <a:gd name="T7" fmla="*/ 27 h 27"/>
                  <a:gd name="T8" fmla="*/ 242 w 242"/>
                  <a:gd name="T9" fmla="*/ 27 h 27"/>
                  <a:gd name="T10" fmla="*/ 242 w 242"/>
                  <a:gd name="T11" fmla="*/ 8 h 27"/>
                  <a:gd name="T12" fmla="*/ 234 w 242"/>
                  <a:gd name="T13" fmla="*/ 0 h 27"/>
                  <a:gd name="T14" fmla="*/ 121 w 242"/>
                  <a:gd name="T15" fmla="*/ 20 h 27"/>
                  <a:gd name="T16" fmla="*/ 114 w 242"/>
                  <a:gd name="T17" fmla="*/ 14 h 27"/>
                  <a:gd name="T18" fmla="*/ 121 w 242"/>
                  <a:gd name="T19" fmla="*/ 7 h 27"/>
                  <a:gd name="T20" fmla="*/ 127 w 242"/>
                  <a:gd name="T21" fmla="*/ 14 h 27"/>
                  <a:gd name="T22" fmla="*/ 121 w 242"/>
                  <a:gd name="T23" fmla="*/ 2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2" h="27">
                    <a:moveTo>
                      <a:pt x="234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242" y="27"/>
                      <a:pt x="242" y="27"/>
                      <a:pt x="242" y="27"/>
                    </a:cubicBezTo>
                    <a:cubicBezTo>
                      <a:pt x="242" y="8"/>
                      <a:pt x="242" y="8"/>
                      <a:pt x="242" y="8"/>
                    </a:cubicBezTo>
                    <a:cubicBezTo>
                      <a:pt x="242" y="4"/>
                      <a:pt x="238" y="0"/>
                      <a:pt x="234" y="0"/>
                    </a:cubicBezTo>
                    <a:close/>
                    <a:moveTo>
                      <a:pt x="121" y="20"/>
                    </a:moveTo>
                    <a:cubicBezTo>
                      <a:pt x="117" y="20"/>
                      <a:pt x="114" y="17"/>
                      <a:pt x="114" y="14"/>
                    </a:cubicBezTo>
                    <a:cubicBezTo>
                      <a:pt x="114" y="10"/>
                      <a:pt x="117" y="7"/>
                      <a:pt x="121" y="7"/>
                    </a:cubicBezTo>
                    <a:cubicBezTo>
                      <a:pt x="124" y="7"/>
                      <a:pt x="127" y="10"/>
                      <a:pt x="127" y="14"/>
                    </a:cubicBezTo>
                    <a:cubicBezTo>
                      <a:pt x="127" y="17"/>
                      <a:pt x="124" y="20"/>
                      <a:pt x="121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" name="Freeform 30"/>
              <p:cNvSpPr>
                <a:spLocks/>
              </p:cNvSpPr>
              <p:nvPr/>
            </p:nvSpPr>
            <p:spPr bwMode="auto">
              <a:xfrm>
                <a:off x="8607426" y="2532063"/>
                <a:ext cx="47625" cy="65088"/>
              </a:xfrm>
              <a:custGeom>
                <a:avLst/>
                <a:gdLst>
                  <a:gd name="T0" fmla="*/ 16 w 21"/>
                  <a:gd name="T1" fmla="*/ 28 h 28"/>
                  <a:gd name="T2" fmla="*/ 12 w 21"/>
                  <a:gd name="T3" fmla="*/ 25 h 28"/>
                  <a:gd name="T4" fmla="*/ 1 w 21"/>
                  <a:gd name="T5" fmla="*/ 7 h 28"/>
                  <a:gd name="T6" fmla="*/ 3 w 21"/>
                  <a:gd name="T7" fmla="*/ 1 h 28"/>
                  <a:gd name="T8" fmla="*/ 9 w 21"/>
                  <a:gd name="T9" fmla="*/ 3 h 28"/>
                  <a:gd name="T10" fmla="*/ 20 w 21"/>
                  <a:gd name="T11" fmla="*/ 21 h 28"/>
                  <a:gd name="T12" fmla="*/ 18 w 21"/>
                  <a:gd name="T13" fmla="*/ 27 h 28"/>
                  <a:gd name="T14" fmla="*/ 16 w 21"/>
                  <a:gd name="T15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" h="28">
                    <a:moveTo>
                      <a:pt x="16" y="28"/>
                    </a:moveTo>
                    <a:cubicBezTo>
                      <a:pt x="14" y="28"/>
                      <a:pt x="13" y="27"/>
                      <a:pt x="12" y="25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5"/>
                      <a:pt x="1" y="2"/>
                      <a:pt x="3" y="1"/>
                    </a:cubicBezTo>
                    <a:cubicBezTo>
                      <a:pt x="5" y="0"/>
                      <a:pt x="8" y="0"/>
                      <a:pt x="9" y="3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3"/>
                      <a:pt x="21" y="26"/>
                      <a:pt x="18" y="27"/>
                    </a:cubicBezTo>
                    <a:cubicBezTo>
                      <a:pt x="18" y="27"/>
                      <a:pt x="17" y="28"/>
                      <a:pt x="16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" name="Freeform 31"/>
              <p:cNvSpPr>
                <a:spLocks/>
              </p:cNvSpPr>
              <p:nvPr/>
            </p:nvSpPr>
            <p:spPr bwMode="auto">
              <a:xfrm>
                <a:off x="8575676" y="2473325"/>
                <a:ext cx="87313" cy="107950"/>
              </a:xfrm>
              <a:custGeom>
                <a:avLst/>
                <a:gdLst>
                  <a:gd name="T0" fmla="*/ 8 w 38"/>
                  <a:gd name="T1" fmla="*/ 44 h 47"/>
                  <a:gd name="T2" fmla="*/ 1 w 38"/>
                  <a:gd name="T3" fmla="*/ 5 h 47"/>
                  <a:gd name="T4" fmla="*/ 5 w 38"/>
                  <a:gd name="T5" fmla="*/ 2 h 47"/>
                  <a:gd name="T6" fmla="*/ 36 w 38"/>
                  <a:gd name="T7" fmla="*/ 27 h 47"/>
                  <a:gd name="T8" fmla="*/ 34 w 38"/>
                  <a:gd name="T9" fmla="*/ 32 h 47"/>
                  <a:gd name="T10" fmla="*/ 22 w 38"/>
                  <a:gd name="T11" fmla="*/ 32 h 47"/>
                  <a:gd name="T12" fmla="*/ 19 w 38"/>
                  <a:gd name="T13" fmla="*/ 33 h 47"/>
                  <a:gd name="T14" fmla="*/ 13 w 38"/>
                  <a:gd name="T15" fmla="*/ 45 h 47"/>
                  <a:gd name="T16" fmla="*/ 8 w 38"/>
                  <a:gd name="T17" fmla="*/ 44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" h="47">
                    <a:moveTo>
                      <a:pt x="8" y="44"/>
                    </a:moveTo>
                    <a:cubicBezTo>
                      <a:pt x="1" y="5"/>
                      <a:pt x="1" y="5"/>
                      <a:pt x="1" y="5"/>
                    </a:cubicBezTo>
                    <a:cubicBezTo>
                      <a:pt x="0" y="2"/>
                      <a:pt x="3" y="0"/>
                      <a:pt x="5" y="2"/>
                    </a:cubicBezTo>
                    <a:cubicBezTo>
                      <a:pt x="36" y="27"/>
                      <a:pt x="36" y="27"/>
                      <a:pt x="36" y="27"/>
                    </a:cubicBezTo>
                    <a:cubicBezTo>
                      <a:pt x="38" y="29"/>
                      <a:pt x="37" y="32"/>
                      <a:pt x="34" y="32"/>
                    </a:cubicBezTo>
                    <a:cubicBezTo>
                      <a:pt x="22" y="32"/>
                      <a:pt x="22" y="32"/>
                      <a:pt x="22" y="32"/>
                    </a:cubicBezTo>
                    <a:cubicBezTo>
                      <a:pt x="20" y="32"/>
                      <a:pt x="19" y="32"/>
                      <a:pt x="19" y="33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2" y="47"/>
                      <a:pt x="9" y="47"/>
                      <a:pt x="8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32" name="Rectangle 32"/>
            <p:cNvSpPr>
              <a:spLocks noChangeArrowheads="1"/>
            </p:cNvSpPr>
            <p:nvPr/>
          </p:nvSpPr>
          <p:spPr bwMode="auto">
            <a:xfrm>
              <a:off x="2449513" y="450850"/>
              <a:ext cx="1438275" cy="133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33"/>
            <p:cNvSpPr>
              <a:spLocks/>
            </p:cNvSpPr>
            <p:nvPr/>
          </p:nvSpPr>
          <p:spPr bwMode="auto">
            <a:xfrm>
              <a:off x="3887788" y="450850"/>
              <a:ext cx="554038" cy="1533525"/>
            </a:xfrm>
            <a:custGeom>
              <a:avLst/>
              <a:gdLst>
                <a:gd name="T0" fmla="*/ 0 w 349"/>
                <a:gd name="T1" fmla="*/ 840 h 966"/>
                <a:gd name="T2" fmla="*/ 0 w 349"/>
                <a:gd name="T3" fmla="*/ 0 h 966"/>
                <a:gd name="T4" fmla="*/ 349 w 349"/>
                <a:gd name="T5" fmla="*/ 252 h 966"/>
                <a:gd name="T6" fmla="*/ 349 w 349"/>
                <a:gd name="T7" fmla="*/ 966 h 966"/>
                <a:gd name="T8" fmla="*/ 0 w 349"/>
                <a:gd name="T9" fmla="*/ 840 h 9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966">
                  <a:moveTo>
                    <a:pt x="0" y="840"/>
                  </a:moveTo>
                  <a:lnTo>
                    <a:pt x="0" y="0"/>
                  </a:lnTo>
                  <a:lnTo>
                    <a:pt x="349" y="252"/>
                  </a:lnTo>
                  <a:lnTo>
                    <a:pt x="349" y="966"/>
                  </a:lnTo>
                  <a:lnTo>
                    <a:pt x="0" y="84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4"/>
            <p:cNvSpPr>
              <a:spLocks/>
            </p:cNvSpPr>
            <p:nvPr/>
          </p:nvSpPr>
          <p:spPr bwMode="auto">
            <a:xfrm>
              <a:off x="4441826" y="850900"/>
              <a:ext cx="4359275" cy="1135063"/>
            </a:xfrm>
            <a:custGeom>
              <a:avLst/>
              <a:gdLst>
                <a:gd name="T0" fmla="*/ 2488 w 2746"/>
                <a:gd name="T1" fmla="*/ 715 h 715"/>
                <a:gd name="T2" fmla="*/ 2746 w 2746"/>
                <a:gd name="T3" fmla="*/ 359 h 715"/>
                <a:gd name="T4" fmla="*/ 2488 w 2746"/>
                <a:gd name="T5" fmla="*/ 0 h 715"/>
                <a:gd name="T6" fmla="*/ 0 w 2746"/>
                <a:gd name="T7" fmla="*/ 0 h 715"/>
                <a:gd name="T8" fmla="*/ 0 w 2746"/>
                <a:gd name="T9" fmla="*/ 715 h 715"/>
                <a:gd name="T10" fmla="*/ 2488 w 2746"/>
                <a:gd name="T11" fmla="*/ 715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46" h="715">
                  <a:moveTo>
                    <a:pt x="2488" y="715"/>
                  </a:moveTo>
                  <a:lnTo>
                    <a:pt x="2746" y="359"/>
                  </a:lnTo>
                  <a:lnTo>
                    <a:pt x="2488" y="0"/>
                  </a:lnTo>
                  <a:lnTo>
                    <a:pt x="0" y="0"/>
                  </a:lnTo>
                  <a:lnTo>
                    <a:pt x="0" y="715"/>
                  </a:lnTo>
                  <a:lnTo>
                    <a:pt x="2488" y="7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Oval 35"/>
            <p:cNvSpPr>
              <a:spLocks noChangeArrowheads="1"/>
            </p:cNvSpPr>
            <p:nvPr/>
          </p:nvSpPr>
          <p:spPr bwMode="auto">
            <a:xfrm>
              <a:off x="2749551" y="701675"/>
              <a:ext cx="838200" cy="83502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Line 36"/>
            <p:cNvSpPr>
              <a:spLocks noChangeShapeType="1"/>
            </p:cNvSpPr>
            <p:nvPr/>
          </p:nvSpPr>
          <p:spPr bwMode="auto">
            <a:xfrm>
              <a:off x="7351713" y="1017588"/>
              <a:ext cx="0" cy="804863"/>
            </a:xfrm>
            <a:prstGeom prst="line">
              <a:avLst/>
            </a:prstGeom>
            <a:noFill/>
            <a:ln w="15875" cap="flat">
              <a:solidFill>
                <a:srgbClr val="F5F5F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37"/>
            <p:cNvSpPr>
              <a:spLocks noEditPoints="1"/>
            </p:cNvSpPr>
            <p:nvPr/>
          </p:nvSpPr>
          <p:spPr bwMode="auto">
            <a:xfrm>
              <a:off x="7581901" y="1139825"/>
              <a:ext cx="574675" cy="576263"/>
            </a:xfrm>
            <a:custGeom>
              <a:avLst/>
              <a:gdLst>
                <a:gd name="T0" fmla="*/ 127 w 253"/>
                <a:gd name="T1" fmla="*/ 0 h 253"/>
                <a:gd name="T2" fmla="*/ 0 w 253"/>
                <a:gd name="T3" fmla="*/ 127 h 253"/>
                <a:gd name="T4" fmla="*/ 127 w 253"/>
                <a:gd name="T5" fmla="*/ 253 h 253"/>
                <a:gd name="T6" fmla="*/ 253 w 253"/>
                <a:gd name="T7" fmla="*/ 127 h 253"/>
                <a:gd name="T8" fmla="*/ 127 w 253"/>
                <a:gd name="T9" fmla="*/ 0 h 253"/>
                <a:gd name="T10" fmla="*/ 161 w 253"/>
                <a:gd name="T11" fmla="*/ 176 h 253"/>
                <a:gd name="T12" fmla="*/ 134 w 253"/>
                <a:gd name="T13" fmla="*/ 188 h 253"/>
                <a:gd name="T14" fmla="*/ 134 w 253"/>
                <a:gd name="T15" fmla="*/ 206 h 253"/>
                <a:gd name="T16" fmla="*/ 127 w 253"/>
                <a:gd name="T17" fmla="*/ 206 h 253"/>
                <a:gd name="T18" fmla="*/ 119 w 253"/>
                <a:gd name="T19" fmla="*/ 206 h 253"/>
                <a:gd name="T20" fmla="*/ 119 w 253"/>
                <a:gd name="T21" fmla="*/ 188 h 253"/>
                <a:gd name="T22" fmla="*/ 83 w 253"/>
                <a:gd name="T23" fmla="*/ 154 h 253"/>
                <a:gd name="T24" fmla="*/ 106 w 253"/>
                <a:gd name="T25" fmla="*/ 148 h 253"/>
                <a:gd name="T26" fmla="*/ 127 w 253"/>
                <a:gd name="T27" fmla="*/ 167 h 253"/>
                <a:gd name="T28" fmla="*/ 128 w 253"/>
                <a:gd name="T29" fmla="*/ 167 h 253"/>
                <a:gd name="T30" fmla="*/ 140 w 253"/>
                <a:gd name="T31" fmla="*/ 163 h 253"/>
                <a:gd name="T32" fmla="*/ 144 w 253"/>
                <a:gd name="T33" fmla="*/ 153 h 253"/>
                <a:gd name="T34" fmla="*/ 140 w 253"/>
                <a:gd name="T35" fmla="*/ 144 h 253"/>
                <a:gd name="T36" fmla="*/ 127 w 253"/>
                <a:gd name="T37" fmla="*/ 138 h 253"/>
                <a:gd name="T38" fmla="*/ 122 w 253"/>
                <a:gd name="T39" fmla="*/ 136 h 253"/>
                <a:gd name="T40" fmla="*/ 103 w 253"/>
                <a:gd name="T41" fmla="*/ 127 h 253"/>
                <a:gd name="T42" fmla="*/ 92 w 253"/>
                <a:gd name="T43" fmla="*/ 116 h 253"/>
                <a:gd name="T44" fmla="*/ 87 w 253"/>
                <a:gd name="T45" fmla="*/ 98 h 253"/>
                <a:gd name="T46" fmla="*/ 95 w 253"/>
                <a:gd name="T47" fmla="*/ 74 h 253"/>
                <a:gd name="T48" fmla="*/ 119 w 253"/>
                <a:gd name="T49" fmla="*/ 62 h 253"/>
                <a:gd name="T50" fmla="*/ 119 w 253"/>
                <a:gd name="T51" fmla="*/ 48 h 253"/>
                <a:gd name="T52" fmla="*/ 127 w 253"/>
                <a:gd name="T53" fmla="*/ 48 h 253"/>
                <a:gd name="T54" fmla="*/ 134 w 253"/>
                <a:gd name="T55" fmla="*/ 48 h 253"/>
                <a:gd name="T56" fmla="*/ 134 w 253"/>
                <a:gd name="T57" fmla="*/ 62 h 253"/>
                <a:gd name="T58" fmla="*/ 167 w 253"/>
                <a:gd name="T59" fmla="*/ 90 h 253"/>
                <a:gd name="T60" fmla="*/ 146 w 253"/>
                <a:gd name="T61" fmla="*/ 98 h 253"/>
                <a:gd name="T62" fmla="*/ 128 w 253"/>
                <a:gd name="T63" fmla="*/ 81 h 253"/>
                <a:gd name="T64" fmla="*/ 127 w 253"/>
                <a:gd name="T65" fmla="*/ 81 h 253"/>
                <a:gd name="T66" fmla="*/ 117 w 253"/>
                <a:gd name="T67" fmla="*/ 85 h 253"/>
                <a:gd name="T68" fmla="*/ 114 w 253"/>
                <a:gd name="T69" fmla="*/ 94 h 253"/>
                <a:gd name="T70" fmla="*/ 117 w 253"/>
                <a:gd name="T71" fmla="*/ 103 h 253"/>
                <a:gd name="T72" fmla="*/ 127 w 253"/>
                <a:gd name="T73" fmla="*/ 108 h 253"/>
                <a:gd name="T74" fmla="*/ 133 w 253"/>
                <a:gd name="T75" fmla="*/ 110 h 253"/>
                <a:gd name="T76" fmla="*/ 154 w 253"/>
                <a:gd name="T77" fmla="*/ 120 h 253"/>
                <a:gd name="T78" fmla="*/ 166 w 253"/>
                <a:gd name="T79" fmla="*/ 132 h 253"/>
                <a:gd name="T80" fmla="*/ 171 w 253"/>
                <a:gd name="T81" fmla="*/ 150 h 253"/>
                <a:gd name="T82" fmla="*/ 161 w 253"/>
                <a:gd name="T83" fmla="*/ 176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3" h="253">
                  <a:moveTo>
                    <a:pt x="127" y="0"/>
                  </a:moveTo>
                  <a:cubicBezTo>
                    <a:pt x="57" y="0"/>
                    <a:pt x="0" y="57"/>
                    <a:pt x="0" y="127"/>
                  </a:cubicBezTo>
                  <a:cubicBezTo>
                    <a:pt x="0" y="197"/>
                    <a:pt x="57" y="253"/>
                    <a:pt x="127" y="253"/>
                  </a:cubicBezTo>
                  <a:cubicBezTo>
                    <a:pt x="197" y="253"/>
                    <a:pt x="253" y="197"/>
                    <a:pt x="253" y="127"/>
                  </a:cubicBezTo>
                  <a:cubicBezTo>
                    <a:pt x="253" y="57"/>
                    <a:pt x="197" y="0"/>
                    <a:pt x="127" y="0"/>
                  </a:cubicBezTo>
                  <a:close/>
                  <a:moveTo>
                    <a:pt x="161" y="176"/>
                  </a:moveTo>
                  <a:cubicBezTo>
                    <a:pt x="155" y="183"/>
                    <a:pt x="146" y="187"/>
                    <a:pt x="134" y="188"/>
                  </a:cubicBezTo>
                  <a:cubicBezTo>
                    <a:pt x="134" y="206"/>
                    <a:pt x="134" y="206"/>
                    <a:pt x="134" y="206"/>
                  </a:cubicBezTo>
                  <a:cubicBezTo>
                    <a:pt x="127" y="206"/>
                    <a:pt x="127" y="206"/>
                    <a:pt x="127" y="206"/>
                  </a:cubicBezTo>
                  <a:cubicBezTo>
                    <a:pt x="119" y="206"/>
                    <a:pt x="119" y="206"/>
                    <a:pt x="119" y="206"/>
                  </a:cubicBezTo>
                  <a:cubicBezTo>
                    <a:pt x="119" y="188"/>
                    <a:pt x="119" y="188"/>
                    <a:pt x="119" y="188"/>
                  </a:cubicBezTo>
                  <a:cubicBezTo>
                    <a:pt x="100" y="186"/>
                    <a:pt x="88" y="175"/>
                    <a:pt x="83" y="154"/>
                  </a:cubicBezTo>
                  <a:cubicBezTo>
                    <a:pt x="106" y="148"/>
                    <a:pt x="106" y="148"/>
                    <a:pt x="106" y="148"/>
                  </a:cubicBezTo>
                  <a:cubicBezTo>
                    <a:pt x="108" y="161"/>
                    <a:pt x="115" y="167"/>
                    <a:pt x="127" y="167"/>
                  </a:cubicBezTo>
                  <a:cubicBezTo>
                    <a:pt x="127" y="167"/>
                    <a:pt x="127" y="167"/>
                    <a:pt x="128" y="167"/>
                  </a:cubicBezTo>
                  <a:cubicBezTo>
                    <a:pt x="133" y="167"/>
                    <a:pt x="137" y="166"/>
                    <a:pt x="140" y="163"/>
                  </a:cubicBezTo>
                  <a:cubicBezTo>
                    <a:pt x="143" y="160"/>
                    <a:pt x="144" y="157"/>
                    <a:pt x="144" y="153"/>
                  </a:cubicBezTo>
                  <a:cubicBezTo>
                    <a:pt x="144" y="149"/>
                    <a:pt x="143" y="146"/>
                    <a:pt x="140" y="144"/>
                  </a:cubicBezTo>
                  <a:cubicBezTo>
                    <a:pt x="138" y="142"/>
                    <a:pt x="133" y="140"/>
                    <a:pt x="127" y="138"/>
                  </a:cubicBezTo>
                  <a:cubicBezTo>
                    <a:pt x="125" y="137"/>
                    <a:pt x="124" y="136"/>
                    <a:pt x="122" y="136"/>
                  </a:cubicBezTo>
                  <a:cubicBezTo>
                    <a:pt x="114" y="133"/>
                    <a:pt x="108" y="130"/>
                    <a:pt x="103" y="127"/>
                  </a:cubicBezTo>
                  <a:cubicBezTo>
                    <a:pt x="98" y="125"/>
                    <a:pt x="95" y="121"/>
                    <a:pt x="92" y="116"/>
                  </a:cubicBezTo>
                  <a:cubicBezTo>
                    <a:pt x="89" y="111"/>
                    <a:pt x="87" y="105"/>
                    <a:pt x="87" y="98"/>
                  </a:cubicBezTo>
                  <a:cubicBezTo>
                    <a:pt x="87" y="89"/>
                    <a:pt x="90" y="81"/>
                    <a:pt x="95" y="74"/>
                  </a:cubicBezTo>
                  <a:cubicBezTo>
                    <a:pt x="100" y="67"/>
                    <a:pt x="108" y="63"/>
                    <a:pt x="119" y="62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4" y="48"/>
                    <a:pt x="134" y="48"/>
                    <a:pt x="134" y="48"/>
                  </a:cubicBezTo>
                  <a:cubicBezTo>
                    <a:pt x="134" y="62"/>
                    <a:pt x="134" y="62"/>
                    <a:pt x="134" y="62"/>
                  </a:cubicBezTo>
                  <a:cubicBezTo>
                    <a:pt x="151" y="64"/>
                    <a:pt x="162" y="73"/>
                    <a:pt x="167" y="90"/>
                  </a:cubicBezTo>
                  <a:cubicBezTo>
                    <a:pt x="146" y="98"/>
                    <a:pt x="146" y="98"/>
                    <a:pt x="146" y="98"/>
                  </a:cubicBezTo>
                  <a:cubicBezTo>
                    <a:pt x="142" y="87"/>
                    <a:pt x="136" y="81"/>
                    <a:pt x="128" y="81"/>
                  </a:cubicBezTo>
                  <a:cubicBezTo>
                    <a:pt x="127" y="81"/>
                    <a:pt x="127" y="81"/>
                    <a:pt x="127" y="81"/>
                  </a:cubicBezTo>
                  <a:cubicBezTo>
                    <a:pt x="123" y="81"/>
                    <a:pt x="120" y="82"/>
                    <a:pt x="117" y="85"/>
                  </a:cubicBezTo>
                  <a:cubicBezTo>
                    <a:pt x="115" y="87"/>
                    <a:pt x="114" y="91"/>
                    <a:pt x="114" y="94"/>
                  </a:cubicBezTo>
                  <a:cubicBezTo>
                    <a:pt x="114" y="98"/>
                    <a:pt x="115" y="101"/>
                    <a:pt x="117" y="103"/>
                  </a:cubicBezTo>
                  <a:cubicBezTo>
                    <a:pt x="119" y="104"/>
                    <a:pt x="122" y="106"/>
                    <a:pt x="127" y="108"/>
                  </a:cubicBezTo>
                  <a:cubicBezTo>
                    <a:pt x="129" y="109"/>
                    <a:pt x="131" y="110"/>
                    <a:pt x="133" y="110"/>
                  </a:cubicBezTo>
                  <a:cubicBezTo>
                    <a:pt x="142" y="114"/>
                    <a:pt x="149" y="117"/>
                    <a:pt x="154" y="120"/>
                  </a:cubicBezTo>
                  <a:cubicBezTo>
                    <a:pt x="159" y="123"/>
                    <a:pt x="163" y="127"/>
                    <a:pt x="166" y="132"/>
                  </a:cubicBezTo>
                  <a:cubicBezTo>
                    <a:pt x="169" y="137"/>
                    <a:pt x="171" y="143"/>
                    <a:pt x="171" y="150"/>
                  </a:cubicBezTo>
                  <a:cubicBezTo>
                    <a:pt x="171" y="160"/>
                    <a:pt x="168" y="169"/>
                    <a:pt x="161" y="1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339598" y="1925495"/>
            <a:ext cx="5245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+mj-lt"/>
              </a:rPr>
              <a:t>01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46812" y="3037521"/>
            <a:ext cx="5100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+mj-lt"/>
              </a:rPr>
              <a:t>02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46812" y="4156191"/>
            <a:ext cx="5100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+mj-lt"/>
              </a:rPr>
              <a:t>03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44407" y="5274903"/>
            <a:ext cx="514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+mj-lt"/>
              </a:rPr>
              <a:t>04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355533" y="1906226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438437" y="2198668"/>
            <a:ext cx="5229579" cy="60984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been.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924167" y="2851814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007071" y="3144256"/>
            <a:ext cx="5229579" cy="60984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been.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044112" y="3809406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127016" y="4101848"/>
            <a:ext cx="5229579" cy="60984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been.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578734" y="4751817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661638" y="5044259"/>
            <a:ext cx="5229579" cy="60984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been.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113741" y="357089"/>
            <a:ext cx="39645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Infographic</a:t>
            </a:r>
            <a:r>
              <a:rPr lang="en-US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Slide</a:t>
            </a:r>
            <a:endParaRPr 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72573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>
            <a:spLocks/>
          </p:cNvSpPr>
          <p:nvPr/>
        </p:nvSpPr>
        <p:spPr bwMode="auto">
          <a:xfrm>
            <a:off x="2246313" y="2651352"/>
            <a:ext cx="1404938" cy="3114675"/>
          </a:xfrm>
          <a:custGeom>
            <a:avLst/>
            <a:gdLst>
              <a:gd name="T0" fmla="*/ 78 w 78"/>
              <a:gd name="T1" fmla="*/ 0 h 172"/>
              <a:gd name="T2" fmla="*/ 78 w 78"/>
              <a:gd name="T3" fmla="*/ 172 h 172"/>
              <a:gd name="T4" fmla="*/ 0 w 78"/>
              <a:gd name="T5" fmla="*/ 172 h 172"/>
              <a:gd name="T6" fmla="*/ 0 w 78"/>
              <a:gd name="T7" fmla="*/ 0 h 172"/>
              <a:gd name="T8" fmla="*/ 78 w 78"/>
              <a:gd name="T9" fmla="*/ 0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8" h="172">
                <a:moveTo>
                  <a:pt x="78" y="0"/>
                </a:moveTo>
                <a:cubicBezTo>
                  <a:pt x="78" y="172"/>
                  <a:pt x="78" y="172"/>
                  <a:pt x="78" y="172"/>
                </a:cubicBezTo>
                <a:cubicBezTo>
                  <a:pt x="0" y="172"/>
                  <a:pt x="0" y="172"/>
                  <a:pt x="0" y="172"/>
                </a:cubicBezTo>
                <a:cubicBezTo>
                  <a:pt x="0" y="0"/>
                  <a:pt x="0" y="0"/>
                  <a:pt x="0" y="0"/>
                </a:cubicBezTo>
                <a:cubicBezTo>
                  <a:pt x="16" y="31"/>
                  <a:pt x="61" y="31"/>
                  <a:pt x="7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4338638" y="2651352"/>
            <a:ext cx="1404938" cy="3114675"/>
          </a:xfrm>
          <a:custGeom>
            <a:avLst/>
            <a:gdLst>
              <a:gd name="T0" fmla="*/ 78 w 78"/>
              <a:gd name="T1" fmla="*/ 0 h 172"/>
              <a:gd name="T2" fmla="*/ 78 w 78"/>
              <a:gd name="T3" fmla="*/ 172 h 172"/>
              <a:gd name="T4" fmla="*/ 0 w 78"/>
              <a:gd name="T5" fmla="*/ 172 h 172"/>
              <a:gd name="T6" fmla="*/ 0 w 78"/>
              <a:gd name="T7" fmla="*/ 0 h 172"/>
              <a:gd name="T8" fmla="*/ 78 w 78"/>
              <a:gd name="T9" fmla="*/ 0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8" h="172">
                <a:moveTo>
                  <a:pt x="78" y="0"/>
                </a:moveTo>
                <a:cubicBezTo>
                  <a:pt x="78" y="172"/>
                  <a:pt x="78" y="172"/>
                  <a:pt x="78" y="172"/>
                </a:cubicBezTo>
                <a:cubicBezTo>
                  <a:pt x="0" y="172"/>
                  <a:pt x="0" y="172"/>
                  <a:pt x="0" y="172"/>
                </a:cubicBezTo>
                <a:cubicBezTo>
                  <a:pt x="0" y="0"/>
                  <a:pt x="0" y="0"/>
                  <a:pt x="0" y="0"/>
                </a:cubicBezTo>
                <a:cubicBezTo>
                  <a:pt x="16" y="31"/>
                  <a:pt x="61" y="31"/>
                  <a:pt x="7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7"/>
          <p:cNvSpPr>
            <a:spLocks/>
          </p:cNvSpPr>
          <p:nvPr/>
        </p:nvSpPr>
        <p:spPr bwMode="auto">
          <a:xfrm>
            <a:off x="6430963" y="2651352"/>
            <a:ext cx="1422400" cy="3114675"/>
          </a:xfrm>
          <a:custGeom>
            <a:avLst/>
            <a:gdLst>
              <a:gd name="T0" fmla="*/ 79 w 79"/>
              <a:gd name="T1" fmla="*/ 0 h 172"/>
              <a:gd name="T2" fmla="*/ 79 w 79"/>
              <a:gd name="T3" fmla="*/ 172 h 172"/>
              <a:gd name="T4" fmla="*/ 0 w 79"/>
              <a:gd name="T5" fmla="*/ 172 h 172"/>
              <a:gd name="T6" fmla="*/ 0 w 79"/>
              <a:gd name="T7" fmla="*/ 0 h 172"/>
              <a:gd name="T8" fmla="*/ 79 w 79"/>
              <a:gd name="T9" fmla="*/ 0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172">
                <a:moveTo>
                  <a:pt x="79" y="0"/>
                </a:moveTo>
                <a:cubicBezTo>
                  <a:pt x="79" y="172"/>
                  <a:pt x="79" y="172"/>
                  <a:pt x="79" y="172"/>
                </a:cubicBezTo>
                <a:cubicBezTo>
                  <a:pt x="0" y="172"/>
                  <a:pt x="0" y="172"/>
                  <a:pt x="0" y="172"/>
                </a:cubicBezTo>
                <a:cubicBezTo>
                  <a:pt x="0" y="0"/>
                  <a:pt x="0" y="0"/>
                  <a:pt x="0" y="0"/>
                </a:cubicBezTo>
                <a:cubicBezTo>
                  <a:pt x="17" y="31"/>
                  <a:pt x="62" y="31"/>
                  <a:pt x="7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8"/>
          <p:cNvSpPr>
            <a:spLocks/>
          </p:cNvSpPr>
          <p:nvPr/>
        </p:nvSpPr>
        <p:spPr bwMode="auto">
          <a:xfrm>
            <a:off x="8540750" y="2651352"/>
            <a:ext cx="1404938" cy="3114675"/>
          </a:xfrm>
          <a:custGeom>
            <a:avLst/>
            <a:gdLst>
              <a:gd name="T0" fmla="*/ 78 w 78"/>
              <a:gd name="T1" fmla="*/ 0 h 172"/>
              <a:gd name="T2" fmla="*/ 78 w 78"/>
              <a:gd name="T3" fmla="*/ 172 h 172"/>
              <a:gd name="T4" fmla="*/ 0 w 78"/>
              <a:gd name="T5" fmla="*/ 172 h 172"/>
              <a:gd name="T6" fmla="*/ 0 w 78"/>
              <a:gd name="T7" fmla="*/ 0 h 172"/>
              <a:gd name="T8" fmla="*/ 78 w 78"/>
              <a:gd name="T9" fmla="*/ 0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8" h="172">
                <a:moveTo>
                  <a:pt x="78" y="0"/>
                </a:moveTo>
                <a:cubicBezTo>
                  <a:pt x="78" y="172"/>
                  <a:pt x="78" y="172"/>
                  <a:pt x="78" y="172"/>
                </a:cubicBezTo>
                <a:cubicBezTo>
                  <a:pt x="0" y="172"/>
                  <a:pt x="0" y="172"/>
                  <a:pt x="0" y="172"/>
                </a:cubicBezTo>
                <a:cubicBezTo>
                  <a:pt x="0" y="0"/>
                  <a:pt x="0" y="0"/>
                  <a:pt x="0" y="0"/>
                </a:cubicBezTo>
                <a:cubicBezTo>
                  <a:pt x="17" y="31"/>
                  <a:pt x="62" y="31"/>
                  <a:pt x="7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Oval 10"/>
          <p:cNvSpPr>
            <a:spLocks noChangeArrowheads="1"/>
          </p:cNvSpPr>
          <p:nvPr/>
        </p:nvSpPr>
        <p:spPr bwMode="auto">
          <a:xfrm>
            <a:off x="2246313" y="1563914"/>
            <a:ext cx="1404938" cy="14128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Oval 11"/>
          <p:cNvSpPr>
            <a:spLocks noChangeArrowheads="1"/>
          </p:cNvSpPr>
          <p:nvPr/>
        </p:nvSpPr>
        <p:spPr bwMode="auto">
          <a:xfrm>
            <a:off x="4338638" y="1563914"/>
            <a:ext cx="1404938" cy="14128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Oval 12"/>
          <p:cNvSpPr>
            <a:spLocks noChangeArrowheads="1"/>
          </p:cNvSpPr>
          <p:nvPr/>
        </p:nvSpPr>
        <p:spPr bwMode="auto">
          <a:xfrm>
            <a:off x="6430963" y="1563914"/>
            <a:ext cx="1422400" cy="141287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Oval 13"/>
          <p:cNvSpPr>
            <a:spLocks noChangeArrowheads="1"/>
          </p:cNvSpPr>
          <p:nvPr/>
        </p:nvSpPr>
        <p:spPr bwMode="auto">
          <a:xfrm>
            <a:off x="8540750" y="1563914"/>
            <a:ext cx="1404938" cy="141287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Oval 15"/>
          <p:cNvSpPr>
            <a:spLocks noChangeArrowheads="1"/>
          </p:cNvSpPr>
          <p:nvPr/>
        </p:nvSpPr>
        <p:spPr bwMode="auto">
          <a:xfrm>
            <a:off x="2535238" y="4697639"/>
            <a:ext cx="828675" cy="81438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Oval 16"/>
          <p:cNvSpPr>
            <a:spLocks noChangeArrowheads="1"/>
          </p:cNvSpPr>
          <p:nvPr/>
        </p:nvSpPr>
        <p:spPr bwMode="auto">
          <a:xfrm>
            <a:off x="4627563" y="4697639"/>
            <a:ext cx="809625" cy="814388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Oval 17"/>
          <p:cNvSpPr>
            <a:spLocks noChangeArrowheads="1"/>
          </p:cNvSpPr>
          <p:nvPr/>
        </p:nvSpPr>
        <p:spPr bwMode="auto">
          <a:xfrm>
            <a:off x="6737350" y="4697639"/>
            <a:ext cx="809625" cy="81438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Oval 18"/>
          <p:cNvSpPr>
            <a:spLocks noChangeArrowheads="1"/>
          </p:cNvSpPr>
          <p:nvPr/>
        </p:nvSpPr>
        <p:spPr bwMode="auto">
          <a:xfrm>
            <a:off x="8847137" y="4697639"/>
            <a:ext cx="811213" cy="814388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20"/>
          <p:cNvSpPr>
            <a:spLocks noEditPoints="1"/>
          </p:cNvSpPr>
          <p:nvPr/>
        </p:nvSpPr>
        <p:spPr bwMode="auto">
          <a:xfrm>
            <a:off x="2733676" y="4915127"/>
            <a:ext cx="431800" cy="415925"/>
          </a:xfrm>
          <a:custGeom>
            <a:avLst/>
            <a:gdLst>
              <a:gd name="T0" fmla="*/ 12 w 24"/>
              <a:gd name="T1" fmla="*/ 9 h 23"/>
              <a:gd name="T2" fmla="*/ 1 w 24"/>
              <a:gd name="T3" fmla="*/ 6 h 23"/>
              <a:gd name="T4" fmla="*/ 23 w 24"/>
              <a:gd name="T5" fmla="*/ 6 h 23"/>
              <a:gd name="T6" fmla="*/ 23 w 24"/>
              <a:gd name="T7" fmla="*/ 11 h 23"/>
              <a:gd name="T8" fmla="*/ 0 w 24"/>
              <a:gd name="T9" fmla="*/ 11 h 23"/>
              <a:gd name="T10" fmla="*/ 12 w 24"/>
              <a:gd name="T11" fmla="*/ 11 h 23"/>
              <a:gd name="T12" fmla="*/ 23 w 24"/>
              <a:gd name="T13" fmla="*/ 11 h 23"/>
              <a:gd name="T14" fmla="*/ 12 w 24"/>
              <a:gd name="T15" fmla="*/ 17 h 23"/>
              <a:gd name="T16" fmla="*/ 1 w 24"/>
              <a:gd name="T17" fmla="*/ 14 h 23"/>
              <a:gd name="T18" fmla="*/ 23 w 24"/>
              <a:gd name="T19" fmla="*/ 14 h 23"/>
              <a:gd name="T20" fmla="*/ 23 w 24"/>
              <a:gd name="T21" fmla="*/ 18 h 23"/>
              <a:gd name="T22" fmla="*/ 0 w 24"/>
              <a:gd name="T23" fmla="*/ 18 h 23"/>
              <a:gd name="T24" fmla="*/ 12 w 24"/>
              <a:gd name="T25" fmla="*/ 19 h 23"/>
              <a:gd name="T26" fmla="*/ 23 w 24"/>
              <a:gd name="T27" fmla="*/ 18 h 23"/>
              <a:gd name="T28" fmla="*/ 23 w 24"/>
              <a:gd name="T29" fmla="*/ 3 h 23"/>
              <a:gd name="T30" fmla="*/ 0 w 24"/>
              <a:gd name="T31" fmla="*/ 3 h 23"/>
              <a:gd name="T32" fmla="*/ 24 w 24"/>
              <a:gd name="T33" fmla="*/ 4 h 23"/>
              <a:gd name="T34" fmla="*/ 12 w 24"/>
              <a:gd name="T35" fmla="*/ 0 h 23"/>
              <a:gd name="T36" fmla="*/ 0 w 24"/>
              <a:gd name="T37" fmla="*/ 4 h 23"/>
              <a:gd name="T38" fmla="*/ 0 w 24"/>
              <a:gd name="T39" fmla="*/ 7 h 23"/>
              <a:gd name="T40" fmla="*/ 1 w 24"/>
              <a:gd name="T41" fmla="*/ 9 h 23"/>
              <a:gd name="T42" fmla="*/ 0 w 24"/>
              <a:gd name="T43" fmla="*/ 12 h 23"/>
              <a:gd name="T44" fmla="*/ 0 w 24"/>
              <a:gd name="T45" fmla="*/ 14 h 23"/>
              <a:gd name="T46" fmla="*/ 1 w 24"/>
              <a:gd name="T47" fmla="*/ 17 h 23"/>
              <a:gd name="T48" fmla="*/ 0 w 24"/>
              <a:gd name="T49" fmla="*/ 20 h 23"/>
              <a:gd name="T50" fmla="*/ 24 w 24"/>
              <a:gd name="T51" fmla="*/ 20 h 23"/>
              <a:gd name="T52" fmla="*/ 23 w 24"/>
              <a:gd name="T53" fmla="*/ 17 h 23"/>
              <a:gd name="T54" fmla="*/ 24 w 24"/>
              <a:gd name="T55" fmla="*/ 14 h 23"/>
              <a:gd name="T56" fmla="*/ 24 w 24"/>
              <a:gd name="T57" fmla="*/ 12 h 23"/>
              <a:gd name="T58" fmla="*/ 23 w 24"/>
              <a:gd name="T59" fmla="*/ 9 h 23"/>
              <a:gd name="T60" fmla="*/ 24 w 24"/>
              <a:gd name="T61" fmla="*/ 7 h 23"/>
              <a:gd name="T62" fmla="*/ 24 w 24"/>
              <a:gd name="T63" fmla="*/ 4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4" h="23">
                <a:moveTo>
                  <a:pt x="23" y="7"/>
                </a:moveTo>
                <a:cubicBezTo>
                  <a:pt x="23" y="8"/>
                  <a:pt x="19" y="9"/>
                  <a:pt x="12" y="9"/>
                </a:cubicBezTo>
                <a:cubicBezTo>
                  <a:pt x="5" y="9"/>
                  <a:pt x="0" y="8"/>
                  <a:pt x="0" y="7"/>
                </a:cubicBezTo>
                <a:cubicBezTo>
                  <a:pt x="0" y="6"/>
                  <a:pt x="1" y="6"/>
                  <a:pt x="1" y="6"/>
                </a:cubicBezTo>
                <a:cubicBezTo>
                  <a:pt x="3" y="7"/>
                  <a:pt x="8" y="7"/>
                  <a:pt x="12" y="7"/>
                </a:cubicBezTo>
                <a:cubicBezTo>
                  <a:pt x="16" y="7"/>
                  <a:pt x="20" y="7"/>
                  <a:pt x="23" y="6"/>
                </a:cubicBezTo>
                <a:cubicBezTo>
                  <a:pt x="23" y="6"/>
                  <a:pt x="23" y="6"/>
                  <a:pt x="23" y="7"/>
                </a:cubicBezTo>
                <a:close/>
                <a:moveTo>
                  <a:pt x="23" y="11"/>
                </a:moveTo>
                <a:cubicBezTo>
                  <a:pt x="23" y="12"/>
                  <a:pt x="19" y="13"/>
                  <a:pt x="12" y="13"/>
                </a:cubicBezTo>
                <a:cubicBezTo>
                  <a:pt x="5" y="13"/>
                  <a:pt x="0" y="12"/>
                  <a:pt x="0" y="11"/>
                </a:cubicBezTo>
                <a:cubicBezTo>
                  <a:pt x="0" y="10"/>
                  <a:pt x="1" y="10"/>
                  <a:pt x="1" y="10"/>
                </a:cubicBezTo>
                <a:cubicBezTo>
                  <a:pt x="3" y="11"/>
                  <a:pt x="8" y="11"/>
                  <a:pt x="12" y="11"/>
                </a:cubicBezTo>
                <a:cubicBezTo>
                  <a:pt x="16" y="11"/>
                  <a:pt x="20" y="11"/>
                  <a:pt x="23" y="10"/>
                </a:cubicBezTo>
                <a:cubicBezTo>
                  <a:pt x="23" y="10"/>
                  <a:pt x="23" y="10"/>
                  <a:pt x="23" y="11"/>
                </a:cubicBezTo>
                <a:close/>
                <a:moveTo>
                  <a:pt x="23" y="14"/>
                </a:moveTo>
                <a:cubicBezTo>
                  <a:pt x="23" y="16"/>
                  <a:pt x="19" y="17"/>
                  <a:pt x="12" y="17"/>
                </a:cubicBezTo>
                <a:cubicBezTo>
                  <a:pt x="5" y="17"/>
                  <a:pt x="0" y="16"/>
                  <a:pt x="0" y="14"/>
                </a:cubicBezTo>
                <a:cubicBezTo>
                  <a:pt x="0" y="14"/>
                  <a:pt x="1" y="14"/>
                  <a:pt x="1" y="14"/>
                </a:cubicBezTo>
                <a:cubicBezTo>
                  <a:pt x="3" y="15"/>
                  <a:pt x="8" y="15"/>
                  <a:pt x="12" y="15"/>
                </a:cubicBezTo>
                <a:cubicBezTo>
                  <a:pt x="16" y="15"/>
                  <a:pt x="20" y="15"/>
                  <a:pt x="23" y="14"/>
                </a:cubicBezTo>
                <a:cubicBezTo>
                  <a:pt x="23" y="14"/>
                  <a:pt x="23" y="14"/>
                  <a:pt x="23" y="14"/>
                </a:cubicBezTo>
                <a:close/>
                <a:moveTo>
                  <a:pt x="23" y="18"/>
                </a:moveTo>
                <a:cubicBezTo>
                  <a:pt x="23" y="20"/>
                  <a:pt x="19" y="21"/>
                  <a:pt x="12" y="21"/>
                </a:cubicBezTo>
                <a:cubicBezTo>
                  <a:pt x="5" y="21"/>
                  <a:pt x="0" y="20"/>
                  <a:pt x="0" y="18"/>
                </a:cubicBezTo>
                <a:cubicBezTo>
                  <a:pt x="0" y="18"/>
                  <a:pt x="1" y="18"/>
                  <a:pt x="1" y="17"/>
                </a:cubicBezTo>
                <a:cubicBezTo>
                  <a:pt x="3" y="19"/>
                  <a:pt x="8" y="19"/>
                  <a:pt x="12" y="19"/>
                </a:cubicBezTo>
                <a:cubicBezTo>
                  <a:pt x="16" y="19"/>
                  <a:pt x="20" y="19"/>
                  <a:pt x="23" y="17"/>
                </a:cubicBezTo>
                <a:cubicBezTo>
                  <a:pt x="23" y="18"/>
                  <a:pt x="23" y="18"/>
                  <a:pt x="23" y="18"/>
                </a:cubicBezTo>
                <a:close/>
                <a:moveTo>
                  <a:pt x="12" y="0"/>
                </a:moveTo>
                <a:cubicBezTo>
                  <a:pt x="19" y="0"/>
                  <a:pt x="23" y="1"/>
                  <a:pt x="23" y="3"/>
                </a:cubicBezTo>
                <a:cubicBezTo>
                  <a:pt x="23" y="4"/>
                  <a:pt x="19" y="5"/>
                  <a:pt x="12" y="5"/>
                </a:cubicBezTo>
                <a:cubicBezTo>
                  <a:pt x="5" y="5"/>
                  <a:pt x="0" y="4"/>
                  <a:pt x="0" y="3"/>
                </a:cubicBezTo>
                <a:cubicBezTo>
                  <a:pt x="0" y="1"/>
                  <a:pt x="5" y="0"/>
                  <a:pt x="12" y="0"/>
                </a:cubicBezTo>
                <a:close/>
                <a:moveTo>
                  <a:pt x="24" y="4"/>
                </a:moveTo>
                <a:cubicBezTo>
                  <a:pt x="24" y="3"/>
                  <a:pt x="24" y="3"/>
                  <a:pt x="24" y="3"/>
                </a:cubicBezTo>
                <a:cubicBezTo>
                  <a:pt x="24" y="1"/>
                  <a:pt x="18" y="0"/>
                  <a:pt x="12" y="0"/>
                </a:cubicBezTo>
                <a:cubicBezTo>
                  <a:pt x="6" y="0"/>
                  <a:pt x="0" y="1"/>
                  <a:pt x="0" y="3"/>
                </a:cubicBezTo>
                <a:cubicBezTo>
                  <a:pt x="0" y="4"/>
                  <a:pt x="0" y="4"/>
                  <a:pt x="0" y="4"/>
                </a:cubicBezTo>
                <a:cubicBezTo>
                  <a:pt x="0" y="5"/>
                  <a:pt x="0" y="5"/>
                  <a:pt x="1" y="5"/>
                </a:cubicBezTo>
                <a:cubicBezTo>
                  <a:pt x="0" y="6"/>
                  <a:pt x="0" y="6"/>
                  <a:pt x="0" y="7"/>
                </a:cubicBezTo>
                <a:cubicBezTo>
                  <a:pt x="0" y="8"/>
                  <a:pt x="0" y="8"/>
                  <a:pt x="0" y="8"/>
                </a:cubicBezTo>
                <a:cubicBezTo>
                  <a:pt x="0" y="9"/>
                  <a:pt x="0" y="9"/>
                  <a:pt x="1" y="9"/>
                </a:cubicBezTo>
                <a:cubicBezTo>
                  <a:pt x="0" y="10"/>
                  <a:pt x="0" y="10"/>
                  <a:pt x="0" y="1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12"/>
                  <a:pt x="0" y="13"/>
                  <a:pt x="1" y="13"/>
                </a:cubicBezTo>
                <a:cubicBezTo>
                  <a:pt x="0" y="14"/>
                  <a:pt x="0" y="14"/>
                  <a:pt x="0" y="14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6"/>
                  <a:pt x="0" y="17"/>
                  <a:pt x="1" y="17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22"/>
                  <a:pt x="6" y="23"/>
                  <a:pt x="12" y="23"/>
                </a:cubicBezTo>
                <a:cubicBezTo>
                  <a:pt x="18" y="23"/>
                  <a:pt x="24" y="22"/>
                  <a:pt x="24" y="20"/>
                </a:cubicBezTo>
                <a:cubicBezTo>
                  <a:pt x="24" y="18"/>
                  <a:pt x="24" y="18"/>
                  <a:pt x="24" y="18"/>
                </a:cubicBezTo>
                <a:cubicBezTo>
                  <a:pt x="24" y="18"/>
                  <a:pt x="24" y="18"/>
                  <a:pt x="23" y="17"/>
                </a:cubicBezTo>
                <a:cubicBezTo>
                  <a:pt x="24" y="17"/>
                  <a:pt x="24" y="16"/>
                  <a:pt x="24" y="16"/>
                </a:cubicBezTo>
                <a:cubicBezTo>
                  <a:pt x="24" y="14"/>
                  <a:pt x="24" y="14"/>
                  <a:pt x="24" y="14"/>
                </a:cubicBezTo>
                <a:cubicBezTo>
                  <a:pt x="24" y="14"/>
                  <a:pt x="24" y="14"/>
                  <a:pt x="23" y="13"/>
                </a:cubicBezTo>
                <a:cubicBezTo>
                  <a:pt x="24" y="13"/>
                  <a:pt x="24" y="12"/>
                  <a:pt x="24" y="12"/>
                </a:cubicBezTo>
                <a:cubicBezTo>
                  <a:pt x="24" y="11"/>
                  <a:pt x="24" y="11"/>
                  <a:pt x="24" y="11"/>
                </a:cubicBezTo>
                <a:cubicBezTo>
                  <a:pt x="24" y="10"/>
                  <a:pt x="24" y="10"/>
                  <a:pt x="23" y="9"/>
                </a:cubicBezTo>
                <a:cubicBezTo>
                  <a:pt x="24" y="9"/>
                  <a:pt x="24" y="9"/>
                  <a:pt x="24" y="8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6"/>
                  <a:pt x="24" y="6"/>
                  <a:pt x="23" y="5"/>
                </a:cubicBezTo>
                <a:cubicBezTo>
                  <a:pt x="24" y="5"/>
                  <a:pt x="24" y="5"/>
                  <a:pt x="24" y="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7" name="Group 36"/>
          <p:cNvGrpSpPr/>
          <p:nvPr/>
        </p:nvGrpSpPr>
        <p:grpSpPr>
          <a:xfrm>
            <a:off x="4806951" y="4842102"/>
            <a:ext cx="468312" cy="488950"/>
            <a:chOff x="4267201" y="4421188"/>
            <a:chExt cx="468312" cy="488950"/>
          </a:xfrm>
          <a:solidFill>
            <a:schemeClr val="bg1"/>
          </a:solidFill>
        </p:grpSpPr>
        <p:sp>
          <p:nvSpPr>
            <p:cNvPr id="21" name="Freeform 21"/>
            <p:cNvSpPr>
              <a:spLocks/>
            </p:cNvSpPr>
            <p:nvPr/>
          </p:nvSpPr>
          <p:spPr bwMode="auto">
            <a:xfrm>
              <a:off x="4483101" y="4421188"/>
              <a:ext cx="19050" cy="53975"/>
            </a:xfrm>
            <a:custGeom>
              <a:avLst/>
              <a:gdLst>
                <a:gd name="T0" fmla="*/ 1 w 1"/>
                <a:gd name="T1" fmla="*/ 3 h 3"/>
                <a:gd name="T2" fmla="*/ 1 w 1"/>
                <a:gd name="T3" fmla="*/ 3 h 3"/>
                <a:gd name="T4" fmla="*/ 1 w 1"/>
                <a:gd name="T5" fmla="*/ 3 h 3"/>
                <a:gd name="T6" fmla="*/ 0 w 1"/>
                <a:gd name="T7" fmla="*/ 3 h 3"/>
                <a:gd name="T8" fmla="*/ 0 w 1"/>
                <a:gd name="T9" fmla="*/ 1 h 3"/>
                <a:gd name="T10" fmla="*/ 1 w 1"/>
                <a:gd name="T11" fmla="*/ 0 h 3"/>
                <a:gd name="T12" fmla="*/ 1 w 1"/>
                <a:gd name="T13" fmla="*/ 0 h 3"/>
                <a:gd name="T14" fmla="*/ 1 w 1"/>
                <a:gd name="T15" fmla="*/ 1 h 3"/>
                <a:gd name="T16" fmla="*/ 1 w 1"/>
                <a:gd name="T1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" h="3">
                  <a:moveTo>
                    <a:pt x="1" y="3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1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2"/>
            <p:cNvSpPr>
              <a:spLocks/>
            </p:cNvSpPr>
            <p:nvPr/>
          </p:nvSpPr>
          <p:spPr bwMode="auto">
            <a:xfrm>
              <a:off x="4321176" y="4511675"/>
              <a:ext cx="36513" cy="36513"/>
            </a:xfrm>
            <a:custGeom>
              <a:avLst/>
              <a:gdLst>
                <a:gd name="T0" fmla="*/ 2 w 2"/>
                <a:gd name="T1" fmla="*/ 1 h 2"/>
                <a:gd name="T2" fmla="*/ 2 w 2"/>
                <a:gd name="T3" fmla="*/ 2 h 2"/>
                <a:gd name="T4" fmla="*/ 2 w 2"/>
                <a:gd name="T5" fmla="*/ 2 h 2"/>
                <a:gd name="T6" fmla="*/ 1 w 2"/>
                <a:gd name="T7" fmla="*/ 2 h 2"/>
                <a:gd name="T8" fmla="*/ 0 w 2"/>
                <a:gd name="T9" fmla="*/ 0 h 2"/>
                <a:gd name="T10" fmla="*/ 0 w 2"/>
                <a:gd name="T11" fmla="*/ 0 h 2"/>
                <a:gd name="T12" fmla="*/ 0 w 2"/>
                <a:gd name="T13" fmla="*/ 0 h 2"/>
                <a:gd name="T14" fmla="*/ 0 w 2"/>
                <a:gd name="T15" fmla="*/ 0 h 2"/>
                <a:gd name="T16" fmla="*/ 2 w 2"/>
                <a:gd name="T1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1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"/>
            <p:cNvSpPr>
              <a:spLocks/>
            </p:cNvSpPr>
            <p:nvPr/>
          </p:nvSpPr>
          <p:spPr bwMode="auto">
            <a:xfrm>
              <a:off x="4267201" y="4692650"/>
              <a:ext cx="53975" cy="19050"/>
            </a:xfrm>
            <a:custGeom>
              <a:avLst/>
              <a:gdLst>
                <a:gd name="T0" fmla="*/ 2 w 3"/>
                <a:gd name="T1" fmla="*/ 0 h 1"/>
                <a:gd name="T2" fmla="*/ 3 w 3"/>
                <a:gd name="T3" fmla="*/ 0 h 1"/>
                <a:gd name="T4" fmla="*/ 3 w 3"/>
                <a:gd name="T5" fmla="*/ 0 h 1"/>
                <a:gd name="T6" fmla="*/ 2 w 3"/>
                <a:gd name="T7" fmla="*/ 1 h 1"/>
                <a:gd name="T8" fmla="*/ 0 w 3"/>
                <a:gd name="T9" fmla="*/ 1 h 1"/>
                <a:gd name="T10" fmla="*/ 0 w 3"/>
                <a:gd name="T11" fmla="*/ 0 h 1"/>
                <a:gd name="T12" fmla="*/ 0 w 3"/>
                <a:gd name="T13" fmla="*/ 0 h 1"/>
                <a:gd name="T14" fmla="*/ 0 w 3"/>
                <a:gd name="T15" fmla="*/ 0 h 1"/>
                <a:gd name="T16" fmla="*/ 2 w 3"/>
                <a:gd name="T1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1"/>
                    <a:pt x="2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4"/>
            <p:cNvSpPr>
              <a:spLocks/>
            </p:cNvSpPr>
            <p:nvPr/>
          </p:nvSpPr>
          <p:spPr bwMode="auto">
            <a:xfrm>
              <a:off x="4681538" y="4675188"/>
              <a:ext cx="53975" cy="17463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0 h 1"/>
                <a:gd name="T4" fmla="*/ 1 w 3"/>
                <a:gd name="T5" fmla="*/ 0 h 1"/>
                <a:gd name="T6" fmla="*/ 1 w 3"/>
                <a:gd name="T7" fmla="*/ 0 h 1"/>
                <a:gd name="T8" fmla="*/ 3 w 3"/>
                <a:gd name="T9" fmla="*/ 0 h 1"/>
                <a:gd name="T10" fmla="*/ 3 w 3"/>
                <a:gd name="T11" fmla="*/ 1 h 1"/>
                <a:gd name="T12" fmla="*/ 3 w 3"/>
                <a:gd name="T13" fmla="*/ 1 h 1"/>
                <a:gd name="T14" fmla="*/ 3 w 3"/>
                <a:gd name="T15" fmla="*/ 1 h 1"/>
                <a:gd name="T16" fmla="*/ 1 w 3"/>
                <a:gd name="T1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cubicBezTo>
                    <a:pt x="1" y="1"/>
                    <a:pt x="0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5"/>
            <p:cNvSpPr>
              <a:spLocks/>
            </p:cNvSpPr>
            <p:nvPr/>
          </p:nvSpPr>
          <p:spPr bwMode="auto">
            <a:xfrm>
              <a:off x="4627563" y="4494213"/>
              <a:ext cx="53975" cy="53975"/>
            </a:xfrm>
            <a:custGeom>
              <a:avLst/>
              <a:gdLst>
                <a:gd name="T0" fmla="*/ 1 w 3"/>
                <a:gd name="T1" fmla="*/ 2 h 3"/>
                <a:gd name="T2" fmla="*/ 1 w 3"/>
                <a:gd name="T3" fmla="*/ 2 h 3"/>
                <a:gd name="T4" fmla="*/ 1 w 3"/>
                <a:gd name="T5" fmla="*/ 2 h 3"/>
                <a:gd name="T6" fmla="*/ 1 w 3"/>
                <a:gd name="T7" fmla="*/ 2 h 3"/>
                <a:gd name="T8" fmla="*/ 2 w 3"/>
                <a:gd name="T9" fmla="*/ 0 h 3"/>
                <a:gd name="T10" fmla="*/ 3 w 3"/>
                <a:gd name="T11" fmla="*/ 0 h 3"/>
                <a:gd name="T12" fmla="*/ 3 w 3"/>
                <a:gd name="T13" fmla="*/ 0 h 3"/>
                <a:gd name="T14" fmla="*/ 3 w 3"/>
                <a:gd name="T15" fmla="*/ 1 h 3"/>
                <a:gd name="T16" fmla="*/ 1 w 3"/>
                <a:gd name="T1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1" y="2"/>
                  </a:moveTo>
                  <a:cubicBezTo>
                    <a:pt x="1" y="3"/>
                    <a:pt x="1" y="3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1" y="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1" y="2"/>
                    <a:pt x="1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6"/>
            <p:cNvSpPr>
              <a:spLocks noEditPoints="1"/>
            </p:cNvSpPr>
            <p:nvPr/>
          </p:nvSpPr>
          <p:spPr bwMode="auto">
            <a:xfrm>
              <a:off x="4340226" y="4494213"/>
              <a:ext cx="306388" cy="415925"/>
            </a:xfrm>
            <a:custGeom>
              <a:avLst/>
              <a:gdLst>
                <a:gd name="T0" fmla="*/ 11 w 17"/>
                <a:gd name="T1" fmla="*/ 20 h 23"/>
                <a:gd name="T2" fmla="*/ 11 w 17"/>
                <a:gd name="T3" fmla="*/ 21 h 23"/>
                <a:gd name="T4" fmla="*/ 11 w 17"/>
                <a:gd name="T5" fmla="*/ 21 h 23"/>
                <a:gd name="T6" fmla="*/ 7 w 17"/>
                <a:gd name="T7" fmla="*/ 21 h 23"/>
                <a:gd name="T8" fmla="*/ 6 w 17"/>
                <a:gd name="T9" fmla="*/ 21 h 23"/>
                <a:gd name="T10" fmla="*/ 6 w 17"/>
                <a:gd name="T11" fmla="*/ 20 h 23"/>
                <a:gd name="T12" fmla="*/ 6 w 17"/>
                <a:gd name="T13" fmla="*/ 18 h 23"/>
                <a:gd name="T14" fmla="*/ 11 w 17"/>
                <a:gd name="T15" fmla="*/ 18 h 23"/>
                <a:gd name="T16" fmla="*/ 11 w 17"/>
                <a:gd name="T17" fmla="*/ 20 h 23"/>
                <a:gd name="T18" fmla="*/ 6 w 17"/>
                <a:gd name="T19" fmla="*/ 5 h 23"/>
                <a:gd name="T20" fmla="*/ 3 w 17"/>
                <a:gd name="T21" fmla="*/ 9 h 23"/>
                <a:gd name="T22" fmla="*/ 5 w 17"/>
                <a:gd name="T23" fmla="*/ 13 h 23"/>
                <a:gd name="T24" fmla="*/ 5 w 17"/>
                <a:gd name="T25" fmla="*/ 13 h 23"/>
                <a:gd name="T26" fmla="*/ 5 w 17"/>
                <a:gd name="T27" fmla="*/ 13 h 23"/>
                <a:gd name="T28" fmla="*/ 5 w 17"/>
                <a:gd name="T29" fmla="*/ 13 h 23"/>
                <a:gd name="T30" fmla="*/ 3 w 17"/>
                <a:gd name="T31" fmla="*/ 9 h 23"/>
                <a:gd name="T32" fmla="*/ 5 w 17"/>
                <a:gd name="T33" fmla="*/ 4 h 23"/>
                <a:gd name="T34" fmla="*/ 6 w 17"/>
                <a:gd name="T35" fmla="*/ 4 h 23"/>
                <a:gd name="T36" fmla="*/ 6 w 17"/>
                <a:gd name="T37" fmla="*/ 4 h 23"/>
                <a:gd name="T38" fmla="*/ 6 w 17"/>
                <a:gd name="T39" fmla="*/ 5 h 23"/>
                <a:gd name="T40" fmla="*/ 17 w 17"/>
                <a:gd name="T41" fmla="*/ 9 h 23"/>
                <a:gd name="T42" fmla="*/ 9 w 17"/>
                <a:gd name="T43" fmla="*/ 0 h 23"/>
                <a:gd name="T44" fmla="*/ 0 w 17"/>
                <a:gd name="T45" fmla="*/ 9 h 23"/>
                <a:gd name="T46" fmla="*/ 5 w 17"/>
                <a:gd name="T47" fmla="*/ 16 h 23"/>
                <a:gd name="T48" fmla="*/ 5 w 17"/>
                <a:gd name="T49" fmla="*/ 18 h 23"/>
                <a:gd name="T50" fmla="*/ 5 w 17"/>
                <a:gd name="T51" fmla="*/ 20 h 23"/>
                <a:gd name="T52" fmla="*/ 6 w 17"/>
                <a:gd name="T53" fmla="*/ 22 h 23"/>
                <a:gd name="T54" fmla="*/ 7 w 17"/>
                <a:gd name="T55" fmla="*/ 22 h 23"/>
                <a:gd name="T56" fmla="*/ 8 w 17"/>
                <a:gd name="T57" fmla="*/ 23 h 23"/>
                <a:gd name="T58" fmla="*/ 9 w 17"/>
                <a:gd name="T59" fmla="*/ 23 h 23"/>
                <a:gd name="T60" fmla="*/ 11 w 17"/>
                <a:gd name="T61" fmla="*/ 22 h 23"/>
                <a:gd name="T62" fmla="*/ 11 w 17"/>
                <a:gd name="T63" fmla="*/ 22 h 23"/>
                <a:gd name="T64" fmla="*/ 12 w 17"/>
                <a:gd name="T65" fmla="*/ 20 h 23"/>
                <a:gd name="T66" fmla="*/ 12 w 17"/>
                <a:gd name="T67" fmla="*/ 17 h 23"/>
                <a:gd name="T68" fmla="*/ 12 w 17"/>
                <a:gd name="T69" fmla="*/ 16 h 23"/>
                <a:gd name="T70" fmla="*/ 17 w 17"/>
                <a:gd name="T71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" h="23">
                  <a:moveTo>
                    <a:pt x="11" y="20"/>
                  </a:moveTo>
                  <a:cubicBezTo>
                    <a:pt x="11" y="20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1"/>
                    <a:pt x="6" y="21"/>
                    <a:pt x="6" y="21"/>
                  </a:cubicBezTo>
                  <a:cubicBezTo>
                    <a:pt x="6" y="21"/>
                    <a:pt x="6" y="20"/>
                    <a:pt x="6" y="20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1" y="20"/>
                    <a:pt x="11" y="20"/>
                    <a:pt x="11" y="20"/>
                  </a:cubicBezTo>
                  <a:close/>
                  <a:moveTo>
                    <a:pt x="6" y="5"/>
                  </a:moveTo>
                  <a:cubicBezTo>
                    <a:pt x="4" y="5"/>
                    <a:pt x="3" y="7"/>
                    <a:pt x="3" y="9"/>
                  </a:cubicBezTo>
                  <a:cubicBezTo>
                    <a:pt x="3" y="10"/>
                    <a:pt x="4" y="12"/>
                    <a:pt x="5" y="13"/>
                  </a:cubicBezTo>
                  <a:cubicBezTo>
                    <a:pt x="5" y="13"/>
                    <a:pt x="6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2"/>
                    <a:pt x="3" y="10"/>
                    <a:pt x="3" y="9"/>
                  </a:cubicBezTo>
                  <a:cubicBezTo>
                    <a:pt x="3" y="7"/>
                    <a:pt x="4" y="5"/>
                    <a:pt x="5" y="4"/>
                  </a:cubicBezTo>
                  <a:cubicBezTo>
                    <a:pt x="5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5"/>
                  </a:cubicBezTo>
                  <a:close/>
                  <a:moveTo>
                    <a:pt x="17" y="9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2"/>
                    <a:pt x="2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21"/>
                    <a:pt x="6" y="21"/>
                    <a:pt x="6" y="22"/>
                  </a:cubicBezTo>
                  <a:cubicBezTo>
                    <a:pt x="6" y="22"/>
                    <a:pt x="7" y="22"/>
                    <a:pt x="7" y="22"/>
                  </a:cubicBezTo>
                  <a:cubicBezTo>
                    <a:pt x="7" y="23"/>
                    <a:pt x="8" y="23"/>
                    <a:pt x="8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1" y="22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2" y="21"/>
                    <a:pt x="12" y="21"/>
                    <a:pt x="12" y="20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5" y="15"/>
                    <a:pt x="17" y="12"/>
                    <a:pt x="17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953250" y="4842102"/>
            <a:ext cx="377825" cy="488950"/>
            <a:chOff x="5888038" y="4421188"/>
            <a:chExt cx="377825" cy="488950"/>
          </a:xfrm>
          <a:solidFill>
            <a:schemeClr val="bg1"/>
          </a:solidFill>
        </p:grpSpPr>
        <p:sp>
          <p:nvSpPr>
            <p:cNvPr id="27" name="Freeform 27"/>
            <p:cNvSpPr>
              <a:spLocks/>
            </p:cNvSpPr>
            <p:nvPr/>
          </p:nvSpPr>
          <p:spPr bwMode="auto">
            <a:xfrm>
              <a:off x="6049963" y="4675188"/>
              <a:ext cx="19050" cy="53975"/>
            </a:xfrm>
            <a:custGeom>
              <a:avLst/>
              <a:gdLst>
                <a:gd name="T0" fmla="*/ 0 w 1"/>
                <a:gd name="T1" fmla="*/ 1 h 3"/>
                <a:gd name="T2" fmla="*/ 1 w 1"/>
                <a:gd name="T3" fmla="*/ 3 h 3"/>
                <a:gd name="T4" fmla="*/ 1 w 1"/>
                <a:gd name="T5" fmla="*/ 0 h 3"/>
                <a:gd name="T6" fmla="*/ 0 w 1"/>
                <a:gd name="T7" fmla="*/ 1 h 3"/>
                <a:gd name="T8" fmla="*/ 0 w 1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3">
                  <a:moveTo>
                    <a:pt x="0" y="1"/>
                  </a:moveTo>
                  <a:cubicBezTo>
                    <a:pt x="0" y="2"/>
                    <a:pt x="0" y="2"/>
                    <a:pt x="1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8"/>
            <p:cNvSpPr>
              <a:spLocks/>
            </p:cNvSpPr>
            <p:nvPr/>
          </p:nvSpPr>
          <p:spPr bwMode="auto">
            <a:xfrm>
              <a:off x="6086476" y="4746625"/>
              <a:ext cx="17463" cy="55563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3 h 3"/>
                <a:gd name="T4" fmla="*/ 1 w 1"/>
                <a:gd name="T5" fmla="*/ 2 h 3"/>
                <a:gd name="T6" fmla="*/ 1 w 1"/>
                <a:gd name="T7" fmla="*/ 1 h 3"/>
                <a:gd name="T8" fmla="*/ 0 w 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1" y="3"/>
                    <a:pt x="1" y="2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1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9"/>
            <p:cNvSpPr>
              <a:spLocks/>
            </p:cNvSpPr>
            <p:nvPr/>
          </p:nvSpPr>
          <p:spPr bwMode="auto">
            <a:xfrm>
              <a:off x="5978526" y="4421188"/>
              <a:ext cx="198438" cy="90488"/>
            </a:xfrm>
            <a:custGeom>
              <a:avLst/>
              <a:gdLst>
                <a:gd name="T0" fmla="*/ 8 w 11"/>
                <a:gd name="T1" fmla="*/ 5 h 5"/>
                <a:gd name="T2" fmla="*/ 8 w 11"/>
                <a:gd name="T3" fmla="*/ 5 h 5"/>
                <a:gd name="T4" fmla="*/ 10 w 11"/>
                <a:gd name="T5" fmla="*/ 3 h 5"/>
                <a:gd name="T6" fmla="*/ 6 w 11"/>
                <a:gd name="T7" fmla="*/ 0 h 5"/>
                <a:gd name="T8" fmla="*/ 1 w 11"/>
                <a:gd name="T9" fmla="*/ 3 h 5"/>
                <a:gd name="T10" fmla="*/ 3 w 11"/>
                <a:gd name="T11" fmla="*/ 5 h 5"/>
                <a:gd name="T12" fmla="*/ 3 w 11"/>
                <a:gd name="T13" fmla="*/ 5 h 5"/>
                <a:gd name="T14" fmla="*/ 8 w 11"/>
                <a:gd name="T15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5">
                  <a:moveTo>
                    <a:pt x="8" y="5"/>
                  </a:moveTo>
                  <a:cubicBezTo>
                    <a:pt x="8" y="5"/>
                    <a:pt x="8" y="5"/>
                    <a:pt x="8" y="5"/>
                  </a:cubicBezTo>
                  <a:cubicBezTo>
                    <a:pt x="9" y="5"/>
                    <a:pt x="9" y="4"/>
                    <a:pt x="10" y="3"/>
                  </a:cubicBezTo>
                  <a:cubicBezTo>
                    <a:pt x="11" y="0"/>
                    <a:pt x="8" y="0"/>
                    <a:pt x="6" y="0"/>
                  </a:cubicBezTo>
                  <a:cubicBezTo>
                    <a:pt x="3" y="0"/>
                    <a:pt x="0" y="0"/>
                    <a:pt x="1" y="3"/>
                  </a:cubicBezTo>
                  <a:cubicBezTo>
                    <a:pt x="2" y="4"/>
                    <a:pt x="2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8" y="5"/>
                    <a:pt x="8" y="5"/>
                    <a:pt x="8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30"/>
            <p:cNvSpPr>
              <a:spLocks noEditPoints="1"/>
            </p:cNvSpPr>
            <p:nvPr/>
          </p:nvSpPr>
          <p:spPr bwMode="auto">
            <a:xfrm>
              <a:off x="5888038" y="4548188"/>
              <a:ext cx="377825" cy="361950"/>
            </a:xfrm>
            <a:custGeom>
              <a:avLst/>
              <a:gdLst>
                <a:gd name="T0" fmla="*/ 13 w 21"/>
                <a:gd name="T1" fmla="*/ 14 h 20"/>
                <a:gd name="T2" fmla="*/ 11 w 21"/>
                <a:gd name="T3" fmla="*/ 15 h 20"/>
                <a:gd name="T4" fmla="*/ 11 w 21"/>
                <a:gd name="T5" fmla="*/ 16 h 20"/>
                <a:gd name="T6" fmla="*/ 10 w 21"/>
                <a:gd name="T7" fmla="*/ 16 h 20"/>
                <a:gd name="T8" fmla="*/ 10 w 21"/>
                <a:gd name="T9" fmla="*/ 15 h 20"/>
                <a:gd name="T10" fmla="*/ 7 w 21"/>
                <a:gd name="T11" fmla="*/ 13 h 20"/>
                <a:gd name="T12" fmla="*/ 8 w 21"/>
                <a:gd name="T13" fmla="*/ 12 h 20"/>
                <a:gd name="T14" fmla="*/ 10 w 21"/>
                <a:gd name="T15" fmla="*/ 14 h 20"/>
                <a:gd name="T16" fmla="*/ 10 w 21"/>
                <a:gd name="T17" fmla="*/ 11 h 20"/>
                <a:gd name="T18" fmla="*/ 8 w 21"/>
                <a:gd name="T19" fmla="*/ 10 h 20"/>
                <a:gd name="T20" fmla="*/ 7 w 21"/>
                <a:gd name="T21" fmla="*/ 9 h 20"/>
                <a:gd name="T22" fmla="*/ 10 w 21"/>
                <a:gd name="T23" fmla="*/ 6 h 20"/>
                <a:gd name="T24" fmla="*/ 10 w 21"/>
                <a:gd name="T25" fmla="*/ 5 h 20"/>
                <a:gd name="T26" fmla="*/ 11 w 21"/>
                <a:gd name="T27" fmla="*/ 5 h 20"/>
                <a:gd name="T28" fmla="*/ 11 w 21"/>
                <a:gd name="T29" fmla="*/ 6 h 20"/>
                <a:gd name="T30" fmla="*/ 13 w 21"/>
                <a:gd name="T31" fmla="*/ 8 h 20"/>
                <a:gd name="T32" fmla="*/ 12 w 21"/>
                <a:gd name="T33" fmla="*/ 8 h 20"/>
                <a:gd name="T34" fmla="*/ 11 w 21"/>
                <a:gd name="T35" fmla="*/ 7 h 20"/>
                <a:gd name="T36" fmla="*/ 11 w 21"/>
                <a:gd name="T37" fmla="*/ 10 h 20"/>
                <a:gd name="T38" fmla="*/ 13 w 21"/>
                <a:gd name="T39" fmla="*/ 10 h 20"/>
                <a:gd name="T40" fmla="*/ 13 w 21"/>
                <a:gd name="T41" fmla="*/ 11 h 20"/>
                <a:gd name="T42" fmla="*/ 14 w 21"/>
                <a:gd name="T43" fmla="*/ 12 h 20"/>
                <a:gd name="T44" fmla="*/ 13 w 21"/>
                <a:gd name="T45" fmla="*/ 14 h 20"/>
                <a:gd name="T46" fmla="*/ 14 w 21"/>
                <a:gd name="T47" fmla="*/ 0 h 20"/>
                <a:gd name="T48" fmla="*/ 13 w 21"/>
                <a:gd name="T49" fmla="*/ 1 h 20"/>
                <a:gd name="T50" fmla="*/ 8 w 21"/>
                <a:gd name="T51" fmla="*/ 1 h 20"/>
                <a:gd name="T52" fmla="*/ 7 w 21"/>
                <a:gd name="T53" fmla="*/ 0 h 20"/>
                <a:gd name="T54" fmla="*/ 0 w 21"/>
                <a:gd name="T55" fmla="*/ 13 h 20"/>
                <a:gd name="T56" fmla="*/ 11 w 21"/>
                <a:gd name="T57" fmla="*/ 20 h 20"/>
                <a:gd name="T58" fmla="*/ 21 w 21"/>
                <a:gd name="T59" fmla="*/ 13 h 20"/>
                <a:gd name="T60" fmla="*/ 14 w 21"/>
                <a:gd name="T6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" h="20">
                  <a:moveTo>
                    <a:pt x="13" y="14"/>
                  </a:moveTo>
                  <a:cubicBezTo>
                    <a:pt x="12" y="14"/>
                    <a:pt x="12" y="15"/>
                    <a:pt x="11" y="15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8" y="15"/>
                    <a:pt x="7" y="14"/>
                    <a:pt x="7" y="13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9" y="13"/>
                    <a:pt x="9" y="14"/>
                    <a:pt x="10" y="1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9" y="11"/>
                    <a:pt x="8" y="11"/>
                    <a:pt x="8" y="10"/>
                  </a:cubicBezTo>
                  <a:cubicBezTo>
                    <a:pt x="7" y="10"/>
                    <a:pt x="7" y="9"/>
                    <a:pt x="7" y="9"/>
                  </a:cubicBezTo>
                  <a:cubicBezTo>
                    <a:pt x="7" y="7"/>
                    <a:pt x="8" y="6"/>
                    <a:pt x="10" y="6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2" y="6"/>
                    <a:pt x="13" y="7"/>
                    <a:pt x="13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8"/>
                    <a:pt x="11" y="7"/>
                    <a:pt x="11" y="7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2" y="10"/>
                    <a:pt x="12" y="10"/>
                    <a:pt x="13" y="10"/>
                  </a:cubicBezTo>
                  <a:cubicBezTo>
                    <a:pt x="13" y="10"/>
                    <a:pt x="13" y="11"/>
                    <a:pt x="13" y="11"/>
                  </a:cubicBezTo>
                  <a:cubicBezTo>
                    <a:pt x="14" y="11"/>
                    <a:pt x="14" y="12"/>
                    <a:pt x="14" y="12"/>
                  </a:cubicBezTo>
                  <a:cubicBezTo>
                    <a:pt x="14" y="13"/>
                    <a:pt x="13" y="14"/>
                    <a:pt x="13" y="14"/>
                  </a:cubicBezTo>
                  <a:close/>
                  <a:moveTo>
                    <a:pt x="14" y="0"/>
                  </a:moveTo>
                  <a:cubicBezTo>
                    <a:pt x="14" y="0"/>
                    <a:pt x="13" y="1"/>
                    <a:pt x="13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1"/>
                    <a:pt x="7" y="0"/>
                    <a:pt x="7" y="0"/>
                  </a:cubicBezTo>
                  <a:cubicBezTo>
                    <a:pt x="3" y="2"/>
                    <a:pt x="0" y="8"/>
                    <a:pt x="0" y="13"/>
                  </a:cubicBezTo>
                  <a:cubicBezTo>
                    <a:pt x="0" y="19"/>
                    <a:pt x="5" y="20"/>
                    <a:pt x="11" y="20"/>
                  </a:cubicBezTo>
                  <a:cubicBezTo>
                    <a:pt x="16" y="20"/>
                    <a:pt x="21" y="19"/>
                    <a:pt x="21" y="13"/>
                  </a:cubicBezTo>
                  <a:cubicBezTo>
                    <a:pt x="21" y="8"/>
                    <a:pt x="17" y="2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9045575" y="4842102"/>
            <a:ext cx="414337" cy="488950"/>
            <a:chOff x="7454901" y="4421188"/>
            <a:chExt cx="414337" cy="488950"/>
          </a:xfrm>
          <a:solidFill>
            <a:schemeClr val="bg1"/>
          </a:solidFill>
        </p:grpSpPr>
        <p:sp>
          <p:nvSpPr>
            <p:cNvPr id="31" name="Freeform 31"/>
            <p:cNvSpPr>
              <a:spLocks noEditPoints="1"/>
            </p:cNvSpPr>
            <p:nvPr/>
          </p:nvSpPr>
          <p:spPr bwMode="auto">
            <a:xfrm>
              <a:off x="7599363" y="4421188"/>
              <a:ext cx="125413" cy="109538"/>
            </a:xfrm>
            <a:custGeom>
              <a:avLst/>
              <a:gdLst>
                <a:gd name="T0" fmla="*/ 3 w 7"/>
                <a:gd name="T1" fmla="*/ 5 h 6"/>
                <a:gd name="T2" fmla="*/ 2 w 7"/>
                <a:gd name="T3" fmla="*/ 3 h 6"/>
                <a:gd name="T4" fmla="*/ 3 w 7"/>
                <a:gd name="T5" fmla="*/ 1 h 6"/>
                <a:gd name="T6" fmla="*/ 5 w 7"/>
                <a:gd name="T7" fmla="*/ 3 h 6"/>
                <a:gd name="T8" fmla="*/ 3 w 7"/>
                <a:gd name="T9" fmla="*/ 5 h 6"/>
                <a:gd name="T10" fmla="*/ 7 w 7"/>
                <a:gd name="T11" fmla="*/ 3 h 6"/>
                <a:gd name="T12" fmla="*/ 3 w 7"/>
                <a:gd name="T13" fmla="*/ 0 h 6"/>
                <a:gd name="T14" fmla="*/ 0 w 7"/>
                <a:gd name="T15" fmla="*/ 3 h 6"/>
                <a:gd name="T16" fmla="*/ 2 w 7"/>
                <a:gd name="T17" fmla="*/ 6 h 6"/>
                <a:gd name="T18" fmla="*/ 3 w 7"/>
                <a:gd name="T19" fmla="*/ 6 h 6"/>
                <a:gd name="T20" fmla="*/ 4 w 7"/>
                <a:gd name="T21" fmla="*/ 6 h 6"/>
                <a:gd name="T22" fmla="*/ 7 w 7"/>
                <a:gd name="T2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6">
                  <a:moveTo>
                    <a:pt x="3" y="5"/>
                  </a:moveTo>
                  <a:cubicBezTo>
                    <a:pt x="2" y="5"/>
                    <a:pt x="2" y="4"/>
                    <a:pt x="2" y="3"/>
                  </a:cubicBezTo>
                  <a:cubicBezTo>
                    <a:pt x="2" y="2"/>
                    <a:pt x="2" y="1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ubicBezTo>
                    <a:pt x="5" y="4"/>
                    <a:pt x="4" y="5"/>
                    <a:pt x="3" y="5"/>
                  </a:cubicBezTo>
                  <a:close/>
                  <a:moveTo>
                    <a:pt x="7" y="3"/>
                  </a:moveTo>
                  <a:cubicBezTo>
                    <a:pt x="7" y="1"/>
                    <a:pt x="5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2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6" y="6"/>
                    <a:pt x="7" y="4"/>
                    <a:pt x="7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32"/>
            <p:cNvSpPr>
              <a:spLocks/>
            </p:cNvSpPr>
            <p:nvPr/>
          </p:nvSpPr>
          <p:spPr bwMode="auto">
            <a:xfrm>
              <a:off x="7454901" y="4675188"/>
              <a:ext cx="71438" cy="71438"/>
            </a:xfrm>
            <a:custGeom>
              <a:avLst/>
              <a:gdLst>
                <a:gd name="T0" fmla="*/ 23 w 45"/>
                <a:gd name="T1" fmla="*/ 0 h 45"/>
                <a:gd name="T2" fmla="*/ 11 w 45"/>
                <a:gd name="T3" fmla="*/ 23 h 45"/>
                <a:gd name="T4" fmla="*/ 0 w 45"/>
                <a:gd name="T5" fmla="*/ 34 h 45"/>
                <a:gd name="T6" fmla="*/ 23 w 45"/>
                <a:gd name="T7" fmla="*/ 45 h 45"/>
                <a:gd name="T8" fmla="*/ 45 w 45"/>
                <a:gd name="T9" fmla="*/ 45 h 45"/>
                <a:gd name="T10" fmla="*/ 34 w 45"/>
                <a:gd name="T11" fmla="*/ 23 h 45"/>
                <a:gd name="T12" fmla="*/ 23 w 45"/>
                <a:gd name="T13" fmla="*/ 0 h 45"/>
                <a:gd name="T14" fmla="*/ 23 w 45"/>
                <a:gd name="T15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" h="45">
                  <a:moveTo>
                    <a:pt x="23" y="0"/>
                  </a:moveTo>
                  <a:lnTo>
                    <a:pt x="11" y="23"/>
                  </a:lnTo>
                  <a:lnTo>
                    <a:pt x="0" y="34"/>
                  </a:lnTo>
                  <a:lnTo>
                    <a:pt x="23" y="45"/>
                  </a:lnTo>
                  <a:lnTo>
                    <a:pt x="45" y="45"/>
                  </a:lnTo>
                  <a:lnTo>
                    <a:pt x="34" y="23"/>
                  </a:lnTo>
                  <a:lnTo>
                    <a:pt x="23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33"/>
            <p:cNvSpPr>
              <a:spLocks/>
            </p:cNvSpPr>
            <p:nvPr/>
          </p:nvSpPr>
          <p:spPr bwMode="auto">
            <a:xfrm>
              <a:off x="7796213" y="4675188"/>
              <a:ext cx="73025" cy="71438"/>
            </a:xfrm>
            <a:custGeom>
              <a:avLst/>
              <a:gdLst>
                <a:gd name="T0" fmla="*/ 46 w 46"/>
                <a:gd name="T1" fmla="*/ 34 h 45"/>
                <a:gd name="T2" fmla="*/ 34 w 46"/>
                <a:gd name="T3" fmla="*/ 23 h 45"/>
                <a:gd name="T4" fmla="*/ 12 w 46"/>
                <a:gd name="T5" fmla="*/ 0 h 45"/>
                <a:gd name="T6" fmla="*/ 12 w 46"/>
                <a:gd name="T7" fmla="*/ 23 h 45"/>
                <a:gd name="T8" fmla="*/ 0 w 46"/>
                <a:gd name="T9" fmla="*/ 45 h 45"/>
                <a:gd name="T10" fmla="*/ 23 w 46"/>
                <a:gd name="T11" fmla="*/ 45 h 45"/>
                <a:gd name="T12" fmla="*/ 46 w 46"/>
                <a:gd name="T13" fmla="*/ 34 h 45"/>
                <a:gd name="T14" fmla="*/ 46 w 46"/>
                <a:gd name="T15" fmla="*/ 3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" h="45">
                  <a:moveTo>
                    <a:pt x="46" y="34"/>
                  </a:moveTo>
                  <a:lnTo>
                    <a:pt x="34" y="23"/>
                  </a:lnTo>
                  <a:lnTo>
                    <a:pt x="12" y="0"/>
                  </a:lnTo>
                  <a:lnTo>
                    <a:pt x="12" y="23"/>
                  </a:lnTo>
                  <a:lnTo>
                    <a:pt x="0" y="45"/>
                  </a:lnTo>
                  <a:lnTo>
                    <a:pt x="23" y="45"/>
                  </a:lnTo>
                  <a:lnTo>
                    <a:pt x="46" y="34"/>
                  </a:lnTo>
                  <a:lnTo>
                    <a:pt x="46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4"/>
            <p:cNvSpPr>
              <a:spLocks/>
            </p:cNvSpPr>
            <p:nvPr/>
          </p:nvSpPr>
          <p:spPr bwMode="auto">
            <a:xfrm>
              <a:off x="7454901" y="4548188"/>
              <a:ext cx="395288" cy="361950"/>
            </a:xfrm>
            <a:custGeom>
              <a:avLst/>
              <a:gdLst>
                <a:gd name="T0" fmla="*/ 22 w 22"/>
                <a:gd name="T1" fmla="*/ 12 h 20"/>
                <a:gd name="T2" fmla="*/ 22 w 22"/>
                <a:gd name="T3" fmla="*/ 11 h 20"/>
                <a:gd name="T4" fmla="*/ 21 w 22"/>
                <a:gd name="T5" fmla="*/ 11 h 20"/>
                <a:gd name="T6" fmla="*/ 20 w 22"/>
                <a:gd name="T7" fmla="*/ 12 h 20"/>
                <a:gd name="T8" fmla="*/ 19 w 22"/>
                <a:gd name="T9" fmla="*/ 13 h 20"/>
                <a:gd name="T10" fmla="*/ 13 w 22"/>
                <a:gd name="T11" fmla="*/ 13 h 20"/>
                <a:gd name="T12" fmla="*/ 13 w 22"/>
                <a:gd name="T13" fmla="*/ 3 h 20"/>
                <a:gd name="T14" fmla="*/ 15 w 22"/>
                <a:gd name="T15" fmla="*/ 3 h 20"/>
                <a:gd name="T16" fmla="*/ 16 w 22"/>
                <a:gd name="T17" fmla="*/ 2 h 20"/>
                <a:gd name="T18" fmla="*/ 16 w 22"/>
                <a:gd name="T19" fmla="*/ 2 h 20"/>
                <a:gd name="T20" fmla="*/ 15 w 22"/>
                <a:gd name="T21" fmla="*/ 1 h 20"/>
                <a:gd name="T22" fmla="*/ 13 w 22"/>
                <a:gd name="T23" fmla="*/ 1 h 20"/>
                <a:gd name="T24" fmla="*/ 13 w 22"/>
                <a:gd name="T25" fmla="*/ 0 h 20"/>
                <a:gd name="T26" fmla="*/ 11 w 22"/>
                <a:gd name="T27" fmla="*/ 0 h 20"/>
                <a:gd name="T28" fmla="*/ 10 w 22"/>
                <a:gd name="T29" fmla="*/ 0 h 20"/>
                <a:gd name="T30" fmla="*/ 10 w 22"/>
                <a:gd name="T31" fmla="*/ 1 h 20"/>
                <a:gd name="T32" fmla="*/ 8 w 22"/>
                <a:gd name="T33" fmla="*/ 1 h 20"/>
                <a:gd name="T34" fmla="*/ 7 w 22"/>
                <a:gd name="T35" fmla="*/ 2 h 20"/>
                <a:gd name="T36" fmla="*/ 7 w 22"/>
                <a:gd name="T37" fmla="*/ 2 h 20"/>
                <a:gd name="T38" fmla="*/ 8 w 22"/>
                <a:gd name="T39" fmla="*/ 3 h 20"/>
                <a:gd name="T40" fmla="*/ 10 w 22"/>
                <a:gd name="T41" fmla="*/ 3 h 20"/>
                <a:gd name="T42" fmla="*/ 10 w 22"/>
                <a:gd name="T43" fmla="*/ 13 h 20"/>
                <a:gd name="T44" fmla="*/ 4 w 22"/>
                <a:gd name="T45" fmla="*/ 13 h 20"/>
                <a:gd name="T46" fmla="*/ 3 w 22"/>
                <a:gd name="T47" fmla="*/ 12 h 20"/>
                <a:gd name="T48" fmla="*/ 2 w 22"/>
                <a:gd name="T49" fmla="*/ 11 h 20"/>
                <a:gd name="T50" fmla="*/ 1 w 22"/>
                <a:gd name="T51" fmla="*/ 11 h 20"/>
                <a:gd name="T52" fmla="*/ 1 w 22"/>
                <a:gd name="T53" fmla="*/ 12 h 20"/>
                <a:gd name="T54" fmla="*/ 4 w 22"/>
                <a:gd name="T55" fmla="*/ 16 h 20"/>
                <a:gd name="T56" fmla="*/ 5 w 22"/>
                <a:gd name="T57" fmla="*/ 17 h 20"/>
                <a:gd name="T58" fmla="*/ 11 w 22"/>
                <a:gd name="T59" fmla="*/ 19 h 20"/>
                <a:gd name="T60" fmla="*/ 12 w 22"/>
                <a:gd name="T61" fmla="*/ 19 h 20"/>
                <a:gd name="T62" fmla="*/ 18 w 22"/>
                <a:gd name="T63" fmla="*/ 17 h 20"/>
                <a:gd name="T64" fmla="*/ 19 w 22"/>
                <a:gd name="T65" fmla="*/ 16 h 20"/>
                <a:gd name="T66" fmla="*/ 22 w 22"/>
                <a:gd name="T67" fmla="*/ 1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2" h="20">
                  <a:moveTo>
                    <a:pt x="22" y="12"/>
                  </a:moveTo>
                  <a:cubicBezTo>
                    <a:pt x="22" y="12"/>
                    <a:pt x="22" y="12"/>
                    <a:pt x="22" y="11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4" y="14"/>
                    <a:pt x="13" y="13"/>
                  </a:cubicBezTo>
                  <a:cubicBezTo>
                    <a:pt x="13" y="12"/>
                    <a:pt x="13" y="7"/>
                    <a:pt x="13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6" y="3"/>
                    <a:pt x="16" y="2"/>
                    <a:pt x="16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3" y="0"/>
                    <a:pt x="13" y="0"/>
                  </a:cubicBezTo>
                  <a:cubicBezTo>
                    <a:pt x="12" y="0"/>
                    <a:pt x="12" y="0"/>
                    <a:pt x="11" y="0"/>
                  </a:cubicBezTo>
                  <a:cubicBezTo>
                    <a:pt x="11" y="0"/>
                    <a:pt x="11" y="0"/>
                    <a:pt x="10" y="0"/>
                  </a:cubicBezTo>
                  <a:cubicBezTo>
                    <a:pt x="10" y="0"/>
                    <a:pt x="10" y="1"/>
                    <a:pt x="1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7" y="1"/>
                    <a:pt x="7" y="1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3"/>
                    <a:pt x="8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7"/>
                    <a:pt x="10" y="12"/>
                    <a:pt x="10" y="13"/>
                  </a:cubicBezTo>
                  <a:cubicBezTo>
                    <a:pt x="9" y="14"/>
                    <a:pt x="5" y="14"/>
                    <a:pt x="4" y="13"/>
                  </a:cubicBezTo>
                  <a:cubicBezTo>
                    <a:pt x="3" y="13"/>
                    <a:pt x="3" y="12"/>
                    <a:pt x="3" y="1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4"/>
                    <a:pt x="2" y="15"/>
                    <a:pt x="4" y="16"/>
                  </a:cubicBezTo>
                  <a:cubicBezTo>
                    <a:pt x="4" y="16"/>
                    <a:pt x="5" y="16"/>
                    <a:pt x="5" y="17"/>
                  </a:cubicBezTo>
                  <a:cubicBezTo>
                    <a:pt x="7" y="17"/>
                    <a:pt x="9" y="18"/>
                    <a:pt x="11" y="19"/>
                  </a:cubicBezTo>
                  <a:cubicBezTo>
                    <a:pt x="11" y="20"/>
                    <a:pt x="12" y="20"/>
                    <a:pt x="12" y="19"/>
                  </a:cubicBezTo>
                  <a:cubicBezTo>
                    <a:pt x="13" y="18"/>
                    <a:pt x="15" y="17"/>
                    <a:pt x="18" y="17"/>
                  </a:cubicBezTo>
                  <a:cubicBezTo>
                    <a:pt x="18" y="16"/>
                    <a:pt x="19" y="16"/>
                    <a:pt x="19" y="16"/>
                  </a:cubicBezTo>
                  <a:cubicBezTo>
                    <a:pt x="21" y="15"/>
                    <a:pt x="22" y="14"/>
                    <a:pt x="2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8692780" y="3149439"/>
            <a:ext cx="1100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+mj-lt"/>
              </a:rPr>
              <a:t>Text Here</a:t>
            </a:r>
            <a:endParaRPr lang="en-US" sz="1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50121" y="3425078"/>
            <a:ext cx="1186195" cy="120032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</a:t>
            </a:r>
            <a:r>
              <a:rPr lang="en-US" sz="1200" dirty="0" smtClean="0">
                <a:solidFill>
                  <a:schemeClr val="bg1"/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printing.</a:t>
            </a:r>
            <a:endParaRPr lang="en-US" sz="1200" dirty="0">
              <a:solidFill>
                <a:schemeClr val="bg1"/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91723" y="3149439"/>
            <a:ext cx="1100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+mj-lt"/>
              </a:rPr>
              <a:t>Text Here</a:t>
            </a:r>
            <a:endParaRPr lang="en-US" sz="1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549064" y="3425078"/>
            <a:ext cx="1186195" cy="120032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</a:t>
            </a:r>
            <a:r>
              <a:rPr lang="en-US" sz="1200" dirty="0" smtClean="0">
                <a:solidFill>
                  <a:schemeClr val="bg1"/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printing.</a:t>
            </a:r>
            <a:endParaRPr lang="en-US" sz="1200" dirty="0">
              <a:solidFill>
                <a:schemeClr val="bg1"/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448009" y="3425078"/>
            <a:ext cx="1186195" cy="120032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</a:t>
            </a:r>
            <a:r>
              <a:rPr lang="en-US" sz="1200" dirty="0" smtClean="0">
                <a:solidFill>
                  <a:schemeClr val="bg1"/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printing.</a:t>
            </a:r>
            <a:endParaRPr lang="en-US" sz="1200" dirty="0">
              <a:solidFill>
                <a:schemeClr val="bg1"/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355684" y="3425078"/>
            <a:ext cx="1186195" cy="120032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</a:t>
            </a:r>
            <a:r>
              <a:rPr lang="en-US" sz="1200" dirty="0" smtClean="0">
                <a:solidFill>
                  <a:schemeClr val="bg1"/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printing.</a:t>
            </a:r>
            <a:endParaRPr lang="en-US" sz="1200" dirty="0">
              <a:solidFill>
                <a:schemeClr val="bg1"/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490667" y="3149439"/>
            <a:ext cx="1100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+mj-lt"/>
              </a:rPr>
              <a:t>Text Here</a:t>
            </a:r>
            <a:endParaRPr lang="en-US" sz="1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41001" y="3149439"/>
            <a:ext cx="1100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+mj-lt"/>
              </a:rPr>
              <a:t>Text Here</a:t>
            </a:r>
            <a:endParaRPr lang="en-US" sz="1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584739" y="1977963"/>
            <a:ext cx="7280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latin typeface="+mj-lt"/>
              </a:rPr>
              <a:t>01</a:t>
            </a:r>
            <a:endParaRPr lang="en-US" sz="3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688285" y="1977963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latin typeface="+mj-lt"/>
              </a:rPr>
              <a:t>02</a:t>
            </a:r>
            <a:endParaRPr lang="en-US" sz="3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789340" y="1977963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latin typeface="+mj-lt"/>
              </a:rPr>
              <a:t>03</a:t>
            </a:r>
            <a:endParaRPr lang="en-US" sz="3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886389" y="1977963"/>
            <a:ext cx="7136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latin typeface="+mj-lt"/>
              </a:rPr>
              <a:t>04</a:t>
            </a:r>
            <a:endParaRPr lang="en-US" sz="3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113741" y="357089"/>
            <a:ext cx="39645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Infographic</a:t>
            </a:r>
            <a:r>
              <a:rPr lang="en-US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Slide</a:t>
            </a:r>
            <a:endParaRPr 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06019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>
            <a:spLocks/>
          </p:cNvSpPr>
          <p:nvPr/>
        </p:nvSpPr>
        <p:spPr bwMode="auto">
          <a:xfrm>
            <a:off x="1246188" y="3674156"/>
            <a:ext cx="9699625" cy="676275"/>
          </a:xfrm>
          <a:custGeom>
            <a:avLst/>
            <a:gdLst>
              <a:gd name="T0" fmla="*/ 40 w 480"/>
              <a:gd name="T1" fmla="*/ 33 h 33"/>
              <a:gd name="T2" fmla="*/ 0 w 480"/>
              <a:gd name="T3" fmla="*/ 32 h 33"/>
              <a:gd name="T4" fmla="*/ 40 w 480"/>
              <a:gd name="T5" fmla="*/ 31 h 33"/>
              <a:gd name="T6" fmla="*/ 50 w 480"/>
              <a:gd name="T7" fmla="*/ 14 h 33"/>
              <a:gd name="T8" fmla="*/ 59 w 480"/>
              <a:gd name="T9" fmla="*/ 1 h 33"/>
              <a:gd name="T10" fmla="*/ 61 w 480"/>
              <a:gd name="T11" fmla="*/ 1 h 33"/>
              <a:gd name="T12" fmla="*/ 70 w 480"/>
              <a:gd name="T13" fmla="*/ 14 h 33"/>
              <a:gd name="T14" fmla="*/ 81 w 480"/>
              <a:gd name="T15" fmla="*/ 31 h 33"/>
              <a:gd name="T16" fmla="*/ 140 w 480"/>
              <a:gd name="T17" fmla="*/ 14 h 33"/>
              <a:gd name="T18" fmla="*/ 149 w 480"/>
              <a:gd name="T19" fmla="*/ 14 h 33"/>
              <a:gd name="T20" fmla="*/ 150 w 480"/>
              <a:gd name="T21" fmla="*/ 0 h 33"/>
              <a:gd name="T22" fmla="*/ 151 w 480"/>
              <a:gd name="T23" fmla="*/ 14 h 33"/>
              <a:gd name="T24" fmla="*/ 161 w 480"/>
              <a:gd name="T25" fmla="*/ 14 h 33"/>
              <a:gd name="T26" fmla="*/ 219 w 480"/>
              <a:gd name="T27" fmla="*/ 31 h 33"/>
              <a:gd name="T28" fmla="*/ 230 w 480"/>
              <a:gd name="T29" fmla="*/ 14 h 33"/>
              <a:gd name="T30" fmla="*/ 239 w 480"/>
              <a:gd name="T31" fmla="*/ 1 h 33"/>
              <a:gd name="T32" fmla="*/ 241 w 480"/>
              <a:gd name="T33" fmla="*/ 1 h 33"/>
              <a:gd name="T34" fmla="*/ 250 w 480"/>
              <a:gd name="T35" fmla="*/ 14 h 33"/>
              <a:gd name="T36" fmla="*/ 260 w 480"/>
              <a:gd name="T37" fmla="*/ 31 h 33"/>
              <a:gd name="T38" fmla="*/ 319 w 480"/>
              <a:gd name="T39" fmla="*/ 14 h 33"/>
              <a:gd name="T40" fmla="*/ 329 w 480"/>
              <a:gd name="T41" fmla="*/ 14 h 33"/>
              <a:gd name="T42" fmla="*/ 330 w 480"/>
              <a:gd name="T43" fmla="*/ 0 h 33"/>
              <a:gd name="T44" fmla="*/ 331 w 480"/>
              <a:gd name="T45" fmla="*/ 14 h 33"/>
              <a:gd name="T46" fmla="*/ 340 w 480"/>
              <a:gd name="T47" fmla="*/ 14 h 33"/>
              <a:gd name="T48" fmla="*/ 399 w 480"/>
              <a:gd name="T49" fmla="*/ 31 h 33"/>
              <a:gd name="T50" fmla="*/ 410 w 480"/>
              <a:gd name="T51" fmla="*/ 14 h 33"/>
              <a:gd name="T52" fmla="*/ 419 w 480"/>
              <a:gd name="T53" fmla="*/ 1 h 33"/>
              <a:gd name="T54" fmla="*/ 421 w 480"/>
              <a:gd name="T55" fmla="*/ 1 h 33"/>
              <a:gd name="T56" fmla="*/ 430 w 480"/>
              <a:gd name="T57" fmla="*/ 14 h 33"/>
              <a:gd name="T58" fmla="*/ 440 w 480"/>
              <a:gd name="T59" fmla="*/ 31 h 33"/>
              <a:gd name="T60" fmla="*/ 480 w 480"/>
              <a:gd name="T61" fmla="*/ 32 h 33"/>
              <a:gd name="T62" fmla="*/ 440 w 480"/>
              <a:gd name="T63" fmla="*/ 33 h 33"/>
              <a:gd name="T64" fmla="*/ 429 w 480"/>
              <a:gd name="T65" fmla="*/ 16 h 33"/>
              <a:gd name="T66" fmla="*/ 401 w 480"/>
              <a:gd name="T67" fmla="*/ 32 h 33"/>
              <a:gd name="T68" fmla="*/ 350 w 480"/>
              <a:gd name="T69" fmla="*/ 33 h 33"/>
              <a:gd name="T70" fmla="*/ 339 w 480"/>
              <a:gd name="T71" fmla="*/ 16 h 33"/>
              <a:gd name="T72" fmla="*/ 311 w 480"/>
              <a:gd name="T73" fmla="*/ 32 h 33"/>
              <a:gd name="T74" fmla="*/ 260 w 480"/>
              <a:gd name="T75" fmla="*/ 33 h 33"/>
              <a:gd name="T76" fmla="*/ 249 w 480"/>
              <a:gd name="T77" fmla="*/ 16 h 33"/>
              <a:gd name="T78" fmla="*/ 221 w 480"/>
              <a:gd name="T79" fmla="*/ 32 h 33"/>
              <a:gd name="T80" fmla="*/ 170 w 480"/>
              <a:gd name="T81" fmla="*/ 33 h 33"/>
              <a:gd name="T82" fmla="*/ 160 w 480"/>
              <a:gd name="T83" fmla="*/ 16 h 33"/>
              <a:gd name="T84" fmla="*/ 131 w 480"/>
              <a:gd name="T85" fmla="*/ 32 h 33"/>
              <a:gd name="T86" fmla="*/ 80 w 480"/>
              <a:gd name="T87" fmla="*/ 33 h 33"/>
              <a:gd name="T88" fmla="*/ 70 w 480"/>
              <a:gd name="T89" fmla="*/ 16 h 33"/>
              <a:gd name="T90" fmla="*/ 41 w 480"/>
              <a:gd name="T91" fmla="*/ 32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480" h="33">
                <a:moveTo>
                  <a:pt x="41" y="32"/>
                </a:moveTo>
                <a:cubicBezTo>
                  <a:pt x="41" y="33"/>
                  <a:pt x="41" y="33"/>
                  <a:pt x="40" y="33"/>
                </a:cubicBezTo>
                <a:cubicBezTo>
                  <a:pt x="1" y="33"/>
                  <a:pt x="1" y="33"/>
                  <a:pt x="1" y="33"/>
                </a:cubicBezTo>
                <a:cubicBezTo>
                  <a:pt x="1" y="33"/>
                  <a:pt x="0" y="33"/>
                  <a:pt x="0" y="32"/>
                </a:cubicBezTo>
                <a:cubicBezTo>
                  <a:pt x="0" y="32"/>
                  <a:pt x="1" y="31"/>
                  <a:pt x="1" y="31"/>
                </a:cubicBezTo>
                <a:cubicBezTo>
                  <a:pt x="40" y="31"/>
                  <a:pt x="40" y="31"/>
                  <a:pt x="40" y="31"/>
                </a:cubicBezTo>
                <a:cubicBezTo>
                  <a:pt x="50" y="14"/>
                  <a:pt x="50" y="14"/>
                  <a:pt x="50" y="14"/>
                </a:cubicBezTo>
                <a:cubicBezTo>
                  <a:pt x="50" y="14"/>
                  <a:pt x="50" y="14"/>
                  <a:pt x="50" y="14"/>
                </a:cubicBezTo>
                <a:cubicBezTo>
                  <a:pt x="59" y="14"/>
                  <a:pt x="59" y="14"/>
                  <a:pt x="59" y="14"/>
                </a:cubicBezTo>
                <a:cubicBezTo>
                  <a:pt x="59" y="1"/>
                  <a:pt x="59" y="1"/>
                  <a:pt x="59" y="1"/>
                </a:cubicBezTo>
                <a:cubicBezTo>
                  <a:pt x="59" y="1"/>
                  <a:pt x="60" y="0"/>
                  <a:pt x="60" y="0"/>
                </a:cubicBezTo>
                <a:cubicBezTo>
                  <a:pt x="61" y="0"/>
                  <a:pt x="61" y="1"/>
                  <a:pt x="61" y="1"/>
                </a:cubicBezTo>
                <a:cubicBezTo>
                  <a:pt x="61" y="14"/>
                  <a:pt x="61" y="14"/>
                  <a:pt x="61" y="14"/>
                </a:cubicBezTo>
                <a:cubicBezTo>
                  <a:pt x="70" y="14"/>
                  <a:pt x="70" y="14"/>
                  <a:pt x="70" y="14"/>
                </a:cubicBezTo>
                <a:cubicBezTo>
                  <a:pt x="70" y="14"/>
                  <a:pt x="71" y="14"/>
                  <a:pt x="71" y="14"/>
                </a:cubicBezTo>
                <a:cubicBezTo>
                  <a:pt x="81" y="31"/>
                  <a:pt x="81" y="31"/>
                  <a:pt x="81" y="31"/>
                </a:cubicBezTo>
                <a:cubicBezTo>
                  <a:pt x="97" y="31"/>
                  <a:pt x="113" y="31"/>
                  <a:pt x="130" y="31"/>
                </a:cubicBezTo>
                <a:cubicBezTo>
                  <a:pt x="140" y="14"/>
                  <a:pt x="140" y="14"/>
                  <a:pt x="140" y="14"/>
                </a:cubicBezTo>
                <a:cubicBezTo>
                  <a:pt x="140" y="14"/>
                  <a:pt x="140" y="14"/>
                  <a:pt x="140" y="14"/>
                </a:cubicBezTo>
                <a:cubicBezTo>
                  <a:pt x="149" y="14"/>
                  <a:pt x="149" y="14"/>
                  <a:pt x="149" y="14"/>
                </a:cubicBezTo>
                <a:cubicBezTo>
                  <a:pt x="149" y="1"/>
                  <a:pt x="149" y="1"/>
                  <a:pt x="149" y="1"/>
                </a:cubicBezTo>
                <a:cubicBezTo>
                  <a:pt x="149" y="1"/>
                  <a:pt x="150" y="0"/>
                  <a:pt x="150" y="0"/>
                </a:cubicBezTo>
                <a:cubicBezTo>
                  <a:pt x="151" y="0"/>
                  <a:pt x="151" y="1"/>
                  <a:pt x="151" y="1"/>
                </a:cubicBezTo>
                <a:cubicBezTo>
                  <a:pt x="151" y="14"/>
                  <a:pt x="151" y="14"/>
                  <a:pt x="151" y="14"/>
                </a:cubicBezTo>
                <a:cubicBezTo>
                  <a:pt x="160" y="14"/>
                  <a:pt x="160" y="14"/>
                  <a:pt x="160" y="14"/>
                </a:cubicBezTo>
                <a:cubicBezTo>
                  <a:pt x="160" y="14"/>
                  <a:pt x="161" y="14"/>
                  <a:pt x="161" y="14"/>
                </a:cubicBezTo>
                <a:cubicBezTo>
                  <a:pt x="171" y="31"/>
                  <a:pt x="171" y="31"/>
                  <a:pt x="171" y="31"/>
                </a:cubicBezTo>
                <a:cubicBezTo>
                  <a:pt x="187" y="31"/>
                  <a:pt x="203" y="31"/>
                  <a:pt x="219" y="31"/>
                </a:cubicBezTo>
                <a:cubicBezTo>
                  <a:pt x="229" y="14"/>
                  <a:pt x="229" y="14"/>
                  <a:pt x="229" y="14"/>
                </a:cubicBezTo>
                <a:cubicBezTo>
                  <a:pt x="229" y="14"/>
                  <a:pt x="230" y="14"/>
                  <a:pt x="230" y="14"/>
                </a:cubicBezTo>
                <a:cubicBezTo>
                  <a:pt x="239" y="14"/>
                  <a:pt x="239" y="14"/>
                  <a:pt x="239" y="14"/>
                </a:cubicBezTo>
                <a:cubicBezTo>
                  <a:pt x="239" y="1"/>
                  <a:pt x="239" y="1"/>
                  <a:pt x="239" y="1"/>
                </a:cubicBezTo>
                <a:cubicBezTo>
                  <a:pt x="239" y="1"/>
                  <a:pt x="239" y="0"/>
                  <a:pt x="240" y="0"/>
                </a:cubicBezTo>
                <a:cubicBezTo>
                  <a:pt x="240" y="0"/>
                  <a:pt x="241" y="1"/>
                  <a:pt x="241" y="1"/>
                </a:cubicBezTo>
                <a:cubicBezTo>
                  <a:pt x="241" y="14"/>
                  <a:pt x="241" y="14"/>
                  <a:pt x="241" y="14"/>
                </a:cubicBezTo>
                <a:cubicBezTo>
                  <a:pt x="250" y="14"/>
                  <a:pt x="250" y="14"/>
                  <a:pt x="250" y="14"/>
                </a:cubicBezTo>
                <a:cubicBezTo>
                  <a:pt x="250" y="14"/>
                  <a:pt x="250" y="14"/>
                  <a:pt x="250" y="14"/>
                </a:cubicBezTo>
                <a:cubicBezTo>
                  <a:pt x="260" y="31"/>
                  <a:pt x="260" y="31"/>
                  <a:pt x="260" y="31"/>
                </a:cubicBezTo>
                <a:cubicBezTo>
                  <a:pt x="277" y="31"/>
                  <a:pt x="293" y="31"/>
                  <a:pt x="309" y="31"/>
                </a:cubicBezTo>
                <a:cubicBezTo>
                  <a:pt x="319" y="14"/>
                  <a:pt x="319" y="14"/>
                  <a:pt x="319" y="14"/>
                </a:cubicBezTo>
                <a:cubicBezTo>
                  <a:pt x="319" y="14"/>
                  <a:pt x="320" y="14"/>
                  <a:pt x="320" y="14"/>
                </a:cubicBezTo>
                <a:cubicBezTo>
                  <a:pt x="329" y="14"/>
                  <a:pt x="329" y="14"/>
                  <a:pt x="329" y="14"/>
                </a:cubicBezTo>
                <a:cubicBezTo>
                  <a:pt x="329" y="1"/>
                  <a:pt x="329" y="1"/>
                  <a:pt x="329" y="1"/>
                </a:cubicBezTo>
                <a:cubicBezTo>
                  <a:pt x="329" y="1"/>
                  <a:pt x="329" y="0"/>
                  <a:pt x="330" y="0"/>
                </a:cubicBezTo>
                <a:cubicBezTo>
                  <a:pt x="330" y="0"/>
                  <a:pt x="331" y="1"/>
                  <a:pt x="331" y="1"/>
                </a:cubicBezTo>
                <a:cubicBezTo>
                  <a:pt x="331" y="14"/>
                  <a:pt x="331" y="14"/>
                  <a:pt x="331" y="14"/>
                </a:cubicBezTo>
                <a:cubicBezTo>
                  <a:pt x="340" y="14"/>
                  <a:pt x="340" y="14"/>
                  <a:pt x="340" y="14"/>
                </a:cubicBezTo>
                <a:cubicBezTo>
                  <a:pt x="340" y="14"/>
                  <a:pt x="340" y="14"/>
                  <a:pt x="340" y="14"/>
                </a:cubicBezTo>
                <a:cubicBezTo>
                  <a:pt x="350" y="31"/>
                  <a:pt x="350" y="31"/>
                  <a:pt x="350" y="31"/>
                </a:cubicBezTo>
                <a:cubicBezTo>
                  <a:pt x="367" y="31"/>
                  <a:pt x="383" y="31"/>
                  <a:pt x="399" y="31"/>
                </a:cubicBezTo>
                <a:cubicBezTo>
                  <a:pt x="409" y="14"/>
                  <a:pt x="409" y="14"/>
                  <a:pt x="409" y="14"/>
                </a:cubicBezTo>
                <a:cubicBezTo>
                  <a:pt x="409" y="14"/>
                  <a:pt x="410" y="14"/>
                  <a:pt x="410" y="14"/>
                </a:cubicBezTo>
                <a:cubicBezTo>
                  <a:pt x="419" y="14"/>
                  <a:pt x="419" y="14"/>
                  <a:pt x="419" y="14"/>
                </a:cubicBezTo>
                <a:cubicBezTo>
                  <a:pt x="419" y="1"/>
                  <a:pt x="419" y="1"/>
                  <a:pt x="419" y="1"/>
                </a:cubicBezTo>
                <a:cubicBezTo>
                  <a:pt x="419" y="1"/>
                  <a:pt x="419" y="0"/>
                  <a:pt x="420" y="0"/>
                </a:cubicBezTo>
                <a:cubicBezTo>
                  <a:pt x="420" y="0"/>
                  <a:pt x="421" y="1"/>
                  <a:pt x="421" y="1"/>
                </a:cubicBezTo>
                <a:cubicBezTo>
                  <a:pt x="421" y="14"/>
                  <a:pt x="421" y="14"/>
                  <a:pt x="421" y="14"/>
                </a:cubicBezTo>
                <a:cubicBezTo>
                  <a:pt x="430" y="14"/>
                  <a:pt x="430" y="14"/>
                  <a:pt x="430" y="14"/>
                </a:cubicBezTo>
                <a:cubicBezTo>
                  <a:pt x="430" y="14"/>
                  <a:pt x="430" y="14"/>
                  <a:pt x="430" y="14"/>
                </a:cubicBezTo>
                <a:cubicBezTo>
                  <a:pt x="440" y="31"/>
                  <a:pt x="440" y="31"/>
                  <a:pt x="440" y="31"/>
                </a:cubicBezTo>
                <a:cubicBezTo>
                  <a:pt x="479" y="31"/>
                  <a:pt x="479" y="31"/>
                  <a:pt x="479" y="31"/>
                </a:cubicBezTo>
                <a:cubicBezTo>
                  <a:pt x="480" y="31"/>
                  <a:pt x="480" y="32"/>
                  <a:pt x="480" y="32"/>
                </a:cubicBezTo>
                <a:cubicBezTo>
                  <a:pt x="480" y="33"/>
                  <a:pt x="480" y="33"/>
                  <a:pt x="479" y="33"/>
                </a:cubicBezTo>
                <a:cubicBezTo>
                  <a:pt x="440" y="33"/>
                  <a:pt x="440" y="33"/>
                  <a:pt x="440" y="33"/>
                </a:cubicBezTo>
                <a:cubicBezTo>
                  <a:pt x="439" y="33"/>
                  <a:pt x="439" y="33"/>
                  <a:pt x="439" y="32"/>
                </a:cubicBezTo>
                <a:cubicBezTo>
                  <a:pt x="429" y="16"/>
                  <a:pt x="429" y="16"/>
                  <a:pt x="429" y="16"/>
                </a:cubicBezTo>
                <a:cubicBezTo>
                  <a:pt x="423" y="16"/>
                  <a:pt x="417" y="16"/>
                  <a:pt x="411" y="16"/>
                </a:cubicBezTo>
                <a:cubicBezTo>
                  <a:pt x="401" y="32"/>
                  <a:pt x="401" y="32"/>
                  <a:pt x="401" y="32"/>
                </a:cubicBezTo>
                <a:cubicBezTo>
                  <a:pt x="401" y="33"/>
                  <a:pt x="400" y="33"/>
                  <a:pt x="400" y="33"/>
                </a:cubicBezTo>
                <a:cubicBezTo>
                  <a:pt x="383" y="33"/>
                  <a:pt x="366" y="33"/>
                  <a:pt x="350" y="33"/>
                </a:cubicBezTo>
                <a:cubicBezTo>
                  <a:pt x="349" y="33"/>
                  <a:pt x="349" y="33"/>
                  <a:pt x="349" y="32"/>
                </a:cubicBezTo>
                <a:cubicBezTo>
                  <a:pt x="339" y="16"/>
                  <a:pt x="339" y="16"/>
                  <a:pt x="339" y="16"/>
                </a:cubicBezTo>
                <a:cubicBezTo>
                  <a:pt x="333" y="16"/>
                  <a:pt x="327" y="16"/>
                  <a:pt x="321" y="16"/>
                </a:cubicBezTo>
                <a:cubicBezTo>
                  <a:pt x="311" y="32"/>
                  <a:pt x="311" y="32"/>
                  <a:pt x="311" y="32"/>
                </a:cubicBezTo>
                <a:cubicBezTo>
                  <a:pt x="311" y="33"/>
                  <a:pt x="310" y="33"/>
                  <a:pt x="310" y="33"/>
                </a:cubicBezTo>
                <a:cubicBezTo>
                  <a:pt x="293" y="33"/>
                  <a:pt x="276" y="33"/>
                  <a:pt x="260" y="33"/>
                </a:cubicBezTo>
                <a:cubicBezTo>
                  <a:pt x="259" y="33"/>
                  <a:pt x="259" y="33"/>
                  <a:pt x="259" y="32"/>
                </a:cubicBezTo>
                <a:cubicBezTo>
                  <a:pt x="249" y="16"/>
                  <a:pt x="249" y="16"/>
                  <a:pt x="249" y="16"/>
                </a:cubicBezTo>
                <a:cubicBezTo>
                  <a:pt x="243" y="16"/>
                  <a:pt x="237" y="16"/>
                  <a:pt x="231" y="16"/>
                </a:cubicBezTo>
                <a:cubicBezTo>
                  <a:pt x="221" y="32"/>
                  <a:pt x="221" y="32"/>
                  <a:pt x="221" y="32"/>
                </a:cubicBezTo>
                <a:cubicBezTo>
                  <a:pt x="221" y="33"/>
                  <a:pt x="220" y="33"/>
                  <a:pt x="220" y="33"/>
                </a:cubicBezTo>
                <a:cubicBezTo>
                  <a:pt x="203" y="33"/>
                  <a:pt x="187" y="33"/>
                  <a:pt x="170" y="33"/>
                </a:cubicBezTo>
                <a:cubicBezTo>
                  <a:pt x="170" y="33"/>
                  <a:pt x="169" y="33"/>
                  <a:pt x="169" y="32"/>
                </a:cubicBezTo>
                <a:cubicBezTo>
                  <a:pt x="160" y="16"/>
                  <a:pt x="160" y="16"/>
                  <a:pt x="160" y="16"/>
                </a:cubicBezTo>
                <a:cubicBezTo>
                  <a:pt x="153" y="16"/>
                  <a:pt x="147" y="16"/>
                  <a:pt x="141" y="16"/>
                </a:cubicBezTo>
                <a:cubicBezTo>
                  <a:pt x="131" y="32"/>
                  <a:pt x="131" y="32"/>
                  <a:pt x="131" y="32"/>
                </a:cubicBezTo>
                <a:cubicBezTo>
                  <a:pt x="131" y="33"/>
                  <a:pt x="131" y="33"/>
                  <a:pt x="130" y="33"/>
                </a:cubicBezTo>
                <a:cubicBezTo>
                  <a:pt x="114" y="33"/>
                  <a:pt x="97" y="33"/>
                  <a:pt x="80" y="33"/>
                </a:cubicBezTo>
                <a:cubicBezTo>
                  <a:pt x="80" y="33"/>
                  <a:pt x="79" y="33"/>
                  <a:pt x="79" y="32"/>
                </a:cubicBezTo>
                <a:cubicBezTo>
                  <a:pt x="70" y="16"/>
                  <a:pt x="70" y="16"/>
                  <a:pt x="70" y="16"/>
                </a:cubicBezTo>
                <a:cubicBezTo>
                  <a:pt x="63" y="16"/>
                  <a:pt x="57" y="16"/>
                  <a:pt x="51" y="16"/>
                </a:cubicBezTo>
                <a:cubicBezTo>
                  <a:pt x="41" y="32"/>
                  <a:pt x="41" y="32"/>
                  <a:pt x="41" y="32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reeform 6"/>
          <p:cNvSpPr>
            <a:spLocks noEditPoints="1"/>
          </p:cNvSpPr>
          <p:nvPr/>
        </p:nvSpPr>
        <p:spPr bwMode="auto">
          <a:xfrm>
            <a:off x="1387475" y="1623106"/>
            <a:ext cx="2162175" cy="1927225"/>
          </a:xfrm>
          <a:custGeom>
            <a:avLst/>
            <a:gdLst>
              <a:gd name="T0" fmla="*/ 79 w 107"/>
              <a:gd name="T1" fmla="*/ 0 h 94"/>
              <a:gd name="T2" fmla="*/ 81 w 107"/>
              <a:gd name="T3" fmla="*/ 2 h 94"/>
              <a:gd name="T4" fmla="*/ 107 w 107"/>
              <a:gd name="T5" fmla="*/ 46 h 94"/>
              <a:gd name="T6" fmla="*/ 107 w 107"/>
              <a:gd name="T7" fmla="*/ 48 h 94"/>
              <a:gd name="T8" fmla="*/ 81 w 107"/>
              <a:gd name="T9" fmla="*/ 92 h 94"/>
              <a:gd name="T10" fmla="*/ 79 w 107"/>
              <a:gd name="T11" fmla="*/ 94 h 94"/>
              <a:gd name="T12" fmla="*/ 28 w 107"/>
              <a:gd name="T13" fmla="*/ 94 h 94"/>
              <a:gd name="T14" fmla="*/ 26 w 107"/>
              <a:gd name="T15" fmla="*/ 92 h 94"/>
              <a:gd name="T16" fmla="*/ 0 w 107"/>
              <a:gd name="T17" fmla="*/ 48 h 94"/>
              <a:gd name="T18" fmla="*/ 0 w 107"/>
              <a:gd name="T19" fmla="*/ 45 h 94"/>
              <a:gd name="T20" fmla="*/ 26 w 107"/>
              <a:gd name="T21" fmla="*/ 2 h 94"/>
              <a:gd name="T22" fmla="*/ 28 w 107"/>
              <a:gd name="T23" fmla="*/ 0 h 94"/>
              <a:gd name="T24" fmla="*/ 79 w 107"/>
              <a:gd name="T25" fmla="*/ 0 h 94"/>
              <a:gd name="T26" fmla="*/ 77 w 107"/>
              <a:gd name="T27" fmla="*/ 6 h 94"/>
              <a:gd name="T28" fmla="*/ 30 w 107"/>
              <a:gd name="T29" fmla="*/ 6 h 94"/>
              <a:gd name="T30" fmla="*/ 6 w 107"/>
              <a:gd name="T31" fmla="*/ 47 h 94"/>
              <a:gd name="T32" fmla="*/ 30 w 107"/>
              <a:gd name="T33" fmla="*/ 88 h 94"/>
              <a:gd name="T34" fmla="*/ 77 w 107"/>
              <a:gd name="T35" fmla="*/ 88 h 94"/>
              <a:gd name="T36" fmla="*/ 101 w 107"/>
              <a:gd name="T37" fmla="*/ 47 h 94"/>
              <a:gd name="T38" fmla="*/ 77 w 107"/>
              <a:gd name="T39" fmla="*/ 6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07" h="94">
                <a:moveTo>
                  <a:pt x="79" y="0"/>
                </a:moveTo>
                <a:cubicBezTo>
                  <a:pt x="80" y="0"/>
                  <a:pt x="81" y="1"/>
                  <a:pt x="81" y="2"/>
                </a:cubicBezTo>
                <a:cubicBezTo>
                  <a:pt x="107" y="46"/>
                  <a:pt x="107" y="46"/>
                  <a:pt x="107" y="46"/>
                </a:cubicBezTo>
                <a:cubicBezTo>
                  <a:pt x="107" y="46"/>
                  <a:pt x="107" y="47"/>
                  <a:pt x="107" y="48"/>
                </a:cubicBezTo>
                <a:cubicBezTo>
                  <a:pt x="81" y="92"/>
                  <a:pt x="81" y="92"/>
                  <a:pt x="81" y="92"/>
                </a:cubicBezTo>
                <a:cubicBezTo>
                  <a:pt x="81" y="93"/>
                  <a:pt x="80" y="94"/>
                  <a:pt x="79" y="94"/>
                </a:cubicBezTo>
                <a:cubicBezTo>
                  <a:pt x="28" y="94"/>
                  <a:pt x="28" y="94"/>
                  <a:pt x="28" y="94"/>
                </a:cubicBezTo>
                <a:cubicBezTo>
                  <a:pt x="27" y="94"/>
                  <a:pt x="26" y="93"/>
                  <a:pt x="26" y="92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7"/>
                  <a:pt x="0" y="46"/>
                  <a:pt x="0" y="45"/>
                </a:cubicBezTo>
                <a:cubicBezTo>
                  <a:pt x="26" y="2"/>
                  <a:pt x="26" y="2"/>
                  <a:pt x="26" y="2"/>
                </a:cubicBezTo>
                <a:cubicBezTo>
                  <a:pt x="26" y="1"/>
                  <a:pt x="27" y="0"/>
                  <a:pt x="28" y="0"/>
                </a:cubicBezTo>
                <a:cubicBezTo>
                  <a:pt x="79" y="0"/>
                  <a:pt x="79" y="0"/>
                  <a:pt x="79" y="0"/>
                </a:cubicBezTo>
                <a:close/>
                <a:moveTo>
                  <a:pt x="77" y="6"/>
                </a:moveTo>
                <a:cubicBezTo>
                  <a:pt x="30" y="6"/>
                  <a:pt x="30" y="6"/>
                  <a:pt x="30" y="6"/>
                </a:cubicBezTo>
                <a:cubicBezTo>
                  <a:pt x="6" y="47"/>
                  <a:pt x="6" y="47"/>
                  <a:pt x="6" y="47"/>
                </a:cubicBezTo>
                <a:cubicBezTo>
                  <a:pt x="30" y="88"/>
                  <a:pt x="30" y="88"/>
                  <a:pt x="30" y="88"/>
                </a:cubicBezTo>
                <a:cubicBezTo>
                  <a:pt x="77" y="88"/>
                  <a:pt x="77" y="88"/>
                  <a:pt x="77" y="88"/>
                </a:cubicBezTo>
                <a:cubicBezTo>
                  <a:pt x="101" y="47"/>
                  <a:pt x="101" y="47"/>
                  <a:pt x="101" y="47"/>
                </a:cubicBezTo>
                <a:cubicBezTo>
                  <a:pt x="77" y="6"/>
                  <a:pt x="77" y="6"/>
                  <a:pt x="77" y="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7"/>
          <p:cNvSpPr>
            <a:spLocks/>
          </p:cNvSpPr>
          <p:nvPr/>
        </p:nvSpPr>
        <p:spPr bwMode="auto">
          <a:xfrm>
            <a:off x="1852613" y="2032681"/>
            <a:ext cx="1231900" cy="1108075"/>
          </a:xfrm>
          <a:custGeom>
            <a:avLst/>
            <a:gdLst>
              <a:gd name="T0" fmla="*/ 191 w 776"/>
              <a:gd name="T1" fmla="*/ 0 h 698"/>
              <a:gd name="T2" fmla="*/ 585 w 776"/>
              <a:gd name="T3" fmla="*/ 0 h 698"/>
              <a:gd name="T4" fmla="*/ 776 w 776"/>
              <a:gd name="T5" fmla="*/ 349 h 698"/>
              <a:gd name="T6" fmla="*/ 585 w 776"/>
              <a:gd name="T7" fmla="*/ 698 h 698"/>
              <a:gd name="T8" fmla="*/ 191 w 776"/>
              <a:gd name="T9" fmla="*/ 698 h 698"/>
              <a:gd name="T10" fmla="*/ 0 w 776"/>
              <a:gd name="T11" fmla="*/ 349 h 698"/>
              <a:gd name="T12" fmla="*/ 191 w 776"/>
              <a:gd name="T13" fmla="*/ 0 h 698"/>
              <a:gd name="T14" fmla="*/ 191 w 776"/>
              <a:gd name="T15" fmla="*/ 0 h 6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76" h="698">
                <a:moveTo>
                  <a:pt x="191" y="0"/>
                </a:moveTo>
                <a:lnTo>
                  <a:pt x="585" y="0"/>
                </a:lnTo>
                <a:lnTo>
                  <a:pt x="776" y="349"/>
                </a:lnTo>
                <a:lnTo>
                  <a:pt x="585" y="698"/>
                </a:lnTo>
                <a:lnTo>
                  <a:pt x="191" y="698"/>
                </a:lnTo>
                <a:lnTo>
                  <a:pt x="0" y="349"/>
                </a:lnTo>
                <a:lnTo>
                  <a:pt x="191" y="0"/>
                </a:lnTo>
                <a:lnTo>
                  <a:pt x="19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8"/>
          <p:cNvSpPr>
            <a:spLocks/>
          </p:cNvSpPr>
          <p:nvPr/>
        </p:nvSpPr>
        <p:spPr bwMode="auto">
          <a:xfrm>
            <a:off x="2176463" y="4083731"/>
            <a:ext cx="585788" cy="512763"/>
          </a:xfrm>
          <a:custGeom>
            <a:avLst/>
            <a:gdLst>
              <a:gd name="T0" fmla="*/ 89 w 369"/>
              <a:gd name="T1" fmla="*/ 0 h 323"/>
              <a:gd name="T2" fmla="*/ 280 w 369"/>
              <a:gd name="T3" fmla="*/ 0 h 323"/>
              <a:gd name="T4" fmla="*/ 369 w 369"/>
              <a:gd name="T5" fmla="*/ 155 h 323"/>
              <a:gd name="T6" fmla="*/ 280 w 369"/>
              <a:gd name="T7" fmla="*/ 323 h 323"/>
              <a:gd name="T8" fmla="*/ 89 w 369"/>
              <a:gd name="T9" fmla="*/ 323 h 323"/>
              <a:gd name="T10" fmla="*/ 0 w 369"/>
              <a:gd name="T11" fmla="*/ 155 h 323"/>
              <a:gd name="T12" fmla="*/ 89 w 369"/>
              <a:gd name="T13" fmla="*/ 0 h 323"/>
              <a:gd name="T14" fmla="*/ 89 w 369"/>
              <a:gd name="T15" fmla="*/ 0 h 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69" h="323">
                <a:moveTo>
                  <a:pt x="89" y="0"/>
                </a:moveTo>
                <a:lnTo>
                  <a:pt x="280" y="0"/>
                </a:lnTo>
                <a:lnTo>
                  <a:pt x="369" y="155"/>
                </a:lnTo>
                <a:lnTo>
                  <a:pt x="280" y="323"/>
                </a:lnTo>
                <a:lnTo>
                  <a:pt x="89" y="323"/>
                </a:lnTo>
                <a:lnTo>
                  <a:pt x="0" y="155"/>
                </a:lnTo>
                <a:lnTo>
                  <a:pt x="89" y="0"/>
                </a:lnTo>
                <a:lnTo>
                  <a:pt x="8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9"/>
          <p:cNvSpPr>
            <a:spLocks noEditPoints="1"/>
          </p:cNvSpPr>
          <p:nvPr/>
        </p:nvSpPr>
        <p:spPr bwMode="auto">
          <a:xfrm>
            <a:off x="3206750" y="1623106"/>
            <a:ext cx="2162175" cy="1927225"/>
          </a:xfrm>
          <a:custGeom>
            <a:avLst/>
            <a:gdLst>
              <a:gd name="T0" fmla="*/ 79 w 107"/>
              <a:gd name="T1" fmla="*/ 0 h 94"/>
              <a:gd name="T2" fmla="*/ 81 w 107"/>
              <a:gd name="T3" fmla="*/ 2 h 94"/>
              <a:gd name="T4" fmla="*/ 107 w 107"/>
              <a:gd name="T5" fmla="*/ 46 h 94"/>
              <a:gd name="T6" fmla="*/ 107 w 107"/>
              <a:gd name="T7" fmla="*/ 48 h 94"/>
              <a:gd name="T8" fmla="*/ 81 w 107"/>
              <a:gd name="T9" fmla="*/ 92 h 94"/>
              <a:gd name="T10" fmla="*/ 79 w 107"/>
              <a:gd name="T11" fmla="*/ 94 h 94"/>
              <a:gd name="T12" fmla="*/ 28 w 107"/>
              <a:gd name="T13" fmla="*/ 94 h 94"/>
              <a:gd name="T14" fmla="*/ 26 w 107"/>
              <a:gd name="T15" fmla="*/ 92 h 94"/>
              <a:gd name="T16" fmla="*/ 0 w 107"/>
              <a:gd name="T17" fmla="*/ 48 h 94"/>
              <a:gd name="T18" fmla="*/ 0 w 107"/>
              <a:gd name="T19" fmla="*/ 45 h 94"/>
              <a:gd name="T20" fmla="*/ 26 w 107"/>
              <a:gd name="T21" fmla="*/ 2 h 94"/>
              <a:gd name="T22" fmla="*/ 28 w 107"/>
              <a:gd name="T23" fmla="*/ 0 h 94"/>
              <a:gd name="T24" fmla="*/ 79 w 107"/>
              <a:gd name="T25" fmla="*/ 0 h 94"/>
              <a:gd name="T26" fmla="*/ 77 w 107"/>
              <a:gd name="T27" fmla="*/ 6 h 94"/>
              <a:gd name="T28" fmla="*/ 30 w 107"/>
              <a:gd name="T29" fmla="*/ 6 h 94"/>
              <a:gd name="T30" fmla="*/ 6 w 107"/>
              <a:gd name="T31" fmla="*/ 47 h 94"/>
              <a:gd name="T32" fmla="*/ 30 w 107"/>
              <a:gd name="T33" fmla="*/ 88 h 94"/>
              <a:gd name="T34" fmla="*/ 77 w 107"/>
              <a:gd name="T35" fmla="*/ 88 h 94"/>
              <a:gd name="T36" fmla="*/ 101 w 107"/>
              <a:gd name="T37" fmla="*/ 47 h 94"/>
              <a:gd name="T38" fmla="*/ 77 w 107"/>
              <a:gd name="T39" fmla="*/ 6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07" h="94">
                <a:moveTo>
                  <a:pt x="79" y="0"/>
                </a:moveTo>
                <a:cubicBezTo>
                  <a:pt x="80" y="0"/>
                  <a:pt x="81" y="1"/>
                  <a:pt x="81" y="2"/>
                </a:cubicBezTo>
                <a:cubicBezTo>
                  <a:pt x="107" y="46"/>
                  <a:pt x="107" y="46"/>
                  <a:pt x="107" y="46"/>
                </a:cubicBezTo>
                <a:cubicBezTo>
                  <a:pt x="107" y="46"/>
                  <a:pt x="107" y="47"/>
                  <a:pt x="107" y="48"/>
                </a:cubicBezTo>
                <a:cubicBezTo>
                  <a:pt x="81" y="92"/>
                  <a:pt x="81" y="92"/>
                  <a:pt x="81" y="92"/>
                </a:cubicBezTo>
                <a:cubicBezTo>
                  <a:pt x="81" y="93"/>
                  <a:pt x="80" y="94"/>
                  <a:pt x="79" y="94"/>
                </a:cubicBezTo>
                <a:cubicBezTo>
                  <a:pt x="28" y="94"/>
                  <a:pt x="28" y="94"/>
                  <a:pt x="28" y="94"/>
                </a:cubicBezTo>
                <a:cubicBezTo>
                  <a:pt x="27" y="94"/>
                  <a:pt x="26" y="93"/>
                  <a:pt x="26" y="92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7"/>
                  <a:pt x="0" y="46"/>
                  <a:pt x="0" y="45"/>
                </a:cubicBezTo>
                <a:cubicBezTo>
                  <a:pt x="26" y="2"/>
                  <a:pt x="26" y="2"/>
                  <a:pt x="26" y="2"/>
                </a:cubicBezTo>
                <a:cubicBezTo>
                  <a:pt x="26" y="1"/>
                  <a:pt x="27" y="0"/>
                  <a:pt x="28" y="0"/>
                </a:cubicBezTo>
                <a:cubicBezTo>
                  <a:pt x="79" y="0"/>
                  <a:pt x="79" y="0"/>
                  <a:pt x="79" y="0"/>
                </a:cubicBezTo>
                <a:close/>
                <a:moveTo>
                  <a:pt x="77" y="6"/>
                </a:moveTo>
                <a:cubicBezTo>
                  <a:pt x="30" y="6"/>
                  <a:pt x="30" y="6"/>
                  <a:pt x="30" y="6"/>
                </a:cubicBezTo>
                <a:cubicBezTo>
                  <a:pt x="6" y="47"/>
                  <a:pt x="6" y="47"/>
                  <a:pt x="6" y="47"/>
                </a:cubicBezTo>
                <a:cubicBezTo>
                  <a:pt x="30" y="88"/>
                  <a:pt x="30" y="88"/>
                  <a:pt x="30" y="88"/>
                </a:cubicBezTo>
                <a:cubicBezTo>
                  <a:pt x="77" y="88"/>
                  <a:pt x="77" y="88"/>
                  <a:pt x="77" y="88"/>
                </a:cubicBezTo>
                <a:cubicBezTo>
                  <a:pt x="101" y="47"/>
                  <a:pt x="101" y="47"/>
                  <a:pt x="101" y="47"/>
                </a:cubicBezTo>
                <a:cubicBezTo>
                  <a:pt x="77" y="6"/>
                  <a:pt x="77" y="6"/>
                  <a:pt x="77" y="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0"/>
          <p:cNvSpPr>
            <a:spLocks/>
          </p:cNvSpPr>
          <p:nvPr/>
        </p:nvSpPr>
        <p:spPr bwMode="auto">
          <a:xfrm>
            <a:off x="3670300" y="2032681"/>
            <a:ext cx="1233488" cy="1108075"/>
          </a:xfrm>
          <a:custGeom>
            <a:avLst/>
            <a:gdLst>
              <a:gd name="T0" fmla="*/ 191 w 777"/>
              <a:gd name="T1" fmla="*/ 0 h 698"/>
              <a:gd name="T2" fmla="*/ 586 w 777"/>
              <a:gd name="T3" fmla="*/ 0 h 698"/>
              <a:gd name="T4" fmla="*/ 777 w 777"/>
              <a:gd name="T5" fmla="*/ 349 h 698"/>
              <a:gd name="T6" fmla="*/ 586 w 777"/>
              <a:gd name="T7" fmla="*/ 698 h 698"/>
              <a:gd name="T8" fmla="*/ 191 w 777"/>
              <a:gd name="T9" fmla="*/ 698 h 698"/>
              <a:gd name="T10" fmla="*/ 0 w 777"/>
              <a:gd name="T11" fmla="*/ 349 h 698"/>
              <a:gd name="T12" fmla="*/ 191 w 777"/>
              <a:gd name="T13" fmla="*/ 0 h 698"/>
              <a:gd name="T14" fmla="*/ 191 w 777"/>
              <a:gd name="T15" fmla="*/ 0 h 6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77" h="698">
                <a:moveTo>
                  <a:pt x="191" y="0"/>
                </a:moveTo>
                <a:lnTo>
                  <a:pt x="586" y="0"/>
                </a:lnTo>
                <a:lnTo>
                  <a:pt x="777" y="349"/>
                </a:lnTo>
                <a:lnTo>
                  <a:pt x="586" y="698"/>
                </a:lnTo>
                <a:lnTo>
                  <a:pt x="191" y="698"/>
                </a:lnTo>
                <a:lnTo>
                  <a:pt x="0" y="349"/>
                </a:lnTo>
                <a:lnTo>
                  <a:pt x="191" y="0"/>
                </a:lnTo>
                <a:lnTo>
                  <a:pt x="19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11"/>
          <p:cNvSpPr>
            <a:spLocks/>
          </p:cNvSpPr>
          <p:nvPr/>
        </p:nvSpPr>
        <p:spPr bwMode="auto">
          <a:xfrm>
            <a:off x="3994150" y="4083731"/>
            <a:ext cx="585788" cy="512763"/>
          </a:xfrm>
          <a:custGeom>
            <a:avLst/>
            <a:gdLst>
              <a:gd name="T0" fmla="*/ 89 w 369"/>
              <a:gd name="T1" fmla="*/ 0 h 323"/>
              <a:gd name="T2" fmla="*/ 280 w 369"/>
              <a:gd name="T3" fmla="*/ 0 h 323"/>
              <a:gd name="T4" fmla="*/ 369 w 369"/>
              <a:gd name="T5" fmla="*/ 155 h 323"/>
              <a:gd name="T6" fmla="*/ 280 w 369"/>
              <a:gd name="T7" fmla="*/ 323 h 323"/>
              <a:gd name="T8" fmla="*/ 89 w 369"/>
              <a:gd name="T9" fmla="*/ 323 h 323"/>
              <a:gd name="T10" fmla="*/ 0 w 369"/>
              <a:gd name="T11" fmla="*/ 155 h 323"/>
              <a:gd name="T12" fmla="*/ 89 w 369"/>
              <a:gd name="T13" fmla="*/ 0 h 323"/>
              <a:gd name="T14" fmla="*/ 89 w 369"/>
              <a:gd name="T15" fmla="*/ 0 h 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69" h="323">
                <a:moveTo>
                  <a:pt x="89" y="0"/>
                </a:moveTo>
                <a:lnTo>
                  <a:pt x="280" y="0"/>
                </a:lnTo>
                <a:lnTo>
                  <a:pt x="369" y="155"/>
                </a:lnTo>
                <a:lnTo>
                  <a:pt x="280" y="323"/>
                </a:lnTo>
                <a:lnTo>
                  <a:pt x="89" y="323"/>
                </a:lnTo>
                <a:lnTo>
                  <a:pt x="0" y="155"/>
                </a:lnTo>
                <a:lnTo>
                  <a:pt x="89" y="0"/>
                </a:lnTo>
                <a:lnTo>
                  <a:pt x="8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12"/>
          <p:cNvSpPr>
            <a:spLocks noEditPoints="1"/>
          </p:cNvSpPr>
          <p:nvPr/>
        </p:nvSpPr>
        <p:spPr bwMode="auto">
          <a:xfrm>
            <a:off x="5005388" y="1623106"/>
            <a:ext cx="2181225" cy="1927225"/>
          </a:xfrm>
          <a:custGeom>
            <a:avLst/>
            <a:gdLst>
              <a:gd name="T0" fmla="*/ 79 w 108"/>
              <a:gd name="T1" fmla="*/ 0 h 94"/>
              <a:gd name="T2" fmla="*/ 82 w 108"/>
              <a:gd name="T3" fmla="*/ 2 h 94"/>
              <a:gd name="T4" fmla="*/ 107 w 108"/>
              <a:gd name="T5" fmla="*/ 46 h 94"/>
              <a:gd name="T6" fmla="*/ 107 w 108"/>
              <a:gd name="T7" fmla="*/ 48 h 94"/>
              <a:gd name="T8" fmla="*/ 82 w 108"/>
              <a:gd name="T9" fmla="*/ 92 h 94"/>
              <a:gd name="T10" fmla="*/ 79 w 108"/>
              <a:gd name="T11" fmla="*/ 94 h 94"/>
              <a:gd name="T12" fmla="*/ 29 w 108"/>
              <a:gd name="T13" fmla="*/ 94 h 94"/>
              <a:gd name="T14" fmla="*/ 26 w 108"/>
              <a:gd name="T15" fmla="*/ 92 h 94"/>
              <a:gd name="T16" fmla="*/ 1 w 108"/>
              <a:gd name="T17" fmla="*/ 48 h 94"/>
              <a:gd name="T18" fmla="*/ 1 w 108"/>
              <a:gd name="T19" fmla="*/ 45 h 94"/>
              <a:gd name="T20" fmla="*/ 26 w 108"/>
              <a:gd name="T21" fmla="*/ 2 h 94"/>
              <a:gd name="T22" fmla="*/ 29 w 108"/>
              <a:gd name="T23" fmla="*/ 0 h 94"/>
              <a:gd name="T24" fmla="*/ 79 w 108"/>
              <a:gd name="T25" fmla="*/ 0 h 94"/>
              <a:gd name="T26" fmla="*/ 78 w 108"/>
              <a:gd name="T27" fmla="*/ 6 h 94"/>
              <a:gd name="T28" fmla="*/ 30 w 108"/>
              <a:gd name="T29" fmla="*/ 6 h 94"/>
              <a:gd name="T30" fmla="*/ 7 w 108"/>
              <a:gd name="T31" fmla="*/ 47 h 94"/>
              <a:gd name="T32" fmla="*/ 30 w 108"/>
              <a:gd name="T33" fmla="*/ 88 h 94"/>
              <a:gd name="T34" fmla="*/ 78 w 108"/>
              <a:gd name="T35" fmla="*/ 88 h 94"/>
              <a:gd name="T36" fmla="*/ 102 w 108"/>
              <a:gd name="T37" fmla="*/ 47 h 94"/>
              <a:gd name="T38" fmla="*/ 78 w 108"/>
              <a:gd name="T39" fmla="*/ 6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08" h="94">
                <a:moveTo>
                  <a:pt x="79" y="0"/>
                </a:moveTo>
                <a:cubicBezTo>
                  <a:pt x="81" y="0"/>
                  <a:pt x="82" y="1"/>
                  <a:pt x="82" y="2"/>
                </a:cubicBezTo>
                <a:cubicBezTo>
                  <a:pt x="107" y="46"/>
                  <a:pt x="107" y="46"/>
                  <a:pt x="107" y="46"/>
                </a:cubicBezTo>
                <a:cubicBezTo>
                  <a:pt x="108" y="46"/>
                  <a:pt x="108" y="47"/>
                  <a:pt x="107" y="48"/>
                </a:cubicBezTo>
                <a:cubicBezTo>
                  <a:pt x="82" y="92"/>
                  <a:pt x="82" y="92"/>
                  <a:pt x="82" y="92"/>
                </a:cubicBezTo>
                <a:cubicBezTo>
                  <a:pt x="81" y="93"/>
                  <a:pt x="80" y="94"/>
                  <a:pt x="79" y="94"/>
                </a:cubicBezTo>
                <a:cubicBezTo>
                  <a:pt x="29" y="94"/>
                  <a:pt x="29" y="94"/>
                  <a:pt x="29" y="94"/>
                </a:cubicBezTo>
                <a:cubicBezTo>
                  <a:pt x="28" y="94"/>
                  <a:pt x="27" y="93"/>
                  <a:pt x="26" y="92"/>
                </a:cubicBezTo>
                <a:cubicBezTo>
                  <a:pt x="1" y="48"/>
                  <a:pt x="1" y="48"/>
                  <a:pt x="1" y="48"/>
                </a:cubicBezTo>
                <a:cubicBezTo>
                  <a:pt x="0" y="47"/>
                  <a:pt x="1" y="46"/>
                  <a:pt x="1" y="45"/>
                </a:cubicBezTo>
                <a:cubicBezTo>
                  <a:pt x="26" y="2"/>
                  <a:pt x="26" y="2"/>
                  <a:pt x="26" y="2"/>
                </a:cubicBezTo>
                <a:cubicBezTo>
                  <a:pt x="27" y="1"/>
                  <a:pt x="28" y="0"/>
                  <a:pt x="29" y="0"/>
                </a:cubicBezTo>
                <a:cubicBezTo>
                  <a:pt x="79" y="0"/>
                  <a:pt x="79" y="0"/>
                  <a:pt x="79" y="0"/>
                </a:cubicBezTo>
                <a:close/>
                <a:moveTo>
                  <a:pt x="78" y="6"/>
                </a:moveTo>
                <a:cubicBezTo>
                  <a:pt x="30" y="6"/>
                  <a:pt x="30" y="6"/>
                  <a:pt x="30" y="6"/>
                </a:cubicBezTo>
                <a:cubicBezTo>
                  <a:pt x="7" y="47"/>
                  <a:pt x="7" y="47"/>
                  <a:pt x="7" y="47"/>
                </a:cubicBezTo>
                <a:cubicBezTo>
                  <a:pt x="30" y="88"/>
                  <a:pt x="30" y="88"/>
                  <a:pt x="30" y="88"/>
                </a:cubicBezTo>
                <a:cubicBezTo>
                  <a:pt x="78" y="88"/>
                  <a:pt x="78" y="88"/>
                  <a:pt x="78" y="88"/>
                </a:cubicBezTo>
                <a:cubicBezTo>
                  <a:pt x="102" y="47"/>
                  <a:pt x="102" y="47"/>
                  <a:pt x="102" y="47"/>
                </a:cubicBezTo>
                <a:cubicBezTo>
                  <a:pt x="78" y="6"/>
                  <a:pt x="78" y="6"/>
                  <a:pt x="78" y="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13"/>
          <p:cNvSpPr>
            <a:spLocks/>
          </p:cNvSpPr>
          <p:nvPr/>
        </p:nvSpPr>
        <p:spPr bwMode="auto">
          <a:xfrm>
            <a:off x="5468938" y="2032681"/>
            <a:ext cx="1254125" cy="1108075"/>
          </a:xfrm>
          <a:custGeom>
            <a:avLst/>
            <a:gdLst>
              <a:gd name="T0" fmla="*/ 204 w 790"/>
              <a:gd name="T1" fmla="*/ 0 h 698"/>
              <a:gd name="T2" fmla="*/ 599 w 790"/>
              <a:gd name="T3" fmla="*/ 0 h 698"/>
              <a:gd name="T4" fmla="*/ 790 w 790"/>
              <a:gd name="T5" fmla="*/ 349 h 698"/>
              <a:gd name="T6" fmla="*/ 599 w 790"/>
              <a:gd name="T7" fmla="*/ 698 h 698"/>
              <a:gd name="T8" fmla="*/ 204 w 790"/>
              <a:gd name="T9" fmla="*/ 698 h 698"/>
              <a:gd name="T10" fmla="*/ 0 w 790"/>
              <a:gd name="T11" fmla="*/ 349 h 698"/>
              <a:gd name="T12" fmla="*/ 204 w 790"/>
              <a:gd name="T13" fmla="*/ 0 h 698"/>
              <a:gd name="T14" fmla="*/ 204 w 790"/>
              <a:gd name="T15" fmla="*/ 0 h 6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90" h="698">
                <a:moveTo>
                  <a:pt x="204" y="0"/>
                </a:moveTo>
                <a:lnTo>
                  <a:pt x="599" y="0"/>
                </a:lnTo>
                <a:lnTo>
                  <a:pt x="790" y="349"/>
                </a:lnTo>
                <a:lnTo>
                  <a:pt x="599" y="698"/>
                </a:lnTo>
                <a:lnTo>
                  <a:pt x="204" y="698"/>
                </a:lnTo>
                <a:lnTo>
                  <a:pt x="0" y="349"/>
                </a:lnTo>
                <a:lnTo>
                  <a:pt x="204" y="0"/>
                </a:lnTo>
                <a:lnTo>
                  <a:pt x="20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14"/>
          <p:cNvSpPr>
            <a:spLocks/>
          </p:cNvSpPr>
          <p:nvPr/>
        </p:nvSpPr>
        <p:spPr bwMode="auto">
          <a:xfrm>
            <a:off x="5813425" y="4083731"/>
            <a:ext cx="585788" cy="512763"/>
          </a:xfrm>
          <a:custGeom>
            <a:avLst/>
            <a:gdLst>
              <a:gd name="T0" fmla="*/ 89 w 369"/>
              <a:gd name="T1" fmla="*/ 0 h 323"/>
              <a:gd name="T2" fmla="*/ 267 w 369"/>
              <a:gd name="T3" fmla="*/ 0 h 323"/>
              <a:gd name="T4" fmla="*/ 369 w 369"/>
              <a:gd name="T5" fmla="*/ 155 h 323"/>
              <a:gd name="T6" fmla="*/ 267 w 369"/>
              <a:gd name="T7" fmla="*/ 323 h 323"/>
              <a:gd name="T8" fmla="*/ 89 w 369"/>
              <a:gd name="T9" fmla="*/ 323 h 323"/>
              <a:gd name="T10" fmla="*/ 0 w 369"/>
              <a:gd name="T11" fmla="*/ 155 h 323"/>
              <a:gd name="T12" fmla="*/ 89 w 369"/>
              <a:gd name="T13" fmla="*/ 0 h 323"/>
              <a:gd name="T14" fmla="*/ 89 w 369"/>
              <a:gd name="T15" fmla="*/ 0 h 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69" h="323">
                <a:moveTo>
                  <a:pt x="89" y="0"/>
                </a:moveTo>
                <a:lnTo>
                  <a:pt x="267" y="0"/>
                </a:lnTo>
                <a:lnTo>
                  <a:pt x="369" y="155"/>
                </a:lnTo>
                <a:lnTo>
                  <a:pt x="267" y="323"/>
                </a:lnTo>
                <a:lnTo>
                  <a:pt x="89" y="323"/>
                </a:lnTo>
                <a:lnTo>
                  <a:pt x="0" y="155"/>
                </a:lnTo>
                <a:lnTo>
                  <a:pt x="89" y="0"/>
                </a:lnTo>
                <a:lnTo>
                  <a:pt x="8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Freeform 15"/>
          <p:cNvSpPr>
            <a:spLocks noEditPoints="1"/>
          </p:cNvSpPr>
          <p:nvPr/>
        </p:nvSpPr>
        <p:spPr bwMode="auto">
          <a:xfrm>
            <a:off x="6823075" y="1623106"/>
            <a:ext cx="2182813" cy="1927225"/>
          </a:xfrm>
          <a:custGeom>
            <a:avLst/>
            <a:gdLst>
              <a:gd name="T0" fmla="*/ 79 w 108"/>
              <a:gd name="T1" fmla="*/ 0 h 94"/>
              <a:gd name="T2" fmla="*/ 82 w 108"/>
              <a:gd name="T3" fmla="*/ 2 h 94"/>
              <a:gd name="T4" fmla="*/ 107 w 108"/>
              <a:gd name="T5" fmla="*/ 46 h 94"/>
              <a:gd name="T6" fmla="*/ 107 w 108"/>
              <a:gd name="T7" fmla="*/ 48 h 94"/>
              <a:gd name="T8" fmla="*/ 82 w 108"/>
              <a:gd name="T9" fmla="*/ 92 h 94"/>
              <a:gd name="T10" fmla="*/ 79 w 108"/>
              <a:gd name="T11" fmla="*/ 94 h 94"/>
              <a:gd name="T12" fmla="*/ 29 w 108"/>
              <a:gd name="T13" fmla="*/ 94 h 94"/>
              <a:gd name="T14" fmla="*/ 26 w 108"/>
              <a:gd name="T15" fmla="*/ 92 h 94"/>
              <a:gd name="T16" fmla="*/ 1 w 108"/>
              <a:gd name="T17" fmla="*/ 48 h 94"/>
              <a:gd name="T18" fmla="*/ 1 w 108"/>
              <a:gd name="T19" fmla="*/ 45 h 94"/>
              <a:gd name="T20" fmla="*/ 26 w 108"/>
              <a:gd name="T21" fmla="*/ 2 h 94"/>
              <a:gd name="T22" fmla="*/ 29 w 108"/>
              <a:gd name="T23" fmla="*/ 0 h 94"/>
              <a:gd name="T24" fmla="*/ 79 w 108"/>
              <a:gd name="T25" fmla="*/ 0 h 94"/>
              <a:gd name="T26" fmla="*/ 78 w 108"/>
              <a:gd name="T27" fmla="*/ 6 h 94"/>
              <a:gd name="T28" fmla="*/ 30 w 108"/>
              <a:gd name="T29" fmla="*/ 6 h 94"/>
              <a:gd name="T30" fmla="*/ 7 w 108"/>
              <a:gd name="T31" fmla="*/ 47 h 94"/>
              <a:gd name="T32" fmla="*/ 30 w 108"/>
              <a:gd name="T33" fmla="*/ 88 h 94"/>
              <a:gd name="T34" fmla="*/ 78 w 108"/>
              <a:gd name="T35" fmla="*/ 88 h 94"/>
              <a:gd name="T36" fmla="*/ 102 w 108"/>
              <a:gd name="T37" fmla="*/ 47 h 94"/>
              <a:gd name="T38" fmla="*/ 78 w 108"/>
              <a:gd name="T39" fmla="*/ 6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08" h="94">
                <a:moveTo>
                  <a:pt x="79" y="0"/>
                </a:moveTo>
                <a:cubicBezTo>
                  <a:pt x="81" y="0"/>
                  <a:pt x="82" y="1"/>
                  <a:pt x="82" y="2"/>
                </a:cubicBezTo>
                <a:cubicBezTo>
                  <a:pt x="107" y="46"/>
                  <a:pt x="107" y="46"/>
                  <a:pt x="107" y="46"/>
                </a:cubicBezTo>
                <a:cubicBezTo>
                  <a:pt x="108" y="46"/>
                  <a:pt x="108" y="47"/>
                  <a:pt x="107" y="48"/>
                </a:cubicBezTo>
                <a:cubicBezTo>
                  <a:pt x="82" y="92"/>
                  <a:pt x="82" y="92"/>
                  <a:pt x="82" y="92"/>
                </a:cubicBezTo>
                <a:cubicBezTo>
                  <a:pt x="81" y="93"/>
                  <a:pt x="80" y="94"/>
                  <a:pt x="79" y="94"/>
                </a:cubicBezTo>
                <a:cubicBezTo>
                  <a:pt x="29" y="94"/>
                  <a:pt x="29" y="94"/>
                  <a:pt x="29" y="94"/>
                </a:cubicBezTo>
                <a:cubicBezTo>
                  <a:pt x="28" y="94"/>
                  <a:pt x="27" y="93"/>
                  <a:pt x="26" y="92"/>
                </a:cubicBezTo>
                <a:cubicBezTo>
                  <a:pt x="1" y="48"/>
                  <a:pt x="1" y="48"/>
                  <a:pt x="1" y="48"/>
                </a:cubicBezTo>
                <a:cubicBezTo>
                  <a:pt x="0" y="47"/>
                  <a:pt x="1" y="46"/>
                  <a:pt x="1" y="45"/>
                </a:cubicBezTo>
                <a:cubicBezTo>
                  <a:pt x="26" y="2"/>
                  <a:pt x="26" y="2"/>
                  <a:pt x="26" y="2"/>
                </a:cubicBezTo>
                <a:cubicBezTo>
                  <a:pt x="27" y="1"/>
                  <a:pt x="28" y="0"/>
                  <a:pt x="29" y="0"/>
                </a:cubicBezTo>
                <a:cubicBezTo>
                  <a:pt x="79" y="0"/>
                  <a:pt x="79" y="0"/>
                  <a:pt x="79" y="0"/>
                </a:cubicBezTo>
                <a:close/>
                <a:moveTo>
                  <a:pt x="78" y="6"/>
                </a:moveTo>
                <a:cubicBezTo>
                  <a:pt x="30" y="6"/>
                  <a:pt x="30" y="6"/>
                  <a:pt x="30" y="6"/>
                </a:cubicBezTo>
                <a:cubicBezTo>
                  <a:pt x="7" y="47"/>
                  <a:pt x="7" y="47"/>
                  <a:pt x="7" y="47"/>
                </a:cubicBezTo>
                <a:cubicBezTo>
                  <a:pt x="30" y="88"/>
                  <a:pt x="30" y="88"/>
                  <a:pt x="30" y="88"/>
                </a:cubicBezTo>
                <a:cubicBezTo>
                  <a:pt x="78" y="88"/>
                  <a:pt x="78" y="88"/>
                  <a:pt x="78" y="88"/>
                </a:cubicBezTo>
                <a:cubicBezTo>
                  <a:pt x="102" y="47"/>
                  <a:pt x="102" y="47"/>
                  <a:pt x="102" y="47"/>
                </a:cubicBezTo>
                <a:cubicBezTo>
                  <a:pt x="78" y="6"/>
                  <a:pt x="78" y="6"/>
                  <a:pt x="78" y="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16"/>
          <p:cNvSpPr>
            <a:spLocks/>
          </p:cNvSpPr>
          <p:nvPr/>
        </p:nvSpPr>
        <p:spPr bwMode="auto">
          <a:xfrm>
            <a:off x="7288213" y="2032681"/>
            <a:ext cx="1252538" cy="1108075"/>
          </a:xfrm>
          <a:custGeom>
            <a:avLst/>
            <a:gdLst>
              <a:gd name="T0" fmla="*/ 204 w 789"/>
              <a:gd name="T1" fmla="*/ 0 h 698"/>
              <a:gd name="T2" fmla="*/ 598 w 789"/>
              <a:gd name="T3" fmla="*/ 0 h 698"/>
              <a:gd name="T4" fmla="*/ 789 w 789"/>
              <a:gd name="T5" fmla="*/ 349 h 698"/>
              <a:gd name="T6" fmla="*/ 598 w 789"/>
              <a:gd name="T7" fmla="*/ 698 h 698"/>
              <a:gd name="T8" fmla="*/ 204 w 789"/>
              <a:gd name="T9" fmla="*/ 698 h 698"/>
              <a:gd name="T10" fmla="*/ 0 w 789"/>
              <a:gd name="T11" fmla="*/ 349 h 698"/>
              <a:gd name="T12" fmla="*/ 204 w 789"/>
              <a:gd name="T13" fmla="*/ 0 h 698"/>
              <a:gd name="T14" fmla="*/ 204 w 789"/>
              <a:gd name="T15" fmla="*/ 0 h 6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89" h="698">
                <a:moveTo>
                  <a:pt x="204" y="0"/>
                </a:moveTo>
                <a:lnTo>
                  <a:pt x="598" y="0"/>
                </a:lnTo>
                <a:lnTo>
                  <a:pt x="789" y="349"/>
                </a:lnTo>
                <a:lnTo>
                  <a:pt x="598" y="698"/>
                </a:lnTo>
                <a:lnTo>
                  <a:pt x="204" y="698"/>
                </a:lnTo>
                <a:lnTo>
                  <a:pt x="0" y="349"/>
                </a:lnTo>
                <a:lnTo>
                  <a:pt x="204" y="0"/>
                </a:lnTo>
                <a:lnTo>
                  <a:pt x="20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17"/>
          <p:cNvSpPr>
            <a:spLocks/>
          </p:cNvSpPr>
          <p:nvPr/>
        </p:nvSpPr>
        <p:spPr bwMode="auto">
          <a:xfrm>
            <a:off x="7631113" y="4083731"/>
            <a:ext cx="587375" cy="512763"/>
          </a:xfrm>
          <a:custGeom>
            <a:avLst/>
            <a:gdLst>
              <a:gd name="T0" fmla="*/ 90 w 370"/>
              <a:gd name="T1" fmla="*/ 0 h 323"/>
              <a:gd name="T2" fmla="*/ 268 w 370"/>
              <a:gd name="T3" fmla="*/ 0 h 323"/>
              <a:gd name="T4" fmla="*/ 370 w 370"/>
              <a:gd name="T5" fmla="*/ 155 h 323"/>
              <a:gd name="T6" fmla="*/ 268 w 370"/>
              <a:gd name="T7" fmla="*/ 323 h 323"/>
              <a:gd name="T8" fmla="*/ 90 w 370"/>
              <a:gd name="T9" fmla="*/ 323 h 323"/>
              <a:gd name="T10" fmla="*/ 0 w 370"/>
              <a:gd name="T11" fmla="*/ 155 h 323"/>
              <a:gd name="T12" fmla="*/ 90 w 370"/>
              <a:gd name="T13" fmla="*/ 0 h 323"/>
              <a:gd name="T14" fmla="*/ 90 w 370"/>
              <a:gd name="T15" fmla="*/ 0 h 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70" h="323">
                <a:moveTo>
                  <a:pt x="90" y="0"/>
                </a:moveTo>
                <a:lnTo>
                  <a:pt x="268" y="0"/>
                </a:lnTo>
                <a:lnTo>
                  <a:pt x="370" y="155"/>
                </a:lnTo>
                <a:lnTo>
                  <a:pt x="268" y="323"/>
                </a:lnTo>
                <a:lnTo>
                  <a:pt x="90" y="323"/>
                </a:lnTo>
                <a:lnTo>
                  <a:pt x="0" y="155"/>
                </a:lnTo>
                <a:lnTo>
                  <a:pt x="90" y="0"/>
                </a:lnTo>
                <a:lnTo>
                  <a:pt x="9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18"/>
          <p:cNvSpPr>
            <a:spLocks noEditPoints="1"/>
          </p:cNvSpPr>
          <p:nvPr/>
        </p:nvSpPr>
        <p:spPr bwMode="auto">
          <a:xfrm>
            <a:off x="8642350" y="1623106"/>
            <a:ext cx="2182813" cy="1927225"/>
          </a:xfrm>
          <a:custGeom>
            <a:avLst/>
            <a:gdLst>
              <a:gd name="T0" fmla="*/ 79 w 108"/>
              <a:gd name="T1" fmla="*/ 0 h 94"/>
              <a:gd name="T2" fmla="*/ 82 w 108"/>
              <a:gd name="T3" fmla="*/ 2 h 94"/>
              <a:gd name="T4" fmla="*/ 107 w 108"/>
              <a:gd name="T5" fmla="*/ 46 h 94"/>
              <a:gd name="T6" fmla="*/ 107 w 108"/>
              <a:gd name="T7" fmla="*/ 48 h 94"/>
              <a:gd name="T8" fmla="*/ 82 w 108"/>
              <a:gd name="T9" fmla="*/ 92 h 94"/>
              <a:gd name="T10" fmla="*/ 79 w 108"/>
              <a:gd name="T11" fmla="*/ 94 h 94"/>
              <a:gd name="T12" fmla="*/ 29 w 108"/>
              <a:gd name="T13" fmla="*/ 94 h 94"/>
              <a:gd name="T14" fmla="*/ 26 w 108"/>
              <a:gd name="T15" fmla="*/ 92 h 94"/>
              <a:gd name="T16" fmla="*/ 1 w 108"/>
              <a:gd name="T17" fmla="*/ 48 h 94"/>
              <a:gd name="T18" fmla="*/ 1 w 108"/>
              <a:gd name="T19" fmla="*/ 45 h 94"/>
              <a:gd name="T20" fmla="*/ 26 w 108"/>
              <a:gd name="T21" fmla="*/ 2 h 94"/>
              <a:gd name="T22" fmla="*/ 29 w 108"/>
              <a:gd name="T23" fmla="*/ 0 h 94"/>
              <a:gd name="T24" fmla="*/ 79 w 108"/>
              <a:gd name="T25" fmla="*/ 0 h 94"/>
              <a:gd name="T26" fmla="*/ 78 w 108"/>
              <a:gd name="T27" fmla="*/ 6 h 94"/>
              <a:gd name="T28" fmla="*/ 30 w 108"/>
              <a:gd name="T29" fmla="*/ 6 h 94"/>
              <a:gd name="T30" fmla="*/ 7 w 108"/>
              <a:gd name="T31" fmla="*/ 47 h 94"/>
              <a:gd name="T32" fmla="*/ 30 w 108"/>
              <a:gd name="T33" fmla="*/ 88 h 94"/>
              <a:gd name="T34" fmla="*/ 78 w 108"/>
              <a:gd name="T35" fmla="*/ 88 h 94"/>
              <a:gd name="T36" fmla="*/ 102 w 108"/>
              <a:gd name="T37" fmla="*/ 47 h 94"/>
              <a:gd name="T38" fmla="*/ 78 w 108"/>
              <a:gd name="T39" fmla="*/ 6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08" h="94">
                <a:moveTo>
                  <a:pt x="79" y="0"/>
                </a:moveTo>
                <a:cubicBezTo>
                  <a:pt x="81" y="0"/>
                  <a:pt x="82" y="1"/>
                  <a:pt x="82" y="2"/>
                </a:cubicBezTo>
                <a:cubicBezTo>
                  <a:pt x="107" y="46"/>
                  <a:pt x="107" y="46"/>
                  <a:pt x="107" y="46"/>
                </a:cubicBezTo>
                <a:cubicBezTo>
                  <a:pt x="108" y="46"/>
                  <a:pt x="108" y="47"/>
                  <a:pt x="107" y="48"/>
                </a:cubicBezTo>
                <a:cubicBezTo>
                  <a:pt x="82" y="92"/>
                  <a:pt x="82" y="92"/>
                  <a:pt x="82" y="92"/>
                </a:cubicBezTo>
                <a:cubicBezTo>
                  <a:pt x="81" y="93"/>
                  <a:pt x="80" y="94"/>
                  <a:pt x="79" y="94"/>
                </a:cubicBezTo>
                <a:cubicBezTo>
                  <a:pt x="29" y="94"/>
                  <a:pt x="29" y="94"/>
                  <a:pt x="29" y="94"/>
                </a:cubicBezTo>
                <a:cubicBezTo>
                  <a:pt x="28" y="94"/>
                  <a:pt x="27" y="93"/>
                  <a:pt x="26" y="92"/>
                </a:cubicBezTo>
                <a:cubicBezTo>
                  <a:pt x="1" y="48"/>
                  <a:pt x="1" y="48"/>
                  <a:pt x="1" y="48"/>
                </a:cubicBezTo>
                <a:cubicBezTo>
                  <a:pt x="0" y="47"/>
                  <a:pt x="1" y="46"/>
                  <a:pt x="1" y="45"/>
                </a:cubicBezTo>
                <a:cubicBezTo>
                  <a:pt x="26" y="2"/>
                  <a:pt x="26" y="2"/>
                  <a:pt x="26" y="2"/>
                </a:cubicBezTo>
                <a:cubicBezTo>
                  <a:pt x="27" y="1"/>
                  <a:pt x="28" y="0"/>
                  <a:pt x="29" y="0"/>
                </a:cubicBezTo>
                <a:cubicBezTo>
                  <a:pt x="79" y="0"/>
                  <a:pt x="79" y="0"/>
                  <a:pt x="79" y="0"/>
                </a:cubicBezTo>
                <a:close/>
                <a:moveTo>
                  <a:pt x="78" y="6"/>
                </a:moveTo>
                <a:cubicBezTo>
                  <a:pt x="30" y="6"/>
                  <a:pt x="30" y="6"/>
                  <a:pt x="30" y="6"/>
                </a:cubicBezTo>
                <a:cubicBezTo>
                  <a:pt x="7" y="47"/>
                  <a:pt x="7" y="47"/>
                  <a:pt x="7" y="47"/>
                </a:cubicBezTo>
                <a:cubicBezTo>
                  <a:pt x="30" y="88"/>
                  <a:pt x="30" y="88"/>
                  <a:pt x="30" y="88"/>
                </a:cubicBezTo>
                <a:cubicBezTo>
                  <a:pt x="78" y="88"/>
                  <a:pt x="78" y="88"/>
                  <a:pt x="78" y="88"/>
                </a:cubicBezTo>
                <a:cubicBezTo>
                  <a:pt x="102" y="47"/>
                  <a:pt x="102" y="47"/>
                  <a:pt x="102" y="47"/>
                </a:cubicBezTo>
                <a:cubicBezTo>
                  <a:pt x="78" y="6"/>
                  <a:pt x="78" y="6"/>
                  <a:pt x="78" y="6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19"/>
          <p:cNvSpPr>
            <a:spLocks/>
          </p:cNvSpPr>
          <p:nvPr/>
        </p:nvSpPr>
        <p:spPr bwMode="auto">
          <a:xfrm>
            <a:off x="9107488" y="2032681"/>
            <a:ext cx="1252538" cy="1108075"/>
          </a:xfrm>
          <a:custGeom>
            <a:avLst/>
            <a:gdLst>
              <a:gd name="T0" fmla="*/ 203 w 789"/>
              <a:gd name="T1" fmla="*/ 0 h 698"/>
              <a:gd name="T2" fmla="*/ 598 w 789"/>
              <a:gd name="T3" fmla="*/ 0 h 698"/>
              <a:gd name="T4" fmla="*/ 789 w 789"/>
              <a:gd name="T5" fmla="*/ 349 h 698"/>
              <a:gd name="T6" fmla="*/ 598 w 789"/>
              <a:gd name="T7" fmla="*/ 698 h 698"/>
              <a:gd name="T8" fmla="*/ 203 w 789"/>
              <a:gd name="T9" fmla="*/ 698 h 698"/>
              <a:gd name="T10" fmla="*/ 0 w 789"/>
              <a:gd name="T11" fmla="*/ 349 h 698"/>
              <a:gd name="T12" fmla="*/ 203 w 789"/>
              <a:gd name="T13" fmla="*/ 0 h 698"/>
              <a:gd name="T14" fmla="*/ 203 w 789"/>
              <a:gd name="T15" fmla="*/ 0 h 6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89" h="698">
                <a:moveTo>
                  <a:pt x="203" y="0"/>
                </a:moveTo>
                <a:lnTo>
                  <a:pt x="598" y="0"/>
                </a:lnTo>
                <a:lnTo>
                  <a:pt x="789" y="349"/>
                </a:lnTo>
                <a:lnTo>
                  <a:pt x="598" y="698"/>
                </a:lnTo>
                <a:lnTo>
                  <a:pt x="203" y="698"/>
                </a:lnTo>
                <a:lnTo>
                  <a:pt x="0" y="349"/>
                </a:lnTo>
                <a:lnTo>
                  <a:pt x="203" y="0"/>
                </a:lnTo>
                <a:lnTo>
                  <a:pt x="20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20"/>
          <p:cNvSpPr>
            <a:spLocks/>
          </p:cNvSpPr>
          <p:nvPr/>
        </p:nvSpPr>
        <p:spPr bwMode="auto">
          <a:xfrm>
            <a:off x="9450388" y="4083731"/>
            <a:ext cx="585788" cy="512763"/>
          </a:xfrm>
          <a:custGeom>
            <a:avLst/>
            <a:gdLst>
              <a:gd name="T0" fmla="*/ 89 w 369"/>
              <a:gd name="T1" fmla="*/ 0 h 323"/>
              <a:gd name="T2" fmla="*/ 267 w 369"/>
              <a:gd name="T3" fmla="*/ 0 h 323"/>
              <a:gd name="T4" fmla="*/ 369 w 369"/>
              <a:gd name="T5" fmla="*/ 155 h 323"/>
              <a:gd name="T6" fmla="*/ 267 w 369"/>
              <a:gd name="T7" fmla="*/ 323 h 323"/>
              <a:gd name="T8" fmla="*/ 89 w 369"/>
              <a:gd name="T9" fmla="*/ 323 h 323"/>
              <a:gd name="T10" fmla="*/ 0 w 369"/>
              <a:gd name="T11" fmla="*/ 155 h 323"/>
              <a:gd name="T12" fmla="*/ 89 w 369"/>
              <a:gd name="T13" fmla="*/ 0 h 323"/>
              <a:gd name="T14" fmla="*/ 89 w 369"/>
              <a:gd name="T15" fmla="*/ 0 h 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69" h="323">
                <a:moveTo>
                  <a:pt x="89" y="0"/>
                </a:moveTo>
                <a:lnTo>
                  <a:pt x="267" y="0"/>
                </a:lnTo>
                <a:lnTo>
                  <a:pt x="369" y="155"/>
                </a:lnTo>
                <a:lnTo>
                  <a:pt x="267" y="323"/>
                </a:lnTo>
                <a:lnTo>
                  <a:pt x="89" y="323"/>
                </a:lnTo>
                <a:lnTo>
                  <a:pt x="0" y="155"/>
                </a:lnTo>
                <a:lnTo>
                  <a:pt x="89" y="0"/>
                </a:lnTo>
                <a:lnTo>
                  <a:pt x="8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2206310" y="4140057"/>
            <a:ext cx="5245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+mj-lt"/>
              </a:rPr>
              <a:t>01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032006" y="4140057"/>
            <a:ext cx="5100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+mj-lt"/>
              </a:rPr>
              <a:t>02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851281" y="4140057"/>
            <a:ext cx="5100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+mj-lt"/>
              </a:rPr>
              <a:t>03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67357" y="4140057"/>
            <a:ext cx="514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+mj-lt"/>
              </a:rPr>
              <a:t>04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477916" y="4140057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+mj-lt"/>
              </a:rPr>
              <a:t>05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2202051" y="2344951"/>
            <a:ext cx="546998" cy="483534"/>
            <a:chOff x="-1587" y="65088"/>
            <a:chExt cx="862013" cy="762000"/>
          </a:xfrm>
          <a:solidFill>
            <a:schemeClr val="bg1"/>
          </a:solidFill>
        </p:grpSpPr>
        <p:sp>
          <p:nvSpPr>
            <p:cNvPr id="28" name="Freeform 42"/>
            <p:cNvSpPr>
              <a:spLocks noEditPoints="1"/>
            </p:cNvSpPr>
            <p:nvPr/>
          </p:nvSpPr>
          <p:spPr bwMode="auto">
            <a:xfrm>
              <a:off x="255588" y="65088"/>
              <a:ext cx="604838" cy="762000"/>
            </a:xfrm>
            <a:custGeom>
              <a:avLst/>
              <a:gdLst>
                <a:gd name="T0" fmla="*/ 96 w 178"/>
                <a:gd name="T1" fmla="*/ 16 h 224"/>
                <a:gd name="T2" fmla="*/ 96 w 178"/>
                <a:gd name="T3" fmla="*/ 16 h 224"/>
                <a:gd name="T4" fmla="*/ 94 w 178"/>
                <a:gd name="T5" fmla="*/ 16 h 224"/>
                <a:gd name="T6" fmla="*/ 86 w 178"/>
                <a:gd name="T7" fmla="*/ 76 h 224"/>
                <a:gd name="T8" fmla="*/ 133 w 178"/>
                <a:gd name="T9" fmla="*/ 76 h 224"/>
                <a:gd name="T10" fmla="*/ 162 w 178"/>
                <a:gd name="T11" fmla="*/ 106 h 224"/>
                <a:gd name="T12" fmla="*/ 154 w 178"/>
                <a:gd name="T13" fmla="*/ 179 h 224"/>
                <a:gd name="T14" fmla="*/ 125 w 178"/>
                <a:gd name="T15" fmla="*/ 208 h 224"/>
                <a:gd name="T16" fmla="*/ 44 w 178"/>
                <a:gd name="T17" fmla="*/ 208 h 224"/>
                <a:gd name="T18" fmla="*/ 16 w 178"/>
                <a:gd name="T19" fmla="*/ 179 h 224"/>
                <a:gd name="T20" fmla="*/ 16 w 178"/>
                <a:gd name="T21" fmla="*/ 106 h 224"/>
                <a:gd name="T22" fmla="*/ 75 w 178"/>
                <a:gd name="T23" fmla="*/ 20 h 224"/>
                <a:gd name="T24" fmla="*/ 94 w 178"/>
                <a:gd name="T25" fmla="*/ 16 h 224"/>
                <a:gd name="T26" fmla="*/ 94 w 178"/>
                <a:gd name="T27" fmla="*/ 0 h 224"/>
                <a:gd name="T28" fmla="*/ 94 w 178"/>
                <a:gd name="T29" fmla="*/ 0 h 224"/>
                <a:gd name="T30" fmla="*/ 94 w 178"/>
                <a:gd name="T31" fmla="*/ 0 h 224"/>
                <a:gd name="T32" fmla="*/ 69 w 178"/>
                <a:gd name="T33" fmla="*/ 5 h 224"/>
                <a:gd name="T34" fmla="*/ 28 w 178"/>
                <a:gd name="T35" fmla="*/ 49 h 224"/>
                <a:gd name="T36" fmla="*/ 0 w 178"/>
                <a:gd name="T37" fmla="*/ 106 h 224"/>
                <a:gd name="T38" fmla="*/ 0 w 178"/>
                <a:gd name="T39" fmla="*/ 179 h 224"/>
                <a:gd name="T40" fmla="*/ 44 w 178"/>
                <a:gd name="T41" fmla="*/ 224 h 224"/>
                <a:gd name="T42" fmla="*/ 125 w 178"/>
                <a:gd name="T43" fmla="*/ 224 h 224"/>
                <a:gd name="T44" fmla="*/ 170 w 178"/>
                <a:gd name="T45" fmla="*/ 180 h 224"/>
                <a:gd name="T46" fmla="*/ 178 w 178"/>
                <a:gd name="T47" fmla="*/ 107 h 224"/>
                <a:gd name="T48" fmla="*/ 178 w 178"/>
                <a:gd name="T49" fmla="*/ 106 h 224"/>
                <a:gd name="T50" fmla="*/ 133 w 178"/>
                <a:gd name="T51" fmla="*/ 60 h 224"/>
                <a:gd name="T52" fmla="*/ 105 w 178"/>
                <a:gd name="T53" fmla="*/ 60 h 224"/>
                <a:gd name="T54" fmla="*/ 110 w 178"/>
                <a:gd name="T55" fmla="*/ 19 h 224"/>
                <a:gd name="T56" fmla="*/ 110 w 178"/>
                <a:gd name="T57" fmla="*/ 16 h 224"/>
                <a:gd name="T58" fmla="*/ 94 w 178"/>
                <a:gd name="T59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78" h="224">
                  <a:moveTo>
                    <a:pt x="96" y="16"/>
                  </a:moveTo>
                  <a:cubicBezTo>
                    <a:pt x="96" y="16"/>
                    <a:pt x="96" y="16"/>
                    <a:pt x="96" y="16"/>
                  </a:cubicBezTo>
                  <a:moveTo>
                    <a:pt x="94" y="16"/>
                  </a:moveTo>
                  <a:cubicBezTo>
                    <a:pt x="86" y="76"/>
                    <a:pt x="86" y="76"/>
                    <a:pt x="86" y="76"/>
                  </a:cubicBezTo>
                  <a:cubicBezTo>
                    <a:pt x="133" y="76"/>
                    <a:pt x="133" y="76"/>
                    <a:pt x="133" y="76"/>
                  </a:cubicBezTo>
                  <a:cubicBezTo>
                    <a:pt x="149" y="76"/>
                    <a:pt x="162" y="89"/>
                    <a:pt x="162" y="106"/>
                  </a:cubicBezTo>
                  <a:cubicBezTo>
                    <a:pt x="154" y="179"/>
                    <a:pt x="154" y="179"/>
                    <a:pt x="154" y="179"/>
                  </a:cubicBezTo>
                  <a:cubicBezTo>
                    <a:pt x="154" y="195"/>
                    <a:pt x="141" y="208"/>
                    <a:pt x="125" y="208"/>
                  </a:cubicBezTo>
                  <a:cubicBezTo>
                    <a:pt x="44" y="208"/>
                    <a:pt x="44" y="208"/>
                    <a:pt x="44" y="208"/>
                  </a:cubicBezTo>
                  <a:cubicBezTo>
                    <a:pt x="28" y="208"/>
                    <a:pt x="16" y="195"/>
                    <a:pt x="16" y="179"/>
                  </a:cubicBezTo>
                  <a:cubicBezTo>
                    <a:pt x="16" y="106"/>
                    <a:pt x="16" y="106"/>
                    <a:pt x="16" y="106"/>
                  </a:cubicBezTo>
                  <a:cubicBezTo>
                    <a:pt x="16" y="90"/>
                    <a:pt x="63" y="24"/>
                    <a:pt x="75" y="20"/>
                  </a:cubicBezTo>
                  <a:cubicBezTo>
                    <a:pt x="87" y="16"/>
                    <a:pt x="94" y="16"/>
                    <a:pt x="94" y="16"/>
                  </a:cubicBezTo>
                  <a:moveTo>
                    <a:pt x="94" y="0"/>
                  </a:moveTo>
                  <a:cubicBezTo>
                    <a:pt x="94" y="0"/>
                    <a:pt x="94" y="0"/>
                    <a:pt x="94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2" y="0"/>
                    <a:pt x="83" y="1"/>
                    <a:pt x="69" y="5"/>
                  </a:cubicBezTo>
                  <a:cubicBezTo>
                    <a:pt x="60" y="8"/>
                    <a:pt x="46" y="23"/>
                    <a:pt x="28" y="49"/>
                  </a:cubicBezTo>
                  <a:cubicBezTo>
                    <a:pt x="9" y="75"/>
                    <a:pt x="0" y="95"/>
                    <a:pt x="0" y="106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204"/>
                    <a:pt x="19" y="224"/>
                    <a:pt x="44" y="224"/>
                  </a:cubicBezTo>
                  <a:cubicBezTo>
                    <a:pt x="125" y="224"/>
                    <a:pt x="125" y="224"/>
                    <a:pt x="125" y="224"/>
                  </a:cubicBezTo>
                  <a:cubicBezTo>
                    <a:pt x="149" y="224"/>
                    <a:pt x="169" y="204"/>
                    <a:pt x="170" y="180"/>
                  </a:cubicBezTo>
                  <a:cubicBezTo>
                    <a:pt x="178" y="107"/>
                    <a:pt x="178" y="107"/>
                    <a:pt x="178" y="107"/>
                  </a:cubicBezTo>
                  <a:cubicBezTo>
                    <a:pt x="178" y="107"/>
                    <a:pt x="178" y="106"/>
                    <a:pt x="178" y="106"/>
                  </a:cubicBezTo>
                  <a:cubicBezTo>
                    <a:pt x="178" y="81"/>
                    <a:pt x="158" y="60"/>
                    <a:pt x="133" y="60"/>
                  </a:cubicBezTo>
                  <a:cubicBezTo>
                    <a:pt x="105" y="60"/>
                    <a:pt x="105" y="60"/>
                    <a:pt x="105" y="60"/>
                  </a:cubicBezTo>
                  <a:cubicBezTo>
                    <a:pt x="110" y="19"/>
                    <a:pt x="110" y="19"/>
                    <a:pt x="110" y="19"/>
                  </a:cubicBezTo>
                  <a:cubicBezTo>
                    <a:pt x="110" y="18"/>
                    <a:pt x="110" y="17"/>
                    <a:pt x="110" y="16"/>
                  </a:cubicBezTo>
                  <a:cubicBezTo>
                    <a:pt x="110" y="7"/>
                    <a:pt x="103" y="0"/>
                    <a:pt x="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43"/>
            <p:cNvSpPr>
              <a:spLocks/>
            </p:cNvSpPr>
            <p:nvPr/>
          </p:nvSpPr>
          <p:spPr bwMode="auto">
            <a:xfrm>
              <a:off x="419101" y="582613"/>
              <a:ext cx="315913" cy="163513"/>
            </a:xfrm>
            <a:custGeom>
              <a:avLst/>
              <a:gdLst>
                <a:gd name="T0" fmla="*/ 67 w 93"/>
                <a:gd name="T1" fmla="*/ 48 h 48"/>
                <a:gd name="T2" fmla="*/ 4 w 93"/>
                <a:gd name="T3" fmla="*/ 48 h 48"/>
                <a:gd name="T4" fmla="*/ 0 w 93"/>
                <a:gd name="T5" fmla="*/ 44 h 48"/>
                <a:gd name="T6" fmla="*/ 4 w 93"/>
                <a:gd name="T7" fmla="*/ 40 h 48"/>
                <a:gd name="T8" fmla="*/ 67 w 93"/>
                <a:gd name="T9" fmla="*/ 40 h 48"/>
                <a:gd name="T10" fmla="*/ 84 w 93"/>
                <a:gd name="T11" fmla="*/ 23 h 48"/>
                <a:gd name="T12" fmla="*/ 85 w 93"/>
                <a:gd name="T13" fmla="*/ 4 h 48"/>
                <a:gd name="T14" fmla="*/ 89 w 93"/>
                <a:gd name="T15" fmla="*/ 0 h 48"/>
                <a:gd name="T16" fmla="*/ 93 w 93"/>
                <a:gd name="T17" fmla="*/ 4 h 48"/>
                <a:gd name="T18" fmla="*/ 92 w 93"/>
                <a:gd name="T19" fmla="*/ 23 h 48"/>
                <a:gd name="T20" fmla="*/ 67 w 93"/>
                <a:gd name="T21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3" h="48">
                  <a:moveTo>
                    <a:pt x="67" y="48"/>
                  </a:moveTo>
                  <a:cubicBezTo>
                    <a:pt x="4" y="48"/>
                    <a:pt x="4" y="48"/>
                    <a:pt x="4" y="48"/>
                  </a:cubicBezTo>
                  <a:cubicBezTo>
                    <a:pt x="2" y="48"/>
                    <a:pt x="0" y="46"/>
                    <a:pt x="0" y="44"/>
                  </a:cubicBezTo>
                  <a:cubicBezTo>
                    <a:pt x="0" y="42"/>
                    <a:pt x="2" y="40"/>
                    <a:pt x="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76" y="40"/>
                    <a:pt x="84" y="32"/>
                    <a:pt x="84" y="23"/>
                  </a:cubicBezTo>
                  <a:cubicBezTo>
                    <a:pt x="85" y="4"/>
                    <a:pt x="85" y="4"/>
                    <a:pt x="85" y="4"/>
                  </a:cubicBezTo>
                  <a:cubicBezTo>
                    <a:pt x="85" y="2"/>
                    <a:pt x="87" y="0"/>
                    <a:pt x="89" y="0"/>
                  </a:cubicBezTo>
                  <a:cubicBezTo>
                    <a:pt x="91" y="0"/>
                    <a:pt x="93" y="2"/>
                    <a:pt x="93" y="4"/>
                  </a:cubicBezTo>
                  <a:cubicBezTo>
                    <a:pt x="92" y="23"/>
                    <a:pt x="92" y="23"/>
                    <a:pt x="92" y="23"/>
                  </a:cubicBezTo>
                  <a:cubicBezTo>
                    <a:pt x="92" y="37"/>
                    <a:pt x="81" y="48"/>
                    <a:pt x="67" y="4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44"/>
            <p:cNvSpPr>
              <a:spLocks/>
            </p:cNvSpPr>
            <p:nvPr/>
          </p:nvSpPr>
          <p:spPr bwMode="auto">
            <a:xfrm>
              <a:off x="714376" y="500063"/>
              <a:ext cx="33338" cy="58738"/>
            </a:xfrm>
            <a:custGeom>
              <a:avLst/>
              <a:gdLst>
                <a:gd name="T0" fmla="*/ 5 w 10"/>
                <a:gd name="T1" fmla="*/ 17 h 17"/>
                <a:gd name="T2" fmla="*/ 4 w 10"/>
                <a:gd name="T3" fmla="*/ 17 h 17"/>
                <a:gd name="T4" fmla="*/ 1 w 10"/>
                <a:gd name="T5" fmla="*/ 12 h 17"/>
                <a:gd name="T6" fmla="*/ 2 w 10"/>
                <a:gd name="T7" fmla="*/ 4 h 17"/>
                <a:gd name="T8" fmla="*/ 6 w 10"/>
                <a:gd name="T9" fmla="*/ 0 h 17"/>
                <a:gd name="T10" fmla="*/ 10 w 10"/>
                <a:gd name="T11" fmla="*/ 4 h 17"/>
                <a:gd name="T12" fmla="*/ 9 w 10"/>
                <a:gd name="T13" fmla="*/ 13 h 17"/>
                <a:gd name="T14" fmla="*/ 5 w 10"/>
                <a:gd name="T1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17">
                  <a:moveTo>
                    <a:pt x="5" y="17"/>
                  </a:moveTo>
                  <a:cubicBezTo>
                    <a:pt x="5" y="17"/>
                    <a:pt x="4" y="17"/>
                    <a:pt x="4" y="17"/>
                  </a:cubicBezTo>
                  <a:cubicBezTo>
                    <a:pt x="2" y="16"/>
                    <a:pt x="0" y="14"/>
                    <a:pt x="1" y="12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1"/>
                    <a:pt x="4" y="0"/>
                    <a:pt x="6" y="0"/>
                  </a:cubicBezTo>
                  <a:cubicBezTo>
                    <a:pt x="8" y="0"/>
                    <a:pt x="10" y="2"/>
                    <a:pt x="10" y="4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8" y="15"/>
                    <a:pt x="7" y="17"/>
                    <a:pt x="5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45"/>
            <p:cNvSpPr>
              <a:spLocks noEditPoints="1"/>
            </p:cNvSpPr>
            <p:nvPr/>
          </p:nvSpPr>
          <p:spPr bwMode="auto">
            <a:xfrm>
              <a:off x="-1587" y="350838"/>
              <a:ext cx="312738" cy="449263"/>
            </a:xfrm>
            <a:custGeom>
              <a:avLst/>
              <a:gdLst>
                <a:gd name="T0" fmla="*/ 66 w 92"/>
                <a:gd name="T1" fmla="*/ 16 h 132"/>
                <a:gd name="T2" fmla="*/ 76 w 92"/>
                <a:gd name="T3" fmla="*/ 30 h 132"/>
                <a:gd name="T4" fmla="*/ 76 w 92"/>
                <a:gd name="T5" fmla="*/ 102 h 132"/>
                <a:gd name="T6" fmla="*/ 66 w 92"/>
                <a:gd name="T7" fmla="*/ 116 h 132"/>
                <a:gd name="T8" fmla="*/ 32 w 92"/>
                <a:gd name="T9" fmla="*/ 116 h 132"/>
                <a:gd name="T10" fmla="*/ 16 w 92"/>
                <a:gd name="T11" fmla="*/ 102 h 132"/>
                <a:gd name="T12" fmla="*/ 16 w 92"/>
                <a:gd name="T13" fmla="*/ 30 h 132"/>
                <a:gd name="T14" fmla="*/ 32 w 92"/>
                <a:gd name="T15" fmla="*/ 16 h 132"/>
                <a:gd name="T16" fmla="*/ 64 w 92"/>
                <a:gd name="T17" fmla="*/ 16 h 132"/>
                <a:gd name="T18" fmla="*/ 66 w 92"/>
                <a:gd name="T19" fmla="*/ 0 h 132"/>
                <a:gd name="T20" fmla="*/ 32 w 92"/>
                <a:gd name="T21" fmla="*/ 0 h 132"/>
                <a:gd name="T22" fmla="*/ 0 w 92"/>
                <a:gd name="T23" fmla="*/ 30 h 132"/>
                <a:gd name="T24" fmla="*/ 0 w 92"/>
                <a:gd name="T25" fmla="*/ 102 h 132"/>
                <a:gd name="T26" fmla="*/ 32 w 92"/>
                <a:gd name="T27" fmla="*/ 132 h 132"/>
                <a:gd name="T28" fmla="*/ 66 w 92"/>
                <a:gd name="T29" fmla="*/ 132 h 132"/>
                <a:gd name="T30" fmla="*/ 92 w 92"/>
                <a:gd name="T31" fmla="*/ 102 h 132"/>
                <a:gd name="T32" fmla="*/ 92 w 92"/>
                <a:gd name="T33" fmla="*/ 30 h 132"/>
                <a:gd name="T34" fmla="*/ 66 w 92"/>
                <a:gd name="T35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2" h="132">
                  <a:moveTo>
                    <a:pt x="66" y="16"/>
                  </a:moveTo>
                  <a:cubicBezTo>
                    <a:pt x="73" y="16"/>
                    <a:pt x="76" y="23"/>
                    <a:pt x="76" y="30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6" y="110"/>
                    <a:pt x="73" y="116"/>
                    <a:pt x="66" y="116"/>
                  </a:cubicBezTo>
                  <a:cubicBezTo>
                    <a:pt x="32" y="116"/>
                    <a:pt x="32" y="116"/>
                    <a:pt x="32" y="116"/>
                  </a:cubicBezTo>
                  <a:cubicBezTo>
                    <a:pt x="24" y="116"/>
                    <a:pt x="16" y="110"/>
                    <a:pt x="16" y="102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23"/>
                    <a:pt x="24" y="16"/>
                    <a:pt x="32" y="16"/>
                  </a:cubicBezTo>
                  <a:cubicBezTo>
                    <a:pt x="64" y="16"/>
                    <a:pt x="64" y="16"/>
                    <a:pt x="64" y="16"/>
                  </a:cubicBezTo>
                  <a:moveTo>
                    <a:pt x="66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5" y="0"/>
                    <a:pt x="0" y="14"/>
                    <a:pt x="0" y="30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19"/>
                    <a:pt x="15" y="132"/>
                    <a:pt x="32" y="132"/>
                  </a:cubicBezTo>
                  <a:cubicBezTo>
                    <a:pt x="66" y="132"/>
                    <a:pt x="66" y="132"/>
                    <a:pt x="66" y="132"/>
                  </a:cubicBezTo>
                  <a:cubicBezTo>
                    <a:pt x="78" y="132"/>
                    <a:pt x="92" y="124"/>
                    <a:pt x="92" y="102"/>
                  </a:cubicBezTo>
                  <a:cubicBezTo>
                    <a:pt x="92" y="30"/>
                    <a:pt x="92" y="30"/>
                    <a:pt x="92" y="30"/>
                  </a:cubicBezTo>
                  <a:cubicBezTo>
                    <a:pt x="92" y="8"/>
                    <a:pt x="78" y="0"/>
                    <a:pt x="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46"/>
            <p:cNvSpPr>
              <a:spLocks/>
            </p:cNvSpPr>
            <p:nvPr/>
          </p:nvSpPr>
          <p:spPr bwMode="auto">
            <a:xfrm>
              <a:off x="106363" y="623888"/>
              <a:ext cx="109538" cy="134938"/>
            </a:xfrm>
            <a:custGeom>
              <a:avLst/>
              <a:gdLst>
                <a:gd name="T0" fmla="*/ 28 w 32"/>
                <a:gd name="T1" fmla="*/ 40 h 40"/>
                <a:gd name="T2" fmla="*/ 24 w 32"/>
                <a:gd name="T3" fmla="*/ 36 h 40"/>
                <a:gd name="T4" fmla="*/ 24 w 32"/>
                <a:gd name="T5" fmla="*/ 14 h 40"/>
                <a:gd name="T6" fmla="*/ 16 w 32"/>
                <a:gd name="T7" fmla="*/ 8 h 40"/>
                <a:gd name="T8" fmla="*/ 8 w 32"/>
                <a:gd name="T9" fmla="*/ 14 h 40"/>
                <a:gd name="T10" fmla="*/ 8 w 32"/>
                <a:gd name="T11" fmla="*/ 36 h 40"/>
                <a:gd name="T12" fmla="*/ 4 w 32"/>
                <a:gd name="T13" fmla="*/ 40 h 40"/>
                <a:gd name="T14" fmla="*/ 0 w 32"/>
                <a:gd name="T15" fmla="*/ 36 h 40"/>
                <a:gd name="T16" fmla="*/ 0 w 32"/>
                <a:gd name="T17" fmla="*/ 14 h 40"/>
                <a:gd name="T18" fmla="*/ 16 w 32"/>
                <a:gd name="T19" fmla="*/ 0 h 40"/>
                <a:gd name="T20" fmla="*/ 32 w 32"/>
                <a:gd name="T21" fmla="*/ 14 h 40"/>
                <a:gd name="T22" fmla="*/ 32 w 32"/>
                <a:gd name="T23" fmla="*/ 36 h 40"/>
                <a:gd name="T24" fmla="*/ 28 w 32"/>
                <a:gd name="T2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40">
                  <a:moveTo>
                    <a:pt x="28" y="40"/>
                  </a:moveTo>
                  <a:cubicBezTo>
                    <a:pt x="26" y="40"/>
                    <a:pt x="24" y="38"/>
                    <a:pt x="24" y="36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4" y="11"/>
                    <a:pt x="20" y="8"/>
                    <a:pt x="16" y="8"/>
                  </a:cubicBezTo>
                  <a:cubicBezTo>
                    <a:pt x="12" y="8"/>
                    <a:pt x="8" y="11"/>
                    <a:pt x="8" y="14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8" y="38"/>
                    <a:pt x="6" y="40"/>
                    <a:pt x="4" y="40"/>
                  </a:cubicBezTo>
                  <a:cubicBezTo>
                    <a:pt x="2" y="40"/>
                    <a:pt x="0" y="38"/>
                    <a:pt x="0" y="36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5" y="0"/>
                    <a:pt x="32" y="7"/>
                    <a:pt x="32" y="14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2" y="38"/>
                    <a:pt x="30" y="40"/>
                    <a:pt x="28" y="4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47"/>
            <p:cNvSpPr>
              <a:spLocks/>
            </p:cNvSpPr>
            <p:nvPr/>
          </p:nvSpPr>
          <p:spPr bwMode="auto">
            <a:xfrm>
              <a:off x="147638" y="677863"/>
              <a:ext cx="26988" cy="53975"/>
            </a:xfrm>
            <a:custGeom>
              <a:avLst/>
              <a:gdLst>
                <a:gd name="T0" fmla="*/ 4 w 8"/>
                <a:gd name="T1" fmla="*/ 16 h 16"/>
                <a:gd name="T2" fmla="*/ 0 w 8"/>
                <a:gd name="T3" fmla="*/ 12 h 16"/>
                <a:gd name="T4" fmla="*/ 0 w 8"/>
                <a:gd name="T5" fmla="*/ 4 h 16"/>
                <a:gd name="T6" fmla="*/ 4 w 8"/>
                <a:gd name="T7" fmla="*/ 0 h 16"/>
                <a:gd name="T8" fmla="*/ 8 w 8"/>
                <a:gd name="T9" fmla="*/ 4 h 16"/>
                <a:gd name="T10" fmla="*/ 8 w 8"/>
                <a:gd name="T11" fmla="*/ 12 h 16"/>
                <a:gd name="T12" fmla="*/ 4 w 8"/>
                <a:gd name="T1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16">
                  <a:moveTo>
                    <a:pt x="4" y="16"/>
                  </a:moveTo>
                  <a:cubicBezTo>
                    <a:pt x="2" y="16"/>
                    <a:pt x="0" y="14"/>
                    <a:pt x="0" y="1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8" y="14"/>
                    <a:pt x="6" y="16"/>
                    <a:pt x="4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845355" y="2344446"/>
            <a:ext cx="512583" cy="483535"/>
            <a:chOff x="3719513" y="36513"/>
            <a:chExt cx="868363" cy="819150"/>
          </a:xfrm>
          <a:solidFill>
            <a:schemeClr val="bg1"/>
          </a:solidFill>
        </p:grpSpPr>
        <p:sp>
          <p:nvSpPr>
            <p:cNvPr id="35" name="Freeform 34"/>
            <p:cNvSpPr>
              <a:spLocks noEditPoints="1"/>
            </p:cNvSpPr>
            <p:nvPr/>
          </p:nvSpPr>
          <p:spPr bwMode="auto">
            <a:xfrm>
              <a:off x="3719513" y="36513"/>
              <a:ext cx="868363" cy="819150"/>
            </a:xfrm>
            <a:custGeom>
              <a:avLst/>
              <a:gdLst>
                <a:gd name="T0" fmla="*/ 173 w 256"/>
                <a:gd name="T1" fmla="*/ 16 h 240"/>
                <a:gd name="T2" fmla="*/ 240 w 256"/>
                <a:gd name="T3" fmla="*/ 79 h 240"/>
                <a:gd name="T4" fmla="*/ 232 w 256"/>
                <a:gd name="T5" fmla="*/ 110 h 240"/>
                <a:gd name="T6" fmla="*/ 128 w 256"/>
                <a:gd name="T7" fmla="*/ 224 h 240"/>
                <a:gd name="T8" fmla="*/ 24 w 256"/>
                <a:gd name="T9" fmla="*/ 110 h 240"/>
                <a:gd name="T10" fmla="*/ 16 w 256"/>
                <a:gd name="T11" fmla="*/ 79 h 240"/>
                <a:gd name="T12" fmla="*/ 83 w 256"/>
                <a:gd name="T13" fmla="*/ 16 h 240"/>
                <a:gd name="T14" fmla="*/ 128 w 256"/>
                <a:gd name="T15" fmla="*/ 50 h 240"/>
                <a:gd name="T16" fmla="*/ 173 w 256"/>
                <a:gd name="T17" fmla="*/ 16 h 240"/>
                <a:gd name="T18" fmla="*/ 173 w 256"/>
                <a:gd name="T19" fmla="*/ 0 h 240"/>
                <a:gd name="T20" fmla="*/ 128 w 256"/>
                <a:gd name="T21" fmla="*/ 20 h 240"/>
                <a:gd name="T22" fmla="*/ 83 w 256"/>
                <a:gd name="T23" fmla="*/ 0 h 240"/>
                <a:gd name="T24" fmla="*/ 0 w 256"/>
                <a:gd name="T25" fmla="*/ 79 h 240"/>
                <a:gd name="T26" fmla="*/ 11 w 256"/>
                <a:gd name="T27" fmla="*/ 119 h 240"/>
                <a:gd name="T28" fmla="*/ 117 w 256"/>
                <a:gd name="T29" fmla="*/ 236 h 240"/>
                <a:gd name="T30" fmla="*/ 128 w 256"/>
                <a:gd name="T31" fmla="*/ 240 h 240"/>
                <a:gd name="T32" fmla="*/ 139 w 256"/>
                <a:gd name="T33" fmla="*/ 236 h 240"/>
                <a:gd name="T34" fmla="*/ 245 w 256"/>
                <a:gd name="T35" fmla="*/ 119 h 240"/>
                <a:gd name="T36" fmla="*/ 256 w 256"/>
                <a:gd name="T37" fmla="*/ 79 h 240"/>
                <a:gd name="T38" fmla="*/ 173 w 256"/>
                <a:gd name="T39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6" h="240">
                  <a:moveTo>
                    <a:pt x="173" y="16"/>
                  </a:moveTo>
                  <a:cubicBezTo>
                    <a:pt x="210" y="16"/>
                    <a:pt x="240" y="45"/>
                    <a:pt x="240" y="79"/>
                  </a:cubicBezTo>
                  <a:cubicBezTo>
                    <a:pt x="240" y="89"/>
                    <a:pt x="237" y="103"/>
                    <a:pt x="232" y="110"/>
                  </a:cubicBezTo>
                  <a:cubicBezTo>
                    <a:pt x="208" y="144"/>
                    <a:pt x="128" y="224"/>
                    <a:pt x="128" y="224"/>
                  </a:cubicBezTo>
                  <a:cubicBezTo>
                    <a:pt x="128" y="224"/>
                    <a:pt x="48" y="144"/>
                    <a:pt x="24" y="110"/>
                  </a:cubicBezTo>
                  <a:cubicBezTo>
                    <a:pt x="19" y="103"/>
                    <a:pt x="16" y="89"/>
                    <a:pt x="16" y="79"/>
                  </a:cubicBezTo>
                  <a:cubicBezTo>
                    <a:pt x="16" y="45"/>
                    <a:pt x="46" y="16"/>
                    <a:pt x="83" y="16"/>
                  </a:cubicBezTo>
                  <a:cubicBezTo>
                    <a:pt x="109" y="16"/>
                    <a:pt x="117" y="30"/>
                    <a:pt x="128" y="50"/>
                  </a:cubicBezTo>
                  <a:cubicBezTo>
                    <a:pt x="139" y="30"/>
                    <a:pt x="147" y="16"/>
                    <a:pt x="173" y="16"/>
                  </a:cubicBezTo>
                  <a:moveTo>
                    <a:pt x="173" y="0"/>
                  </a:moveTo>
                  <a:cubicBezTo>
                    <a:pt x="150" y="0"/>
                    <a:pt x="137" y="9"/>
                    <a:pt x="128" y="20"/>
                  </a:cubicBezTo>
                  <a:cubicBezTo>
                    <a:pt x="118" y="9"/>
                    <a:pt x="105" y="0"/>
                    <a:pt x="83" y="0"/>
                  </a:cubicBezTo>
                  <a:cubicBezTo>
                    <a:pt x="37" y="0"/>
                    <a:pt x="0" y="36"/>
                    <a:pt x="0" y="79"/>
                  </a:cubicBezTo>
                  <a:cubicBezTo>
                    <a:pt x="0" y="91"/>
                    <a:pt x="3" y="109"/>
                    <a:pt x="11" y="119"/>
                  </a:cubicBezTo>
                  <a:cubicBezTo>
                    <a:pt x="35" y="154"/>
                    <a:pt x="113" y="232"/>
                    <a:pt x="117" y="236"/>
                  </a:cubicBezTo>
                  <a:cubicBezTo>
                    <a:pt x="120" y="239"/>
                    <a:pt x="124" y="240"/>
                    <a:pt x="128" y="240"/>
                  </a:cubicBezTo>
                  <a:cubicBezTo>
                    <a:pt x="132" y="240"/>
                    <a:pt x="136" y="239"/>
                    <a:pt x="139" y="236"/>
                  </a:cubicBezTo>
                  <a:cubicBezTo>
                    <a:pt x="143" y="232"/>
                    <a:pt x="220" y="154"/>
                    <a:pt x="245" y="119"/>
                  </a:cubicBezTo>
                  <a:cubicBezTo>
                    <a:pt x="253" y="109"/>
                    <a:pt x="256" y="91"/>
                    <a:pt x="256" y="79"/>
                  </a:cubicBezTo>
                  <a:cubicBezTo>
                    <a:pt x="256" y="36"/>
                    <a:pt x="219" y="0"/>
                    <a:pt x="1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5"/>
            <p:cNvSpPr>
              <a:spLocks noEditPoints="1"/>
            </p:cNvSpPr>
            <p:nvPr/>
          </p:nvSpPr>
          <p:spPr bwMode="auto">
            <a:xfrm>
              <a:off x="4271963" y="146050"/>
              <a:ext cx="193675" cy="354013"/>
            </a:xfrm>
            <a:custGeom>
              <a:avLst/>
              <a:gdLst>
                <a:gd name="T0" fmla="*/ 25 w 57"/>
                <a:gd name="T1" fmla="*/ 104 h 104"/>
                <a:gd name="T2" fmla="*/ 22 w 57"/>
                <a:gd name="T3" fmla="*/ 103 h 104"/>
                <a:gd name="T4" fmla="*/ 22 w 57"/>
                <a:gd name="T5" fmla="*/ 97 h 104"/>
                <a:gd name="T6" fmla="*/ 44 w 57"/>
                <a:gd name="T7" fmla="*/ 71 h 104"/>
                <a:gd name="T8" fmla="*/ 49 w 57"/>
                <a:gd name="T9" fmla="*/ 51 h 104"/>
                <a:gd name="T10" fmla="*/ 39 w 57"/>
                <a:gd name="T11" fmla="*/ 24 h 104"/>
                <a:gd name="T12" fmla="*/ 39 w 57"/>
                <a:gd name="T13" fmla="*/ 19 h 104"/>
                <a:gd name="T14" fmla="*/ 45 w 57"/>
                <a:gd name="T15" fmla="*/ 19 h 104"/>
                <a:gd name="T16" fmla="*/ 57 w 57"/>
                <a:gd name="T17" fmla="*/ 51 h 104"/>
                <a:gd name="T18" fmla="*/ 50 w 57"/>
                <a:gd name="T19" fmla="*/ 75 h 104"/>
                <a:gd name="T20" fmla="*/ 28 w 57"/>
                <a:gd name="T21" fmla="*/ 102 h 104"/>
                <a:gd name="T22" fmla="*/ 25 w 57"/>
                <a:gd name="T23" fmla="*/ 104 h 104"/>
                <a:gd name="T24" fmla="*/ 25 w 57"/>
                <a:gd name="T25" fmla="*/ 13 h 104"/>
                <a:gd name="T26" fmla="*/ 24 w 57"/>
                <a:gd name="T27" fmla="*/ 13 h 104"/>
                <a:gd name="T28" fmla="*/ 4 w 57"/>
                <a:gd name="T29" fmla="*/ 8 h 104"/>
                <a:gd name="T30" fmla="*/ 0 w 57"/>
                <a:gd name="T31" fmla="*/ 4 h 104"/>
                <a:gd name="T32" fmla="*/ 4 w 57"/>
                <a:gd name="T33" fmla="*/ 0 h 104"/>
                <a:gd name="T34" fmla="*/ 27 w 57"/>
                <a:gd name="T35" fmla="*/ 5 h 104"/>
                <a:gd name="T36" fmla="*/ 29 w 57"/>
                <a:gd name="T37" fmla="*/ 11 h 104"/>
                <a:gd name="T38" fmla="*/ 25 w 57"/>
                <a:gd name="T39" fmla="*/ 13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7" h="104">
                  <a:moveTo>
                    <a:pt x="25" y="104"/>
                  </a:moveTo>
                  <a:cubicBezTo>
                    <a:pt x="24" y="104"/>
                    <a:pt x="23" y="103"/>
                    <a:pt x="22" y="103"/>
                  </a:cubicBezTo>
                  <a:cubicBezTo>
                    <a:pt x="20" y="101"/>
                    <a:pt x="20" y="99"/>
                    <a:pt x="22" y="97"/>
                  </a:cubicBezTo>
                  <a:cubicBezTo>
                    <a:pt x="32" y="86"/>
                    <a:pt x="39" y="77"/>
                    <a:pt x="44" y="71"/>
                  </a:cubicBezTo>
                  <a:cubicBezTo>
                    <a:pt x="47" y="66"/>
                    <a:pt x="49" y="57"/>
                    <a:pt x="49" y="51"/>
                  </a:cubicBezTo>
                  <a:cubicBezTo>
                    <a:pt x="49" y="41"/>
                    <a:pt x="45" y="32"/>
                    <a:pt x="39" y="24"/>
                  </a:cubicBezTo>
                  <a:cubicBezTo>
                    <a:pt x="38" y="23"/>
                    <a:pt x="38" y="20"/>
                    <a:pt x="39" y="19"/>
                  </a:cubicBezTo>
                  <a:cubicBezTo>
                    <a:pt x="41" y="17"/>
                    <a:pt x="44" y="17"/>
                    <a:pt x="45" y="19"/>
                  </a:cubicBezTo>
                  <a:cubicBezTo>
                    <a:pt x="53" y="28"/>
                    <a:pt x="57" y="39"/>
                    <a:pt x="57" y="51"/>
                  </a:cubicBezTo>
                  <a:cubicBezTo>
                    <a:pt x="57" y="58"/>
                    <a:pt x="55" y="69"/>
                    <a:pt x="50" y="75"/>
                  </a:cubicBezTo>
                  <a:cubicBezTo>
                    <a:pt x="46" y="82"/>
                    <a:pt x="38" y="91"/>
                    <a:pt x="28" y="102"/>
                  </a:cubicBezTo>
                  <a:cubicBezTo>
                    <a:pt x="27" y="103"/>
                    <a:pt x="26" y="104"/>
                    <a:pt x="25" y="104"/>
                  </a:cubicBezTo>
                  <a:close/>
                  <a:moveTo>
                    <a:pt x="25" y="13"/>
                  </a:moveTo>
                  <a:cubicBezTo>
                    <a:pt x="25" y="13"/>
                    <a:pt x="24" y="13"/>
                    <a:pt x="24" y="13"/>
                  </a:cubicBezTo>
                  <a:cubicBezTo>
                    <a:pt x="17" y="10"/>
                    <a:pt x="11" y="8"/>
                    <a:pt x="4" y="8"/>
                  </a:cubicBezTo>
                  <a:cubicBezTo>
                    <a:pt x="1" y="8"/>
                    <a:pt x="0" y="7"/>
                    <a:pt x="0" y="4"/>
                  </a:cubicBezTo>
                  <a:cubicBezTo>
                    <a:pt x="0" y="2"/>
                    <a:pt x="1" y="0"/>
                    <a:pt x="4" y="0"/>
                  </a:cubicBezTo>
                  <a:cubicBezTo>
                    <a:pt x="12" y="0"/>
                    <a:pt x="20" y="2"/>
                    <a:pt x="27" y="5"/>
                  </a:cubicBezTo>
                  <a:cubicBezTo>
                    <a:pt x="29" y="6"/>
                    <a:pt x="30" y="9"/>
                    <a:pt x="29" y="11"/>
                  </a:cubicBezTo>
                  <a:cubicBezTo>
                    <a:pt x="28" y="12"/>
                    <a:pt x="27" y="13"/>
                    <a:pt x="25" y="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7651397" y="2312883"/>
            <a:ext cx="539528" cy="536587"/>
            <a:chOff x="7426326" y="0"/>
            <a:chExt cx="873125" cy="868363"/>
          </a:xfrm>
          <a:solidFill>
            <a:schemeClr val="bg1"/>
          </a:solidFill>
        </p:grpSpPr>
        <p:sp>
          <p:nvSpPr>
            <p:cNvPr id="38" name="Freeform 36"/>
            <p:cNvSpPr>
              <a:spLocks/>
            </p:cNvSpPr>
            <p:nvPr/>
          </p:nvSpPr>
          <p:spPr bwMode="auto">
            <a:xfrm>
              <a:off x="7900988" y="469900"/>
              <a:ext cx="398463" cy="398463"/>
            </a:xfrm>
            <a:custGeom>
              <a:avLst/>
              <a:gdLst>
                <a:gd name="T0" fmla="*/ 86 w 117"/>
                <a:gd name="T1" fmla="*/ 117 h 117"/>
                <a:gd name="T2" fmla="*/ 65 w 117"/>
                <a:gd name="T3" fmla="*/ 108 h 117"/>
                <a:gd name="T4" fmla="*/ 3 w 117"/>
                <a:gd name="T5" fmla="*/ 46 h 117"/>
                <a:gd name="T6" fmla="*/ 3 w 117"/>
                <a:gd name="T7" fmla="*/ 34 h 117"/>
                <a:gd name="T8" fmla="*/ 14 w 117"/>
                <a:gd name="T9" fmla="*/ 34 h 117"/>
                <a:gd name="T10" fmla="*/ 77 w 117"/>
                <a:gd name="T11" fmla="*/ 97 h 117"/>
                <a:gd name="T12" fmla="*/ 86 w 117"/>
                <a:gd name="T13" fmla="*/ 101 h 117"/>
                <a:gd name="T14" fmla="*/ 87 w 117"/>
                <a:gd name="T15" fmla="*/ 101 h 117"/>
                <a:gd name="T16" fmla="*/ 96 w 117"/>
                <a:gd name="T17" fmla="*/ 97 h 117"/>
                <a:gd name="T18" fmla="*/ 101 w 117"/>
                <a:gd name="T19" fmla="*/ 87 h 117"/>
                <a:gd name="T20" fmla="*/ 97 w 117"/>
                <a:gd name="T21" fmla="*/ 77 h 117"/>
                <a:gd name="T22" fmla="*/ 34 w 117"/>
                <a:gd name="T23" fmla="*/ 14 h 117"/>
                <a:gd name="T24" fmla="*/ 34 w 117"/>
                <a:gd name="T25" fmla="*/ 3 h 117"/>
                <a:gd name="T26" fmla="*/ 45 w 117"/>
                <a:gd name="T27" fmla="*/ 3 h 117"/>
                <a:gd name="T28" fmla="*/ 108 w 117"/>
                <a:gd name="T29" fmla="*/ 66 h 117"/>
                <a:gd name="T30" fmla="*/ 117 w 117"/>
                <a:gd name="T31" fmla="*/ 87 h 117"/>
                <a:gd name="T32" fmla="*/ 108 w 117"/>
                <a:gd name="T33" fmla="*/ 108 h 117"/>
                <a:gd name="T34" fmla="*/ 87 w 117"/>
                <a:gd name="T35" fmla="*/ 117 h 117"/>
                <a:gd name="T36" fmla="*/ 86 w 117"/>
                <a:gd name="T3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7" h="117">
                  <a:moveTo>
                    <a:pt x="86" y="117"/>
                  </a:moveTo>
                  <a:cubicBezTo>
                    <a:pt x="79" y="117"/>
                    <a:pt x="71" y="114"/>
                    <a:pt x="65" y="10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0" y="42"/>
                    <a:pt x="0" y="37"/>
                    <a:pt x="3" y="34"/>
                  </a:cubicBezTo>
                  <a:cubicBezTo>
                    <a:pt x="6" y="31"/>
                    <a:pt x="11" y="31"/>
                    <a:pt x="14" y="34"/>
                  </a:cubicBezTo>
                  <a:cubicBezTo>
                    <a:pt x="77" y="97"/>
                    <a:pt x="77" y="97"/>
                    <a:pt x="77" y="97"/>
                  </a:cubicBezTo>
                  <a:cubicBezTo>
                    <a:pt x="79" y="99"/>
                    <a:pt x="83" y="101"/>
                    <a:pt x="86" y="101"/>
                  </a:cubicBezTo>
                  <a:cubicBezTo>
                    <a:pt x="86" y="101"/>
                    <a:pt x="87" y="101"/>
                    <a:pt x="87" y="101"/>
                  </a:cubicBezTo>
                  <a:cubicBezTo>
                    <a:pt x="90" y="101"/>
                    <a:pt x="94" y="99"/>
                    <a:pt x="96" y="97"/>
                  </a:cubicBezTo>
                  <a:cubicBezTo>
                    <a:pt x="99" y="94"/>
                    <a:pt x="101" y="91"/>
                    <a:pt x="101" y="87"/>
                  </a:cubicBezTo>
                  <a:cubicBezTo>
                    <a:pt x="101" y="83"/>
                    <a:pt x="99" y="80"/>
                    <a:pt x="97" y="77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1" y="11"/>
                    <a:pt x="31" y="6"/>
                    <a:pt x="34" y="3"/>
                  </a:cubicBezTo>
                  <a:cubicBezTo>
                    <a:pt x="37" y="0"/>
                    <a:pt x="42" y="0"/>
                    <a:pt x="45" y="3"/>
                  </a:cubicBezTo>
                  <a:cubicBezTo>
                    <a:pt x="108" y="66"/>
                    <a:pt x="108" y="66"/>
                    <a:pt x="108" y="66"/>
                  </a:cubicBezTo>
                  <a:cubicBezTo>
                    <a:pt x="114" y="71"/>
                    <a:pt x="117" y="79"/>
                    <a:pt x="117" y="87"/>
                  </a:cubicBezTo>
                  <a:cubicBezTo>
                    <a:pt x="117" y="95"/>
                    <a:pt x="113" y="102"/>
                    <a:pt x="108" y="108"/>
                  </a:cubicBezTo>
                  <a:cubicBezTo>
                    <a:pt x="102" y="114"/>
                    <a:pt x="95" y="117"/>
                    <a:pt x="87" y="117"/>
                  </a:cubicBezTo>
                  <a:cubicBezTo>
                    <a:pt x="87" y="117"/>
                    <a:pt x="87" y="117"/>
                    <a:pt x="86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7"/>
            <p:cNvSpPr>
              <a:spLocks noEditPoints="1"/>
            </p:cNvSpPr>
            <p:nvPr/>
          </p:nvSpPr>
          <p:spPr bwMode="auto">
            <a:xfrm>
              <a:off x="7426326" y="0"/>
              <a:ext cx="665163" cy="666750"/>
            </a:xfrm>
            <a:custGeom>
              <a:avLst/>
              <a:gdLst>
                <a:gd name="T0" fmla="*/ 98 w 196"/>
                <a:gd name="T1" fmla="*/ 16 h 196"/>
                <a:gd name="T2" fmla="*/ 180 w 196"/>
                <a:gd name="T3" fmla="*/ 98 h 196"/>
                <a:gd name="T4" fmla="*/ 98 w 196"/>
                <a:gd name="T5" fmla="*/ 180 h 196"/>
                <a:gd name="T6" fmla="*/ 16 w 196"/>
                <a:gd name="T7" fmla="*/ 98 h 196"/>
                <a:gd name="T8" fmla="*/ 98 w 196"/>
                <a:gd name="T9" fmla="*/ 16 h 196"/>
                <a:gd name="T10" fmla="*/ 98 w 196"/>
                <a:gd name="T11" fmla="*/ 0 h 196"/>
                <a:gd name="T12" fmla="*/ 0 w 196"/>
                <a:gd name="T13" fmla="*/ 98 h 196"/>
                <a:gd name="T14" fmla="*/ 98 w 196"/>
                <a:gd name="T15" fmla="*/ 196 h 196"/>
                <a:gd name="T16" fmla="*/ 196 w 196"/>
                <a:gd name="T17" fmla="*/ 98 h 196"/>
                <a:gd name="T18" fmla="*/ 98 w 196"/>
                <a:gd name="T19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6" h="196">
                  <a:moveTo>
                    <a:pt x="98" y="16"/>
                  </a:moveTo>
                  <a:cubicBezTo>
                    <a:pt x="143" y="16"/>
                    <a:pt x="180" y="53"/>
                    <a:pt x="180" y="98"/>
                  </a:cubicBezTo>
                  <a:cubicBezTo>
                    <a:pt x="180" y="143"/>
                    <a:pt x="143" y="180"/>
                    <a:pt x="98" y="180"/>
                  </a:cubicBezTo>
                  <a:cubicBezTo>
                    <a:pt x="53" y="180"/>
                    <a:pt x="16" y="143"/>
                    <a:pt x="16" y="98"/>
                  </a:cubicBezTo>
                  <a:cubicBezTo>
                    <a:pt x="16" y="53"/>
                    <a:pt x="53" y="16"/>
                    <a:pt x="98" y="16"/>
                  </a:cubicBezTo>
                  <a:moveTo>
                    <a:pt x="98" y="0"/>
                  </a:moveTo>
                  <a:cubicBezTo>
                    <a:pt x="44" y="0"/>
                    <a:pt x="0" y="44"/>
                    <a:pt x="0" y="98"/>
                  </a:cubicBezTo>
                  <a:cubicBezTo>
                    <a:pt x="0" y="152"/>
                    <a:pt x="44" y="196"/>
                    <a:pt x="98" y="196"/>
                  </a:cubicBezTo>
                  <a:cubicBezTo>
                    <a:pt x="152" y="196"/>
                    <a:pt x="196" y="152"/>
                    <a:pt x="196" y="98"/>
                  </a:cubicBezTo>
                  <a:cubicBezTo>
                    <a:pt x="196" y="44"/>
                    <a:pt x="152" y="0"/>
                    <a:pt x="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8"/>
            <p:cNvSpPr>
              <a:spLocks/>
            </p:cNvSpPr>
            <p:nvPr/>
          </p:nvSpPr>
          <p:spPr bwMode="auto">
            <a:xfrm>
              <a:off x="7700963" y="112713"/>
              <a:ext cx="41275" cy="30163"/>
            </a:xfrm>
            <a:custGeom>
              <a:avLst/>
              <a:gdLst>
                <a:gd name="T0" fmla="*/ 4 w 12"/>
                <a:gd name="T1" fmla="*/ 9 h 9"/>
                <a:gd name="T2" fmla="*/ 0 w 12"/>
                <a:gd name="T3" fmla="*/ 5 h 9"/>
                <a:gd name="T4" fmla="*/ 4 w 12"/>
                <a:gd name="T5" fmla="*/ 1 h 9"/>
                <a:gd name="T6" fmla="*/ 8 w 12"/>
                <a:gd name="T7" fmla="*/ 0 h 9"/>
                <a:gd name="T8" fmla="*/ 12 w 12"/>
                <a:gd name="T9" fmla="*/ 4 h 9"/>
                <a:gd name="T10" fmla="*/ 8 w 12"/>
                <a:gd name="T11" fmla="*/ 8 h 9"/>
                <a:gd name="T12" fmla="*/ 4 w 12"/>
                <a:gd name="T13" fmla="*/ 9 h 9"/>
                <a:gd name="T14" fmla="*/ 4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4" y="9"/>
                  </a:moveTo>
                  <a:cubicBezTo>
                    <a:pt x="2" y="9"/>
                    <a:pt x="0" y="7"/>
                    <a:pt x="0" y="5"/>
                  </a:cubicBezTo>
                  <a:cubicBezTo>
                    <a:pt x="0" y="3"/>
                    <a:pt x="2" y="1"/>
                    <a:pt x="4" y="1"/>
                  </a:cubicBezTo>
                  <a:cubicBezTo>
                    <a:pt x="5" y="1"/>
                    <a:pt x="7" y="0"/>
                    <a:pt x="8" y="0"/>
                  </a:cubicBezTo>
                  <a:cubicBezTo>
                    <a:pt x="11" y="0"/>
                    <a:pt x="12" y="2"/>
                    <a:pt x="12" y="4"/>
                  </a:cubicBezTo>
                  <a:cubicBezTo>
                    <a:pt x="12" y="7"/>
                    <a:pt x="11" y="8"/>
                    <a:pt x="8" y="8"/>
                  </a:cubicBezTo>
                  <a:cubicBezTo>
                    <a:pt x="7" y="8"/>
                    <a:pt x="6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39"/>
            <p:cNvSpPr>
              <a:spLocks/>
            </p:cNvSpPr>
            <p:nvPr/>
          </p:nvSpPr>
          <p:spPr bwMode="auto">
            <a:xfrm>
              <a:off x="7542213" y="128588"/>
              <a:ext cx="128588" cy="187325"/>
            </a:xfrm>
            <a:custGeom>
              <a:avLst/>
              <a:gdLst>
                <a:gd name="T0" fmla="*/ 4 w 38"/>
                <a:gd name="T1" fmla="*/ 55 h 55"/>
                <a:gd name="T2" fmla="*/ 0 w 38"/>
                <a:gd name="T3" fmla="*/ 51 h 55"/>
                <a:gd name="T4" fmla="*/ 32 w 38"/>
                <a:gd name="T5" fmla="*/ 1 h 55"/>
                <a:gd name="T6" fmla="*/ 37 w 38"/>
                <a:gd name="T7" fmla="*/ 2 h 55"/>
                <a:gd name="T8" fmla="*/ 35 w 38"/>
                <a:gd name="T9" fmla="*/ 8 h 55"/>
                <a:gd name="T10" fmla="*/ 8 w 38"/>
                <a:gd name="T11" fmla="*/ 51 h 55"/>
                <a:gd name="T12" fmla="*/ 4 w 38"/>
                <a:gd name="T13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55">
                  <a:moveTo>
                    <a:pt x="4" y="55"/>
                  </a:moveTo>
                  <a:cubicBezTo>
                    <a:pt x="1" y="55"/>
                    <a:pt x="0" y="53"/>
                    <a:pt x="0" y="51"/>
                  </a:cubicBezTo>
                  <a:cubicBezTo>
                    <a:pt x="0" y="30"/>
                    <a:pt x="12" y="10"/>
                    <a:pt x="32" y="1"/>
                  </a:cubicBezTo>
                  <a:cubicBezTo>
                    <a:pt x="34" y="0"/>
                    <a:pt x="37" y="0"/>
                    <a:pt x="37" y="2"/>
                  </a:cubicBezTo>
                  <a:cubicBezTo>
                    <a:pt x="38" y="4"/>
                    <a:pt x="37" y="7"/>
                    <a:pt x="35" y="8"/>
                  </a:cubicBezTo>
                  <a:cubicBezTo>
                    <a:pt x="19" y="16"/>
                    <a:pt x="8" y="33"/>
                    <a:pt x="8" y="51"/>
                  </a:cubicBezTo>
                  <a:cubicBezTo>
                    <a:pt x="8" y="53"/>
                    <a:pt x="6" y="55"/>
                    <a:pt x="4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40"/>
            <p:cNvSpPr>
              <a:spLocks/>
            </p:cNvSpPr>
            <p:nvPr/>
          </p:nvSpPr>
          <p:spPr bwMode="auto">
            <a:xfrm>
              <a:off x="8010526" y="568325"/>
              <a:ext cx="107950" cy="112713"/>
            </a:xfrm>
            <a:custGeom>
              <a:avLst/>
              <a:gdLst>
                <a:gd name="T0" fmla="*/ 4 w 32"/>
                <a:gd name="T1" fmla="*/ 33 h 33"/>
                <a:gd name="T2" fmla="*/ 1 w 32"/>
                <a:gd name="T3" fmla="*/ 32 h 33"/>
                <a:gd name="T4" fmla="*/ 1 w 32"/>
                <a:gd name="T5" fmla="*/ 26 h 33"/>
                <a:gd name="T6" fmla="*/ 25 w 32"/>
                <a:gd name="T7" fmla="*/ 2 h 33"/>
                <a:gd name="T8" fmla="*/ 31 w 32"/>
                <a:gd name="T9" fmla="*/ 2 h 33"/>
                <a:gd name="T10" fmla="*/ 31 w 32"/>
                <a:gd name="T11" fmla="*/ 8 h 33"/>
                <a:gd name="T12" fmla="*/ 7 w 32"/>
                <a:gd name="T13" fmla="*/ 32 h 33"/>
                <a:gd name="T14" fmla="*/ 4 w 32"/>
                <a:gd name="T1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33">
                  <a:moveTo>
                    <a:pt x="4" y="33"/>
                  </a:moveTo>
                  <a:cubicBezTo>
                    <a:pt x="3" y="33"/>
                    <a:pt x="2" y="32"/>
                    <a:pt x="1" y="32"/>
                  </a:cubicBezTo>
                  <a:cubicBezTo>
                    <a:pt x="0" y="30"/>
                    <a:pt x="0" y="28"/>
                    <a:pt x="1" y="26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7" y="0"/>
                    <a:pt x="29" y="0"/>
                    <a:pt x="31" y="2"/>
                  </a:cubicBezTo>
                  <a:cubicBezTo>
                    <a:pt x="32" y="4"/>
                    <a:pt x="32" y="6"/>
                    <a:pt x="31" y="8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6" y="32"/>
                    <a:pt x="5" y="33"/>
                    <a:pt x="4" y="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41"/>
            <p:cNvSpPr>
              <a:spLocks/>
            </p:cNvSpPr>
            <p:nvPr/>
          </p:nvSpPr>
          <p:spPr bwMode="auto">
            <a:xfrm>
              <a:off x="8051801" y="609600"/>
              <a:ext cx="107950" cy="112713"/>
            </a:xfrm>
            <a:custGeom>
              <a:avLst/>
              <a:gdLst>
                <a:gd name="T0" fmla="*/ 4 w 32"/>
                <a:gd name="T1" fmla="*/ 33 h 33"/>
                <a:gd name="T2" fmla="*/ 1 w 32"/>
                <a:gd name="T3" fmla="*/ 32 h 33"/>
                <a:gd name="T4" fmla="*/ 1 w 32"/>
                <a:gd name="T5" fmla="*/ 26 h 33"/>
                <a:gd name="T6" fmla="*/ 25 w 32"/>
                <a:gd name="T7" fmla="*/ 2 h 33"/>
                <a:gd name="T8" fmla="*/ 31 w 32"/>
                <a:gd name="T9" fmla="*/ 2 h 33"/>
                <a:gd name="T10" fmla="*/ 31 w 32"/>
                <a:gd name="T11" fmla="*/ 8 h 33"/>
                <a:gd name="T12" fmla="*/ 7 w 32"/>
                <a:gd name="T13" fmla="*/ 32 h 33"/>
                <a:gd name="T14" fmla="*/ 4 w 32"/>
                <a:gd name="T1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33">
                  <a:moveTo>
                    <a:pt x="4" y="33"/>
                  </a:moveTo>
                  <a:cubicBezTo>
                    <a:pt x="3" y="33"/>
                    <a:pt x="2" y="32"/>
                    <a:pt x="1" y="32"/>
                  </a:cubicBezTo>
                  <a:cubicBezTo>
                    <a:pt x="0" y="30"/>
                    <a:pt x="0" y="28"/>
                    <a:pt x="1" y="26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7" y="0"/>
                    <a:pt x="29" y="0"/>
                    <a:pt x="31" y="2"/>
                  </a:cubicBezTo>
                  <a:cubicBezTo>
                    <a:pt x="32" y="4"/>
                    <a:pt x="32" y="6"/>
                    <a:pt x="31" y="8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6" y="32"/>
                    <a:pt x="5" y="33"/>
                    <a:pt x="4" y="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4075498" y="2311205"/>
            <a:ext cx="423092" cy="551026"/>
            <a:chOff x="11255376" y="0"/>
            <a:chExt cx="666750" cy="868363"/>
          </a:xfrm>
          <a:solidFill>
            <a:schemeClr val="bg1"/>
          </a:solidFill>
        </p:grpSpPr>
        <p:sp>
          <p:nvSpPr>
            <p:cNvPr id="45" name="Freeform 16"/>
            <p:cNvSpPr>
              <a:spLocks noEditPoints="1"/>
            </p:cNvSpPr>
            <p:nvPr/>
          </p:nvSpPr>
          <p:spPr bwMode="auto">
            <a:xfrm>
              <a:off x="11255376" y="0"/>
              <a:ext cx="666750" cy="666750"/>
            </a:xfrm>
            <a:custGeom>
              <a:avLst/>
              <a:gdLst>
                <a:gd name="T0" fmla="*/ 98 w 196"/>
                <a:gd name="T1" fmla="*/ 16 h 196"/>
                <a:gd name="T2" fmla="*/ 180 w 196"/>
                <a:gd name="T3" fmla="*/ 98 h 196"/>
                <a:gd name="T4" fmla="*/ 98 w 196"/>
                <a:gd name="T5" fmla="*/ 180 h 196"/>
                <a:gd name="T6" fmla="*/ 16 w 196"/>
                <a:gd name="T7" fmla="*/ 98 h 196"/>
                <a:gd name="T8" fmla="*/ 98 w 196"/>
                <a:gd name="T9" fmla="*/ 16 h 196"/>
                <a:gd name="T10" fmla="*/ 98 w 196"/>
                <a:gd name="T11" fmla="*/ 0 h 196"/>
                <a:gd name="T12" fmla="*/ 0 w 196"/>
                <a:gd name="T13" fmla="*/ 98 h 196"/>
                <a:gd name="T14" fmla="*/ 98 w 196"/>
                <a:gd name="T15" fmla="*/ 196 h 196"/>
                <a:gd name="T16" fmla="*/ 196 w 196"/>
                <a:gd name="T17" fmla="*/ 98 h 196"/>
                <a:gd name="T18" fmla="*/ 98 w 196"/>
                <a:gd name="T19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6" h="196">
                  <a:moveTo>
                    <a:pt x="98" y="16"/>
                  </a:moveTo>
                  <a:cubicBezTo>
                    <a:pt x="143" y="16"/>
                    <a:pt x="180" y="53"/>
                    <a:pt x="180" y="98"/>
                  </a:cubicBezTo>
                  <a:cubicBezTo>
                    <a:pt x="180" y="143"/>
                    <a:pt x="143" y="180"/>
                    <a:pt x="98" y="180"/>
                  </a:cubicBezTo>
                  <a:cubicBezTo>
                    <a:pt x="52" y="180"/>
                    <a:pt x="16" y="143"/>
                    <a:pt x="16" y="98"/>
                  </a:cubicBezTo>
                  <a:cubicBezTo>
                    <a:pt x="16" y="53"/>
                    <a:pt x="52" y="16"/>
                    <a:pt x="98" y="16"/>
                  </a:cubicBezTo>
                  <a:moveTo>
                    <a:pt x="98" y="0"/>
                  </a:moveTo>
                  <a:cubicBezTo>
                    <a:pt x="44" y="0"/>
                    <a:pt x="0" y="44"/>
                    <a:pt x="0" y="98"/>
                  </a:cubicBezTo>
                  <a:cubicBezTo>
                    <a:pt x="0" y="152"/>
                    <a:pt x="44" y="196"/>
                    <a:pt x="98" y="196"/>
                  </a:cubicBezTo>
                  <a:cubicBezTo>
                    <a:pt x="152" y="196"/>
                    <a:pt x="196" y="152"/>
                    <a:pt x="196" y="98"/>
                  </a:cubicBezTo>
                  <a:cubicBezTo>
                    <a:pt x="196" y="44"/>
                    <a:pt x="152" y="0"/>
                    <a:pt x="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17"/>
            <p:cNvSpPr>
              <a:spLocks/>
            </p:cNvSpPr>
            <p:nvPr/>
          </p:nvSpPr>
          <p:spPr bwMode="auto">
            <a:xfrm>
              <a:off x="11531601" y="115888"/>
              <a:ext cx="39688" cy="26988"/>
            </a:xfrm>
            <a:custGeom>
              <a:avLst/>
              <a:gdLst>
                <a:gd name="T0" fmla="*/ 4 w 12"/>
                <a:gd name="T1" fmla="*/ 8 h 8"/>
                <a:gd name="T2" fmla="*/ 0 w 12"/>
                <a:gd name="T3" fmla="*/ 4 h 8"/>
                <a:gd name="T4" fmla="*/ 3 w 12"/>
                <a:gd name="T5" fmla="*/ 0 h 8"/>
                <a:gd name="T6" fmla="*/ 8 w 12"/>
                <a:gd name="T7" fmla="*/ 0 h 8"/>
                <a:gd name="T8" fmla="*/ 12 w 12"/>
                <a:gd name="T9" fmla="*/ 4 h 8"/>
                <a:gd name="T10" fmla="*/ 8 w 12"/>
                <a:gd name="T11" fmla="*/ 8 h 8"/>
                <a:gd name="T12" fmla="*/ 4 w 12"/>
                <a:gd name="T13" fmla="*/ 8 h 8"/>
                <a:gd name="T14" fmla="*/ 4 w 12"/>
                <a:gd name="T1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8">
                  <a:moveTo>
                    <a:pt x="4" y="8"/>
                  </a:move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7" y="0"/>
                    <a:pt x="8" y="0"/>
                  </a:cubicBezTo>
                  <a:cubicBezTo>
                    <a:pt x="10" y="0"/>
                    <a:pt x="12" y="1"/>
                    <a:pt x="12" y="4"/>
                  </a:cubicBezTo>
                  <a:cubicBezTo>
                    <a:pt x="12" y="6"/>
                    <a:pt x="10" y="8"/>
                    <a:pt x="8" y="8"/>
                  </a:cubicBezTo>
                  <a:cubicBezTo>
                    <a:pt x="7" y="8"/>
                    <a:pt x="5" y="8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18"/>
            <p:cNvSpPr>
              <a:spLocks/>
            </p:cNvSpPr>
            <p:nvPr/>
          </p:nvSpPr>
          <p:spPr bwMode="auto">
            <a:xfrm>
              <a:off x="11368088" y="128588"/>
              <a:ext cx="131763" cy="187325"/>
            </a:xfrm>
            <a:custGeom>
              <a:avLst/>
              <a:gdLst>
                <a:gd name="T0" fmla="*/ 4 w 39"/>
                <a:gd name="T1" fmla="*/ 55 h 55"/>
                <a:gd name="T2" fmla="*/ 0 w 39"/>
                <a:gd name="T3" fmla="*/ 51 h 55"/>
                <a:gd name="T4" fmla="*/ 33 w 39"/>
                <a:gd name="T5" fmla="*/ 1 h 55"/>
                <a:gd name="T6" fmla="*/ 38 w 39"/>
                <a:gd name="T7" fmla="*/ 3 h 55"/>
                <a:gd name="T8" fmla="*/ 36 w 39"/>
                <a:gd name="T9" fmla="*/ 8 h 55"/>
                <a:gd name="T10" fmla="*/ 8 w 39"/>
                <a:gd name="T11" fmla="*/ 51 h 55"/>
                <a:gd name="T12" fmla="*/ 4 w 39"/>
                <a:gd name="T13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" h="55">
                  <a:moveTo>
                    <a:pt x="4" y="55"/>
                  </a:moveTo>
                  <a:cubicBezTo>
                    <a:pt x="2" y="55"/>
                    <a:pt x="0" y="54"/>
                    <a:pt x="0" y="51"/>
                  </a:cubicBezTo>
                  <a:cubicBezTo>
                    <a:pt x="0" y="30"/>
                    <a:pt x="13" y="10"/>
                    <a:pt x="33" y="1"/>
                  </a:cubicBezTo>
                  <a:cubicBezTo>
                    <a:pt x="35" y="0"/>
                    <a:pt x="37" y="1"/>
                    <a:pt x="38" y="3"/>
                  </a:cubicBezTo>
                  <a:cubicBezTo>
                    <a:pt x="39" y="5"/>
                    <a:pt x="38" y="7"/>
                    <a:pt x="36" y="8"/>
                  </a:cubicBezTo>
                  <a:cubicBezTo>
                    <a:pt x="19" y="16"/>
                    <a:pt x="8" y="33"/>
                    <a:pt x="8" y="51"/>
                  </a:cubicBezTo>
                  <a:cubicBezTo>
                    <a:pt x="8" y="54"/>
                    <a:pt x="6" y="55"/>
                    <a:pt x="4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19"/>
            <p:cNvSpPr>
              <a:spLocks/>
            </p:cNvSpPr>
            <p:nvPr/>
          </p:nvSpPr>
          <p:spPr bwMode="auto">
            <a:xfrm>
              <a:off x="11428413" y="592138"/>
              <a:ext cx="306388" cy="263525"/>
            </a:xfrm>
            <a:custGeom>
              <a:avLst/>
              <a:gdLst>
                <a:gd name="T0" fmla="*/ 69 w 90"/>
                <a:gd name="T1" fmla="*/ 77 h 77"/>
                <a:gd name="T2" fmla="*/ 21 w 90"/>
                <a:gd name="T3" fmla="*/ 77 h 77"/>
                <a:gd name="T4" fmla="*/ 13 w 90"/>
                <a:gd name="T5" fmla="*/ 71 h 77"/>
                <a:gd name="T6" fmla="*/ 1 w 90"/>
                <a:gd name="T7" fmla="*/ 12 h 77"/>
                <a:gd name="T8" fmla="*/ 7 w 90"/>
                <a:gd name="T9" fmla="*/ 2 h 77"/>
                <a:gd name="T10" fmla="*/ 17 w 90"/>
                <a:gd name="T11" fmla="*/ 9 h 77"/>
                <a:gd name="T12" fmla="*/ 27 w 90"/>
                <a:gd name="T13" fmla="*/ 61 h 77"/>
                <a:gd name="T14" fmla="*/ 63 w 90"/>
                <a:gd name="T15" fmla="*/ 61 h 77"/>
                <a:gd name="T16" fmla="*/ 73 w 90"/>
                <a:gd name="T17" fmla="*/ 7 h 77"/>
                <a:gd name="T18" fmla="*/ 82 w 90"/>
                <a:gd name="T19" fmla="*/ 1 h 77"/>
                <a:gd name="T20" fmla="*/ 89 w 90"/>
                <a:gd name="T21" fmla="*/ 10 h 77"/>
                <a:gd name="T22" fmla="*/ 77 w 90"/>
                <a:gd name="T23" fmla="*/ 71 h 77"/>
                <a:gd name="T24" fmla="*/ 69 w 90"/>
                <a:gd name="T25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" h="77">
                  <a:moveTo>
                    <a:pt x="69" y="77"/>
                  </a:moveTo>
                  <a:cubicBezTo>
                    <a:pt x="21" y="77"/>
                    <a:pt x="21" y="77"/>
                    <a:pt x="21" y="77"/>
                  </a:cubicBezTo>
                  <a:cubicBezTo>
                    <a:pt x="17" y="77"/>
                    <a:pt x="13" y="74"/>
                    <a:pt x="13" y="7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8"/>
                    <a:pt x="3" y="3"/>
                    <a:pt x="7" y="2"/>
                  </a:cubicBezTo>
                  <a:cubicBezTo>
                    <a:pt x="12" y="2"/>
                    <a:pt x="16" y="4"/>
                    <a:pt x="17" y="9"/>
                  </a:cubicBezTo>
                  <a:cubicBezTo>
                    <a:pt x="27" y="61"/>
                    <a:pt x="27" y="61"/>
                    <a:pt x="27" y="61"/>
                  </a:cubicBezTo>
                  <a:cubicBezTo>
                    <a:pt x="63" y="61"/>
                    <a:pt x="63" y="61"/>
                    <a:pt x="63" y="61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4" y="3"/>
                    <a:pt x="78" y="0"/>
                    <a:pt x="82" y="1"/>
                  </a:cubicBezTo>
                  <a:cubicBezTo>
                    <a:pt x="87" y="2"/>
                    <a:pt x="90" y="6"/>
                    <a:pt x="89" y="10"/>
                  </a:cubicBezTo>
                  <a:cubicBezTo>
                    <a:pt x="77" y="71"/>
                    <a:pt x="77" y="71"/>
                    <a:pt x="77" y="71"/>
                  </a:cubicBezTo>
                  <a:cubicBezTo>
                    <a:pt x="77" y="74"/>
                    <a:pt x="73" y="77"/>
                    <a:pt x="69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0"/>
            <p:cNvSpPr>
              <a:spLocks/>
            </p:cNvSpPr>
            <p:nvPr/>
          </p:nvSpPr>
          <p:spPr bwMode="auto">
            <a:xfrm>
              <a:off x="11541126" y="814388"/>
              <a:ext cx="80963" cy="53975"/>
            </a:xfrm>
            <a:custGeom>
              <a:avLst/>
              <a:gdLst>
                <a:gd name="T0" fmla="*/ 16 w 24"/>
                <a:gd name="T1" fmla="*/ 16 h 16"/>
                <a:gd name="T2" fmla="*/ 8 w 24"/>
                <a:gd name="T3" fmla="*/ 16 h 16"/>
                <a:gd name="T4" fmla="*/ 0 w 24"/>
                <a:gd name="T5" fmla="*/ 8 h 16"/>
                <a:gd name="T6" fmla="*/ 8 w 24"/>
                <a:gd name="T7" fmla="*/ 0 h 16"/>
                <a:gd name="T8" fmla="*/ 16 w 24"/>
                <a:gd name="T9" fmla="*/ 0 h 16"/>
                <a:gd name="T10" fmla="*/ 24 w 24"/>
                <a:gd name="T11" fmla="*/ 8 h 16"/>
                <a:gd name="T12" fmla="*/ 16 w 24"/>
                <a:gd name="T1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6">
                  <a:moveTo>
                    <a:pt x="16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4" y="16"/>
                    <a:pt x="0" y="12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0" y="0"/>
                    <a:pt x="24" y="4"/>
                    <a:pt x="24" y="8"/>
                  </a:cubicBezTo>
                  <a:cubicBezTo>
                    <a:pt x="24" y="12"/>
                    <a:pt x="20" y="16"/>
                    <a:pt x="16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1"/>
            <p:cNvSpPr>
              <a:spLocks/>
            </p:cNvSpPr>
            <p:nvPr/>
          </p:nvSpPr>
          <p:spPr bwMode="auto">
            <a:xfrm>
              <a:off x="11514138" y="687388"/>
              <a:ext cx="125413" cy="41275"/>
            </a:xfrm>
            <a:custGeom>
              <a:avLst/>
              <a:gdLst>
                <a:gd name="T0" fmla="*/ 33 w 37"/>
                <a:gd name="T1" fmla="*/ 12 h 12"/>
                <a:gd name="T2" fmla="*/ 33 w 37"/>
                <a:gd name="T3" fmla="*/ 12 h 12"/>
                <a:gd name="T4" fmla="*/ 3 w 37"/>
                <a:gd name="T5" fmla="*/ 9 h 12"/>
                <a:gd name="T6" fmla="*/ 0 w 37"/>
                <a:gd name="T7" fmla="*/ 4 h 12"/>
                <a:gd name="T8" fmla="*/ 4 w 37"/>
                <a:gd name="T9" fmla="*/ 1 h 12"/>
                <a:gd name="T10" fmla="*/ 34 w 37"/>
                <a:gd name="T11" fmla="*/ 4 h 12"/>
                <a:gd name="T12" fmla="*/ 37 w 37"/>
                <a:gd name="T13" fmla="*/ 9 h 12"/>
                <a:gd name="T14" fmla="*/ 33 w 37"/>
                <a:gd name="T15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12">
                  <a:moveTo>
                    <a:pt x="33" y="12"/>
                  </a:moveTo>
                  <a:cubicBezTo>
                    <a:pt x="33" y="12"/>
                    <a:pt x="33" y="12"/>
                    <a:pt x="33" y="12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2"/>
                    <a:pt x="2" y="0"/>
                    <a:pt x="4" y="1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6" y="5"/>
                    <a:pt x="37" y="7"/>
                    <a:pt x="37" y="9"/>
                  </a:cubicBezTo>
                  <a:cubicBezTo>
                    <a:pt x="37" y="11"/>
                    <a:pt x="35" y="12"/>
                    <a:pt x="3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2"/>
            <p:cNvSpPr>
              <a:spLocks/>
            </p:cNvSpPr>
            <p:nvPr/>
          </p:nvSpPr>
          <p:spPr bwMode="auto">
            <a:xfrm>
              <a:off x="11520488" y="746125"/>
              <a:ext cx="112713" cy="36513"/>
            </a:xfrm>
            <a:custGeom>
              <a:avLst/>
              <a:gdLst>
                <a:gd name="T0" fmla="*/ 29 w 33"/>
                <a:gd name="T1" fmla="*/ 11 h 11"/>
                <a:gd name="T2" fmla="*/ 29 w 33"/>
                <a:gd name="T3" fmla="*/ 11 h 11"/>
                <a:gd name="T4" fmla="*/ 4 w 33"/>
                <a:gd name="T5" fmla="*/ 8 h 11"/>
                <a:gd name="T6" fmla="*/ 1 w 33"/>
                <a:gd name="T7" fmla="*/ 3 h 11"/>
                <a:gd name="T8" fmla="*/ 5 w 33"/>
                <a:gd name="T9" fmla="*/ 0 h 11"/>
                <a:gd name="T10" fmla="*/ 30 w 33"/>
                <a:gd name="T11" fmla="*/ 3 h 11"/>
                <a:gd name="T12" fmla="*/ 33 w 33"/>
                <a:gd name="T13" fmla="*/ 7 h 11"/>
                <a:gd name="T14" fmla="*/ 29 w 33"/>
                <a:gd name="T15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" h="11">
                  <a:moveTo>
                    <a:pt x="29" y="11"/>
                  </a:moveTo>
                  <a:cubicBezTo>
                    <a:pt x="29" y="11"/>
                    <a:pt x="29" y="11"/>
                    <a:pt x="29" y="11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1" y="3"/>
                  </a:cubicBezTo>
                  <a:cubicBezTo>
                    <a:pt x="1" y="1"/>
                    <a:pt x="3" y="0"/>
                    <a:pt x="5" y="0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2" y="3"/>
                    <a:pt x="33" y="5"/>
                    <a:pt x="33" y="7"/>
                  </a:cubicBezTo>
                  <a:cubicBezTo>
                    <a:pt x="33" y="9"/>
                    <a:pt x="31" y="11"/>
                    <a:pt x="29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"/>
            <p:cNvSpPr>
              <a:spLocks/>
            </p:cNvSpPr>
            <p:nvPr/>
          </p:nvSpPr>
          <p:spPr bwMode="auto">
            <a:xfrm>
              <a:off x="11476038" y="381000"/>
              <a:ext cx="74613" cy="246063"/>
            </a:xfrm>
            <a:custGeom>
              <a:avLst/>
              <a:gdLst>
                <a:gd name="T0" fmla="*/ 17 w 22"/>
                <a:gd name="T1" fmla="*/ 72 h 72"/>
                <a:gd name="T2" fmla="*/ 13 w 22"/>
                <a:gd name="T3" fmla="*/ 68 h 72"/>
                <a:gd name="T4" fmla="*/ 0 w 22"/>
                <a:gd name="T5" fmla="*/ 5 h 72"/>
                <a:gd name="T6" fmla="*/ 3 w 22"/>
                <a:gd name="T7" fmla="*/ 1 h 72"/>
                <a:gd name="T8" fmla="*/ 8 w 22"/>
                <a:gd name="T9" fmla="*/ 4 h 72"/>
                <a:gd name="T10" fmla="*/ 21 w 22"/>
                <a:gd name="T11" fmla="*/ 67 h 72"/>
                <a:gd name="T12" fmla="*/ 18 w 22"/>
                <a:gd name="T13" fmla="*/ 72 h 72"/>
                <a:gd name="T14" fmla="*/ 17 w 22"/>
                <a:gd name="T15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72">
                  <a:moveTo>
                    <a:pt x="17" y="72"/>
                  </a:moveTo>
                  <a:cubicBezTo>
                    <a:pt x="15" y="72"/>
                    <a:pt x="14" y="70"/>
                    <a:pt x="13" y="6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1" y="1"/>
                    <a:pt x="3" y="1"/>
                  </a:cubicBezTo>
                  <a:cubicBezTo>
                    <a:pt x="5" y="0"/>
                    <a:pt x="8" y="2"/>
                    <a:pt x="8" y="4"/>
                  </a:cubicBezTo>
                  <a:cubicBezTo>
                    <a:pt x="21" y="67"/>
                    <a:pt x="21" y="67"/>
                    <a:pt x="21" y="67"/>
                  </a:cubicBezTo>
                  <a:cubicBezTo>
                    <a:pt x="22" y="69"/>
                    <a:pt x="20" y="71"/>
                    <a:pt x="18" y="72"/>
                  </a:cubicBezTo>
                  <a:cubicBezTo>
                    <a:pt x="18" y="72"/>
                    <a:pt x="18" y="72"/>
                    <a:pt x="17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"/>
            <p:cNvSpPr>
              <a:spLocks/>
            </p:cNvSpPr>
            <p:nvPr/>
          </p:nvSpPr>
          <p:spPr bwMode="auto">
            <a:xfrm>
              <a:off x="11626851" y="381000"/>
              <a:ext cx="74613" cy="246063"/>
            </a:xfrm>
            <a:custGeom>
              <a:avLst/>
              <a:gdLst>
                <a:gd name="T0" fmla="*/ 4 w 22"/>
                <a:gd name="T1" fmla="*/ 72 h 72"/>
                <a:gd name="T2" fmla="*/ 3 w 22"/>
                <a:gd name="T3" fmla="*/ 72 h 72"/>
                <a:gd name="T4" fmla="*/ 0 w 22"/>
                <a:gd name="T5" fmla="*/ 67 h 72"/>
                <a:gd name="T6" fmla="*/ 13 w 22"/>
                <a:gd name="T7" fmla="*/ 4 h 72"/>
                <a:gd name="T8" fmla="*/ 18 w 22"/>
                <a:gd name="T9" fmla="*/ 1 h 72"/>
                <a:gd name="T10" fmla="*/ 21 w 22"/>
                <a:gd name="T11" fmla="*/ 5 h 72"/>
                <a:gd name="T12" fmla="*/ 8 w 22"/>
                <a:gd name="T13" fmla="*/ 68 h 72"/>
                <a:gd name="T14" fmla="*/ 4 w 22"/>
                <a:gd name="T15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72">
                  <a:moveTo>
                    <a:pt x="4" y="72"/>
                  </a:moveTo>
                  <a:cubicBezTo>
                    <a:pt x="4" y="72"/>
                    <a:pt x="4" y="72"/>
                    <a:pt x="3" y="72"/>
                  </a:cubicBezTo>
                  <a:cubicBezTo>
                    <a:pt x="1" y="71"/>
                    <a:pt x="0" y="69"/>
                    <a:pt x="0" y="67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4" y="2"/>
                    <a:pt x="16" y="0"/>
                    <a:pt x="18" y="1"/>
                  </a:cubicBezTo>
                  <a:cubicBezTo>
                    <a:pt x="20" y="1"/>
                    <a:pt x="22" y="3"/>
                    <a:pt x="21" y="5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8" y="70"/>
                    <a:pt x="6" y="72"/>
                    <a:pt x="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5"/>
            <p:cNvSpPr>
              <a:spLocks/>
            </p:cNvSpPr>
            <p:nvPr/>
          </p:nvSpPr>
          <p:spPr bwMode="auto">
            <a:xfrm>
              <a:off x="11480801" y="368300"/>
              <a:ext cx="212725" cy="57150"/>
            </a:xfrm>
            <a:custGeom>
              <a:avLst/>
              <a:gdLst>
                <a:gd name="T0" fmla="*/ 46 w 63"/>
                <a:gd name="T1" fmla="*/ 17 h 17"/>
                <a:gd name="T2" fmla="*/ 38 w 63"/>
                <a:gd name="T3" fmla="*/ 11 h 17"/>
                <a:gd name="T4" fmla="*/ 38 w 63"/>
                <a:gd name="T5" fmla="*/ 10 h 17"/>
                <a:gd name="T6" fmla="*/ 37 w 63"/>
                <a:gd name="T7" fmla="*/ 10 h 17"/>
                <a:gd name="T8" fmla="*/ 37 w 63"/>
                <a:gd name="T9" fmla="*/ 10 h 17"/>
                <a:gd name="T10" fmla="*/ 36 w 63"/>
                <a:gd name="T11" fmla="*/ 11 h 17"/>
                <a:gd name="T12" fmla="*/ 36 w 63"/>
                <a:gd name="T13" fmla="*/ 11 h 17"/>
                <a:gd name="T14" fmla="*/ 36 w 63"/>
                <a:gd name="T15" fmla="*/ 11 h 17"/>
                <a:gd name="T16" fmla="*/ 28 w 63"/>
                <a:gd name="T17" fmla="*/ 17 h 17"/>
                <a:gd name="T18" fmla="*/ 20 w 63"/>
                <a:gd name="T19" fmla="*/ 11 h 17"/>
                <a:gd name="T20" fmla="*/ 19 w 63"/>
                <a:gd name="T21" fmla="*/ 10 h 17"/>
                <a:gd name="T22" fmla="*/ 19 w 63"/>
                <a:gd name="T23" fmla="*/ 10 h 17"/>
                <a:gd name="T24" fmla="*/ 18 w 63"/>
                <a:gd name="T25" fmla="*/ 10 h 17"/>
                <a:gd name="T26" fmla="*/ 18 w 63"/>
                <a:gd name="T27" fmla="*/ 11 h 17"/>
                <a:gd name="T28" fmla="*/ 10 w 63"/>
                <a:gd name="T29" fmla="*/ 17 h 17"/>
                <a:gd name="T30" fmla="*/ 1 w 63"/>
                <a:gd name="T31" fmla="*/ 10 h 17"/>
                <a:gd name="T32" fmla="*/ 0 w 63"/>
                <a:gd name="T33" fmla="*/ 8 h 17"/>
                <a:gd name="T34" fmla="*/ 4 w 63"/>
                <a:gd name="T35" fmla="*/ 4 h 17"/>
                <a:gd name="T36" fmla="*/ 8 w 63"/>
                <a:gd name="T37" fmla="*/ 7 h 17"/>
                <a:gd name="T38" fmla="*/ 10 w 63"/>
                <a:gd name="T39" fmla="*/ 9 h 17"/>
                <a:gd name="T40" fmla="*/ 11 w 63"/>
                <a:gd name="T41" fmla="*/ 7 h 17"/>
                <a:gd name="T42" fmla="*/ 12 w 63"/>
                <a:gd name="T43" fmla="*/ 5 h 17"/>
                <a:gd name="T44" fmla="*/ 19 w 63"/>
                <a:gd name="T45" fmla="*/ 1 h 17"/>
                <a:gd name="T46" fmla="*/ 25 w 63"/>
                <a:gd name="T47" fmla="*/ 5 h 17"/>
                <a:gd name="T48" fmla="*/ 27 w 63"/>
                <a:gd name="T49" fmla="*/ 7 h 17"/>
                <a:gd name="T50" fmla="*/ 28 w 63"/>
                <a:gd name="T51" fmla="*/ 9 h 17"/>
                <a:gd name="T52" fmla="*/ 29 w 63"/>
                <a:gd name="T53" fmla="*/ 8 h 17"/>
                <a:gd name="T54" fmla="*/ 29 w 63"/>
                <a:gd name="T55" fmla="*/ 8 h 17"/>
                <a:gd name="T56" fmla="*/ 29 w 63"/>
                <a:gd name="T57" fmla="*/ 8 h 17"/>
                <a:gd name="T58" fmla="*/ 29 w 63"/>
                <a:gd name="T59" fmla="*/ 7 h 17"/>
                <a:gd name="T60" fmla="*/ 31 w 63"/>
                <a:gd name="T61" fmla="*/ 5 h 17"/>
                <a:gd name="T62" fmla="*/ 37 w 63"/>
                <a:gd name="T63" fmla="*/ 1 h 17"/>
                <a:gd name="T64" fmla="*/ 44 w 63"/>
                <a:gd name="T65" fmla="*/ 5 h 17"/>
                <a:gd name="T66" fmla="*/ 45 w 63"/>
                <a:gd name="T67" fmla="*/ 7 h 17"/>
                <a:gd name="T68" fmla="*/ 46 w 63"/>
                <a:gd name="T69" fmla="*/ 9 h 17"/>
                <a:gd name="T70" fmla="*/ 48 w 63"/>
                <a:gd name="T71" fmla="*/ 7 h 17"/>
                <a:gd name="T72" fmla="*/ 49 w 63"/>
                <a:gd name="T73" fmla="*/ 5 h 17"/>
                <a:gd name="T74" fmla="*/ 62 w 63"/>
                <a:gd name="T75" fmla="*/ 5 h 17"/>
                <a:gd name="T76" fmla="*/ 63 w 63"/>
                <a:gd name="T77" fmla="*/ 8 h 17"/>
                <a:gd name="T78" fmla="*/ 60 w 63"/>
                <a:gd name="T79" fmla="*/ 12 h 17"/>
                <a:gd name="T80" fmla="*/ 59 w 63"/>
                <a:gd name="T81" fmla="*/ 12 h 17"/>
                <a:gd name="T82" fmla="*/ 56 w 63"/>
                <a:gd name="T83" fmla="*/ 10 h 17"/>
                <a:gd name="T84" fmla="*/ 55 w 63"/>
                <a:gd name="T85" fmla="*/ 10 h 17"/>
                <a:gd name="T86" fmla="*/ 55 w 63"/>
                <a:gd name="T87" fmla="*/ 10 h 17"/>
                <a:gd name="T88" fmla="*/ 55 w 63"/>
                <a:gd name="T89" fmla="*/ 11 h 17"/>
                <a:gd name="T90" fmla="*/ 46 w 63"/>
                <a:gd name="T9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3" h="17">
                  <a:moveTo>
                    <a:pt x="46" y="17"/>
                  </a:moveTo>
                  <a:cubicBezTo>
                    <a:pt x="43" y="17"/>
                    <a:pt x="40" y="15"/>
                    <a:pt x="38" y="11"/>
                  </a:cubicBezTo>
                  <a:cubicBezTo>
                    <a:pt x="38" y="11"/>
                    <a:pt x="38" y="10"/>
                    <a:pt x="38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7" y="10"/>
                    <a:pt x="37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3" y="17"/>
                    <a:pt x="30" y="17"/>
                    <a:pt x="28" y="17"/>
                  </a:cubicBezTo>
                  <a:cubicBezTo>
                    <a:pt x="25" y="17"/>
                    <a:pt x="22" y="15"/>
                    <a:pt x="20" y="11"/>
                  </a:cubicBezTo>
                  <a:cubicBezTo>
                    <a:pt x="20" y="11"/>
                    <a:pt x="19" y="10"/>
                    <a:pt x="19" y="10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6" y="15"/>
                    <a:pt x="13" y="17"/>
                    <a:pt x="10" y="17"/>
                  </a:cubicBezTo>
                  <a:cubicBezTo>
                    <a:pt x="6" y="17"/>
                    <a:pt x="3" y="15"/>
                    <a:pt x="1" y="10"/>
                  </a:cubicBezTo>
                  <a:cubicBezTo>
                    <a:pt x="1" y="10"/>
                    <a:pt x="0" y="9"/>
                    <a:pt x="0" y="8"/>
                  </a:cubicBezTo>
                  <a:cubicBezTo>
                    <a:pt x="0" y="6"/>
                    <a:pt x="2" y="4"/>
                    <a:pt x="4" y="4"/>
                  </a:cubicBezTo>
                  <a:cubicBezTo>
                    <a:pt x="6" y="4"/>
                    <a:pt x="8" y="5"/>
                    <a:pt x="8" y="7"/>
                  </a:cubicBezTo>
                  <a:cubicBezTo>
                    <a:pt x="9" y="8"/>
                    <a:pt x="9" y="9"/>
                    <a:pt x="10" y="9"/>
                  </a:cubicBezTo>
                  <a:cubicBezTo>
                    <a:pt x="10" y="9"/>
                    <a:pt x="10" y="8"/>
                    <a:pt x="11" y="7"/>
                  </a:cubicBezTo>
                  <a:cubicBezTo>
                    <a:pt x="11" y="6"/>
                    <a:pt x="12" y="5"/>
                    <a:pt x="12" y="5"/>
                  </a:cubicBezTo>
                  <a:cubicBezTo>
                    <a:pt x="15" y="2"/>
                    <a:pt x="17" y="1"/>
                    <a:pt x="19" y="1"/>
                  </a:cubicBezTo>
                  <a:cubicBezTo>
                    <a:pt x="21" y="1"/>
                    <a:pt x="24" y="3"/>
                    <a:pt x="25" y="5"/>
                  </a:cubicBezTo>
                  <a:cubicBezTo>
                    <a:pt x="26" y="6"/>
                    <a:pt x="26" y="6"/>
                    <a:pt x="27" y="7"/>
                  </a:cubicBezTo>
                  <a:cubicBezTo>
                    <a:pt x="27" y="8"/>
                    <a:pt x="28" y="9"/>
                    <a:pt x="28" y="9"/>
                  </a:cubicBezTo>
                  <a:cubicBezTo>
                    <a:pt x="28" y="9"/>
                    <a:pt x="29" y="9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0" y="6"/>
                    <a:pt x="30" y="6"/>
                    <a:pt x="31" y="5"/>
                  </a:cubicBezTo>
                  <a:cubicBezTo>
                    <a:pt x="33" y="2"/>
                    <a:pt x="36" y="1"/>
                    <a:pt x="37" y="1"/>
                  </a:cubicBezTo>
                  <a:cubicBezTo>
                    <a:pt x="39" y="1"/>
                    <a:pt x="41" y="2"/>
                    <a:pt x="44" y="5"/>
                  </a:cubicBezTo>
                  <a:cubicBezTo>
                    <a:pt x="44" y="6"/>
                    <a:pt x="45" y="6"/>
                    <a:pt x="45" y="7"/>
                  </a:cubicBezTo>
                  <a:cubicBezTo>
                    <a:pt x="45" y="8"/>
                    <a:pt x="46" y="9"/>
                    <a:pt x="46" y="9"/>
                  </a:cubicBezTo>
                  <a:cubicBezTo>
                    <a:pt x="47" y="9"/>
                    <a:pt x="47" y="8"/>
                    <a:pt x="48" y="7"/>
                  </a:cubicBezTo>
                  <a:cubicBezTo>
                    <a:pt x="48" y="6"/>
                    <a:pt x="48" y="5"/>
                    <a:pt x="49" y="5"/>
                  </a:cubicBezTo>
                  <a:cubicBezTo>
                    <a:pt x="53" y="0"/>
                    <a:pt x="59" y="0"/>
                    <a:pt x="62" y="5"/>
                  </a:cubicBezTo>
                  <a:cubicBezTo>
                    <a:pt x="63" y="6"/>
                    <a:pt x="63" y="7"/>
                    <a:pt x="63" y="8"/>
                  </a:cubicBezTo>
                  <a:cubicBezTo>
                    <a:pt x="63" y="10"/>
                    <a:pt x="62" y="12"/>
                    <a:pt x="60" y="12"/>
                  </a:cubicBezTo>
                  <a:cubicBezTo>
                    <a:pt x="59" y="12"/>
                    <a:pt x="59" y="12"/>
                    <a:pt x="59" y="12"/>
                  </a:cubicBezTo>
                  <a:cubicBezTo>
                    <a:pt x="58" y="12"/>
                    <a:pt x="57" y="11"/>
                    <a:pt x="56" y="10"/>
                  </a:cubicBezTo>
                  <a:cubicBezTo>
                    <a:pt x="56" y="10"/>
                    <a:pt x="56" y="10"/>
                    <a:pt x="55" y="10"/>
                  </a:cubicBezTo>
                  <a:cubicBezTo>
                    <a:pt x="55" y="10"/>
                    <a:pt x="55" y="10"/>
                    <a:pt x="55" y="10"/>
                  </a:cubicBezTo>
                  <a:cubicBezTo>
                    <a:pt x="55" y="10"/>
                    <a:pt x="55" y="11"/>
                    <a:pt x="55" y="11"/>
                  </a:cubicBezTo>
                  <a:cubicBezTo>
                    <a:pt x="53" y="15"/>
                    <a:pt x="50" y="17"/>
                    <a:pt x="46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9494507" y="2311205"/>
            <a:ext cx="478496" cy="549012"/>
            <a:chOff x="11201401" y="1560513"/>
            <a:chExt cx="754063" cy="865188"/>
          </a:xfrm>
          <a:solidFill>
            <a:schemeClr val="bg1"/>
          </a:solidFill>
        </p:grpSpPr>
        <p:sp>
          <p:nvSpPr>
            <p:cNvPr id="56" name="Freeform 48"/>
            <p:cNvSpPr>
              <a:spLocks/>
            </p:cNvSpPr>
            <p:nvPr/>
          </p:nvSpPr>
          <p:spPr bwMode="auto">
            <a:xfrm>
              <a:off x="11830051" y="1789113"/>
              <a:ext cx="125413" cy="357188"/>
            </a:xfrm>
            <a:custGeom>
              <a:avLst/>
              <a:gdLst>
                <a:gd name="T0" fmla="*/ 9 w 37"/>
                <a:gd name="T1" fmla="*/ 105 h 105"/>
                <a:gd name="T2" fmla="*/ 6 w 37"/>
                <a:gd name="T3" fmla="*/ 104 h 105"/>
                <a:gd name="T4" fmla="*/ 2 w 37"/>
                <a:gd name="T5" fmla="*/ 94 h 105"/>
                <a:gd name="T6" fmla="*/ 20 w 37"/>
                <a:gd name="T7" fmla="*/ 53 h 105"/>
                <a:gd name="T8" fmla="*/ 2 w 37"/>
                <a:gd name="T9" fmla="*/ 12 h 105"/>
                <a:gd name="T10" fmla="*/ 6 w 37"/>
                <a:gd name="T11" fmla="*/ 2 h 105"/>
                <a:gd name="T12" fmla="*/ 16 w 37"/>
                <a:gd name="T13" fmla="*/ 6 h 105"/>
                <a:gd name="T14" fmla="*/ 36 w 37"/>
                <a:gd name="T15" fmla="*/ 49 h 105"/>
                <a:gd name="T16" fmla="*/ 37 w 37"/>
                <a:gd name="T17" fmla="*/ 54 h 105"/>
                <a:gd name="T18" fmla="*/ 36 w 37"/>
                <a:gd name="T19" fmla="*/ 57 h 105"/>
                <a:gd name="T20" fmla="*/ 16 w 37"/>
                <a:gd name="T21" fmla="*/ 100 h 105"/>
                <a:gd name="T22" fmla="*/ 9 w 37"/>
                <a:gd name="T23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7" h="105">
                  <a:moveTo>
                    <a:pt x="9" y="105"/>
                  </a:moveTo>
                  <a:cubicBezTo>
                    <a:pt x="8" y="105"/>
                    <a:pt x="7" y="105"/>
                    <a:pt x="6" y="104"/>
                  </a:cubicBezTo>
                  <a:cubicBezTo>
                    <a:pt x="1" y="102"/>
                    <a:pt x="0" y="98"/>
                    <a:pt x="2" y="9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8"/>
                    <a:pt x="1" y="4"/>
                    <a:pt x="6" y="2"/>
                  </a:cubicBezTo>
                  <a:cubicBezTo>
                    <a:pt x="10" y="0"/>
                    <a:pt x="14" y="2"/>
                    <a:pt x="16" y="6"/>
                  </a:cubicBezTo>
                  <a:cubicBezTo>
                    <a:pt x="36" y="49"/>
                    <a:pt x="36" y="49"/>
                    <a:pt x="36" y="49"/>
                  </a:cubicBezTo>
                  <a:cubicBezTo>
                    <a:pt x="37" y="51"/>
                    <a:pt x="37" y="53"/>
                    <a:pt x="37" y="54"/>
                  </a:cubicBezTo>
                  <a:cubicBezTo>
                    <a:pt x="37" y="55"/>
                    <a:pt x="36" y="56"/>
                    <a:pt x="36" y="57"/>
                  </a:cubicBezTo>
                  <a:cubicBezTo>
                    <a:pt x="16" y="100"/>
                    <a:pt x="16" y="100"/>
                    <a:pt x="16" y="100"/>
                  </a:cubicBezTo>
                  <a:cubicBezTo>
                    <a:pt x="15" y="103"/>
                    <a:pt x="12" y="105"/>
                    <a:pt x="9" y="10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49"/>
            <p:cNvSpPr>
              <a:spLocks noEditPoints="1"/>
            </p:cNvSpPr>
            <p:nvPr/>
          </p:nvSpPr>
          <p:spPr bwMode="auto">
            <a:xfrm>
              <a:off x="11201401" y="1560513"/>
              <a:ext cx="434975" cy="865188"/>
            </a:xfrm>
            <a:custGeom>
              <a:avLst/>
              <a:gdLst>
                <a:gd name="T0" fmla="*/ 16 w 128"/>
                <a:gd name="T1" fmla="*/ 16 h 254"/>
                <a:gd name="T2" fmla="*/ 112 w 128"/>
                <a:gd name="T3" fmla="*/ 48 h 254"/>
                <a:gd name="T4" fmla="*/ 112 w 128"/>
                <a:gd name="T5" fmla="*/ 238 h 254"/>
                <a:gd name="T6" fmla="*/ 16 w 128"/>
                <a:gd name="T7" fmla="*/ 206 h 254"/>
                <a:gd name="T8" fmla="*/ 16 w 128"/>
                <a:gd name="T9" fmla="*/ 17 h 254"/>
                <a:gd name="T10" fmla="*/ 15 w 128"/>
                <a:gd name="T11" fmla="*/ 0 h 254"/>
                <a:gd name="T12" fmla="*/ 6 w 128"/>
                <a:gd name="T13" fmla="*/ 3 h 254"/>
                <a:gd name="T14" fmla="*/ 0 w 128"/>
                <a:gd name="T15" fmla="*/ 16 h 254"/>
                <a:gd name="T16" fmla="*/ 0 w 128"/>
                <a:gd name="T17" fmla="*/ 206 h 254"/>
                <a:gd name="T18" fmla="*/ 10 w 128"/>
                <a:gd name="T19" fmla="*/ 221 h 254"/>
                <a:gd name="T20" fmla="*/ 106 w 128"/>
                <a:gd name="T21" fmla="*/ 253 h 254"/>
                <a:gd name="T22" fmla="*/ 111 w 128"/>
                <a:gd name="T23" fmla="*/ 254 h 254"/>
                <a:gd name="T24" fmla="*/ 121 w 128"/>
                <a:gd name="T25" fmla="*/ 251 h 254"/>
                <a:gd name="T26" fmla="*/ 128 w 128"/>
                <a:gd name="T27" fmla="*/ 238 h 254"/>
                <a:gd name="T28" fmla="*/ 128 w 128"/>
                <a:gd name="T29" fmla="*/ 48 h 254"/>
                <a:gd name="T30" fmla="*/ 116 w 128"/>
                <a:gd name="T31" fmla="*/ 33 h 254"/>
                <a:gd name="T32" fmla="*/ 20 w 128"/>
                <a:gd name="T33" fmla="*/ 1 h 254"/>
                <a:gd name="T34" fmla="*/ 15 w 128"/>
                <a:gd name="T35" fmla="*/ 0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8" h="254">
                  <a:moveTo>
                    <a:pt x="16" y="16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2" y="238"/>
                    <a:pt x="112" y="238"/>
                    <a:pt x="112" y="238"/>
                  </a:cubicBezTo>
                  <a:cubicBezTo>
                    <a:pt x="16" y="206"/>
                    <a:pt x="16" y="206"/>
                    <a:pt x="16" y="206"/>
                  </a:cubicBezTo>
                  <a:cubicBezTo>
                    <a:pt x="16" y="17"/>
                    <a:pt x="16" y="17"/>
                    <a:pt x="16" y="17"/>
                  </a:cubicBezTo>
                  <a:moveTo>
                    <a:pt x="15" y="0"/>
                  </a:moveTo>
                  <a:cubicBezTo>
                    <a:pt x="11" y="0"/>
                    <a:pt x="9" y="1"/>
                    <a:pt x="6" y="3"/>
                  </a:cubicBezTo>
                  <a:cubicBezTo>
                    <a:pt x="2" y="6"/>
                    <a:pt x="0" y="11"/>
                    <a:pt x="0" y="16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213"/>
                    <a:pt x="4" y="219"/>
                    <a:pt x="10" y="221"/>
                  </a:cubicBezTo>
                  <a:cubicBezTo>
                    <a:pt x="106" y="253"/>
                    <a:pt x="106" y="253"/>
                    <a:pt x="106" y="253"/>
                  </a:cubicBezTo>
                  <a:cubicBezTo>
                    <a:pt x="108" y="254"/>
                    <a:pt x="109" y="254"/>
                    <a:pt x="111" y="254"/>
                  </a:cubicBezTo>
                  <a:cubicBezTo>
                    <a:pt x="114" y="254"/>
                    <a:pt x="118" y="253"/>
                    <a:pt x="121" y="251"/>
                  </a:cubicBezTo>
                  <a:cubicBezTo>
                    <a:pt x="125" y="248"/>
                    <a:pt x="128" y="243"/>
                    <a:pt x="128" y="23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1"/>
                    <a:pt x="123" y="35"/>
                    <a:pt x="116" y="33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18" y="0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50"/>
            <p:cNvSpPr>
              <a:spLocks/>
            </p:cNvSpPr>
            <p:nvPr/>
          </p:nvSpPr>
          <p:spPr bwMode="auto">
            <a:xfrm>
              <a:off x="11595101" y="2163763"/>
              <a:ext cx="244475" cy="190500"/>
            </a:xfrm>
            <a:custGeom>
              <a:avLst/>
              <a:gdLst>
                <a:gd name="T0" fmla="*/ 64 w 72"/>
                <a:gd name="T1" fmla="*/ 56 h 56"/>
                <a:gd name="T2" fmla="*/ 8 w 72"/>
                <a:gd name="T3" fmla="*/ 56 h 56"/>
                <a:gd name="T4" fmla="*/ 0 w 72"/>
                <a:gd name="T5" fmla="*/ 48 h 56"/>
                <a:gd name="T6" fmla="*/ 8 w 72"/>
                <a:gd name="T7" fmla="*/ 40 h 56"/>
                <a:gd name="T8" fmla="*/ 56 w 72"/>
                <a:gd name="T9" fmla="*/ 40 h 56"/>
                <a:gd name="T10" fmla="*/ 56 w 72"/>
                <a:gd name="T11" fmla="*/ 8 h 56"/>
                <a:gd name="T12" fmla="*/ 64 w 72"/>
                <a:gd name="T13" fmla="*/ 0 h 56"/>
                <a:gd name="T14" fmla="*/ 72 w 72"/>
                <a:gd name="T15" fmla="*/ 8 h 56"/>
                <a:gd name="T16" fmla="*/ 72 w 72"/>
                <a:gd name="T17" fmla="*/ 48 h 56"/>
                <a:gd name="T18" fmla="*/ 64 w 72"/>
                <a:gd name="T19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56">
                  <a:moveTo>
                    <a:pt x="64" y="56"/>
                  </a:moveTo>
                  <a:cubicBezTo>
                    <a:pt x="8" y="56"/>
                    <a:pt x="8" y="56"/>
                    <a:pt x="8" y="56"/>
                  </a:cubicBezTo>
                  <a:cubicBezTo>
                    <a:pt x="4" y="56"/>
                    <a:pt x="0" y="52"/>
                    <a:pt x="0" y="48"/>
                  </a:cubicBezTo>
                  <a:cubicBezTo>
                    <a:pt x="0" y="44"/>
                    <a:pt x="4" y="40"/>
                    <a:pt x="8" y="40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4"/>
                    <a:pt x="60" y="0"/>
                    <a:pt x="64" y="0"/>
                  </a:cubicBezTo>
                  <a:cubicBezTo>
                    <a:pt x="68" y="0"/>
                    <a:pt x="72" y="4"/>
                    <a:pt x="72" y="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52"/>
                    <a:pt x="68" y="56"/>
                    <a:pt x="64" y="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51"/>
            <p:cNvSpPr>
              <a:spLocks/>
            </p:cNvSpPr>
            <p:nvPr/>
          </p:nvSpPr>
          <p:spPr bwMode="auto">
            <a:xfrm>
              <a:off x="11215688" y="1563688"/>
              <a:ext cx="623888" cy="217488"/>
            </a:xfrm>
            <a:custGeom>
              <a:avLst/>
              <a:gdLst>
                <a:gd name="T0" fmla="*/ 176 w 184"/>
                <a:gd name="T1" fmla="*/ 64 h 64"/>
                <a:gd name="T2" fmla="*/ 168 w 184"/>
                <a:gd name="T3" fmla="*/ 56 h 64"/>
                <a:gd name="T4" fmla="*/ 168 w 184"/>
                <a:gd name="T5" fmla="*/ 16 h 64"/>
                <a:gd name="T6" fmla="*/ 19 w 184"/>
                <a:gd name="T7" fmla="*/ 16 h 64"/>
                <a:gd name="T8" fmla="*/ 12 w 184"/>
                <a:gd name="T9" fmla="*/ 13 h 64"/>
                <a:gd name="T10" fmla="*/ 8 w 184"/>
                <a:gd name="T11" fmla="*/ 16 h 64"/>
                <a:gd name="T12" fmla="*/ 0 w 184"/>
                <a:gd name="T13" fmla="*/ 8 h 64"/>
                <a:gd name="T14" fmla="*/ 8 w 184"/>
                <a:gd name="T15" fmla="*/ 0 h 64"/>
                <a:gd name="T16" fmla="*/ 176 w 184"/>
                <a:gd name="T17" fmla="*/ 0 h 64"/>
                <a:gd name="T18" fmla="*/ 184 w 184"/>
                <a:gd name="T19" fmla="*/ 8 h 64"/>
                <a:gd name="T20" fmla="*/ 184 w 184"/>
                <a:gd name="T21" fmla="*/ 56 h 64"/>
                <a:gd name="T22" fmla="*/ 176 w 184"/>
                <a:gd name="T23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4" h="64">
                  <a:moveTo>
                    <a:pt x="176" y="64"/>
                  </a:moveTo>
                  <a:cubicBezTo>
                    <a:pt x="172" y="64"/>
                    <a:pt x="168" y="60"/>
                    <a:pt x="168" y="56"/>
                  </a:cubicBezTo>
                  <a:cubicBezTo>
                    <a:pt x="168" y="16"/>
                    <a:pt x="168" y="16"/>
                    <a:pt x="168" y="1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4" y="16"/>
                    <a:pt x="0" y="12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80" y="0"/>
                    <a:pt x="184" y="4"/>
                    <a:pt x="184" y="8"/>
                  </a:cubicBezTo>
                  <a:cubicBezTo>
                    <a:pt x="184" y="56"/>
                    <a:pt x="184" y="56"/>
                    <a:pt x="184" y="56"/>
                  </a:cubicBezTo>
                  <a:cubicBezTo>
                    <a:pt x="184" y="60"/>
                    <a:pt x="180" y="64"/>
                    <a:pt x="176" y="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52"/>
            <p:cNvSpPr>
              <a:spLocks/>
            </p:cNvSpPr>
            <p:nvPr/>
          </p:nvSpPr>
          <p:spPr bwMode="auto">
            <a:xfrm>
              <a:off x="11514138" y="2054225"/>
              <a:ext cx="26988" cy="109538"/>
            </a:xfrm>
            <a:custGeom>
              <a:avLst/>
              <a:gdLst>
                <a:gd name="T0" fmla="*/ 4 w 8"/>
                <a:gd name="T1" fmla="*/ 32 h 32"/>
                <a:gd name="T2" fmla="*/ 0 w 8"/>
                <a:gd name="T3" fmla="*/ 28 h 32"/>
                <a:gd name="T4" fmla="*/ 0 w 8"/>
                <a:gd name="T5" fmla="*/ 4 h 32"/>
                <a:gd name="T6" fmla="*/ 4 w 8"/>
                <a:gd name="T7" fmla="*/ 0 h 32"/>
                <a:gd name="T8" fmla="*/ 8 w 8"/>
                <a:gd name="T9" fmla="*/ 4 h 32"/>
                <a:gd name="T10" fmla="*/ 8 w 8"/>
                <a:gd name="T11" fmla="*/ 28 h 32"/>
                <a:gd name="T12" fmla="*/ 4 w 8"/>
                <a:gd name="T13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2">
                  <a:moveTo>
                    <a:pt x="4" y="32"/>
                  </a:moveTo>
                  <a:cubicBezTo>
                    <a:pt x="2" y="32"/>
                    <a:pt x="0" y="30"/>
                    <a:pt x="0" y="2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30"/>
                    <a:pt x="6" y="32"/>
                    <a:pt x="4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53"/>
            <p:cNvSpPr>
              <a:spLocks/>
            </p:cNvSpPr>
            <p:nvPr/>
          </p:nvSpPr>
          <p:spPr bwMode="auto">
            <a:xfrm>
              <a:off x="11677651" y="1931988"/>
              <a:ext cx="257175" cy="53975"/>
            </a:xfrm>
            <a:custGeom>
              <a:avLst/>
              <a:gdLst>
                <a:gd name="T0" fmla="*/ 68 w 76"/>
                <a:gd name="T1" fmla="*/ 16 h 16"/>
                <a:gd name="T2" fmla="*/ 8 w 76"/>
                <a:gd name="T3" fmla="*/ 16 h 16"/>
                <a:gd name="T4" fmla="*/ 0 w 76"/>
                <a:gd name="T5" fmla="*/ 8 h 16"/>
                <a:gd name="T6" fmla="*/ 8 w 76"/>
                <a:gd name="T7" fmla="*/ 0 h 16"/>
                <a:gd name="T8" fmla="*/ 68 w 76"/>
                <a:gd name="T9" fmla="*/ 0 h 16"/>
                <a:gd name="T10" fmla="*/ 76 w 76"/>
                <a:gd name="T11" fmla="*/ 8 h 16"/>
                <a:gd name="T12" fmla="*/ 68 w 76"/>
                <a:gd name="T1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" h="16">
                  <a:moveTo>
                    <a:pt x="68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4" y="16"/>
                    <a:pt x="0" y="12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72" y="0"/>
                    <a:pt x="76" y="4"/>
                    <a:pt x="76" y="8"/>
                  </a:cubicBezTo>
                  <a:cubicBezTo>
                    <a:pt x="76" y="12"/>
                    <a:pt x="72" y="16"/>
                    <a:pt x="68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1892923" y="4667515"/>
            <a:ext cx="1151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591109" y="5006069"/>
            <a:ext cx="1754904" cy="88684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printing.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706872" y="4667515"/>
            <a:ext cx="1151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520821" y="4667515"/>
            <a:ext cx="1151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334770" y="4667515"/>
            <a:ext cx="1151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9148719" y="4667515"/>
            <a:ext cx="1151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405058" y="5006069"/>
            <a:ext cx="1754904" cy="88684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printing.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219007" y="5006069"/>
            <a:ext cx="1754904" cy="88684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printing.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032956" y="5006069"/>
            <a:ext cx="1754904" cy="88684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printing.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846905" y="5006069"/>
            <a:ext cx="1754904" cy="88684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printing.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113741" y="357089"/>
            <a:ext cx="39645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Infographic</a:t>
            </a:r>
            <a:r>
              <a:rPr lang="en-US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Slide</a:t>
            </a:r>
            <a:endParaRPr 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275983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>
            <a:spLocks/>
          </p:cNvSpPr>
          <p:nvPr/>
        </p:nvSpPr>
        <p:spPr bwMode="auto">
          <a:xfrm>
            <a:off x="4806460" y="3442177"/>
            <a:ext cx="925444" cy="1067713"/>
          </a:xfrm>
          <a:custGeom>
            <a:avLst/>
            <a:gdLst>
              <a:gd name="T0" fmla="*/ 331 w 670"/>
              <a:gd name="T1" fmla="*/ 0 h 773"/>
              <a:gd name="T2" fmla="*/ 670 w 670"/>
              <a:gd name="T3" fmla="*/ 187 h 773"/>
              <a:gd name="T4" fmla="*/ 670 w 670"/>
              <a:gd name="T5" fmla="*/ 577 h 773"/>
              <a:gd name="T6" fmla="*/ 331 w 670"/>
              <a:gd name="T7" fmla="*/ 773 h 773"/>
              <a:gd name="T8" fmla="*/ 0 w 670"/>
              <a:gd name="T9" fmla="*/ 577 h 773"/>
              <a:gd name="T10" fmla="*/ 0 w 670"/>
              <a:gd name="T11" fmla="*/ 187 h 773"/>
              <a:gd name="T12" fmla="*/ 331 w 670"/>
              <a:gd name="T13" fmla="*/ 0 h 773"/>
              <a:gd name="T14" fmla="*/ 331 w 670"/>
              <a:gd name="T15" fmla="*/ 0 h 7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70" h="773">
                <a:moveTo>
                  <a:pt x="331" y="0"/>
                </a:moveTo>
                <a:lnTo>
                  <a:pt x="670" y="187"/>
                </a:lnTo>
                <a:lnTo>
                  <a:pt x="670" y="577"/>
                </a:lnTo>
                <a:lnTo>
                  <a:pt x="331" y="773"/>
                </a:lnTo>
                <a:lnTo>
                  <a:pt x="0" y="577"/>
                </a:lnTo>
                <a:lnTo>
                  <a:pt x="0" y="187"/>
                </a:lnTo>
                <a:lnTo>
                  <a:pt x="331" y="0"/>
                </a:lnTo>
                <a:lnTo>
                  <a:pt x="331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6422534" y="2480821"/>
            <a:ext cx="936494" cy="1066332"/>
          </a:xfrm>
          <a:custGeom>
            <a:avLst/>
            <a:gdLst>
              <a:gd name="T0" fmla="*/ 339 w 678"/>
              <a:gd name="T1" fmla="*/ 0 h 772"/>
              <a:gd name="T2" fmla="*/ 678 w 678"/>
              <a:gd name="T3" fmla="*/ 195 h 772"/>
              <a:gd name="T4" fmla="*/ 678 w 678"/>
              <a:gd name="T5" fmla="*/ 586 h 772"/>
              <a:gd name="T6" fmla="*/ 339 w 678"/>
              <a:gd name="T7" fmla="*/ 772 h 772"/>
              <a:gd name="T8" fmla="*/ 0 w 678"/>
              <a:gd name="T9" fmla="*/ 586 h 772"/>
              <a:gd name="T10" fmla="*/ 0 w 678"/>
              <a:gd name="T11" fmla="*/ 195 h 772"/>
              <a:gd name="T12" fmla="*/ 339 w 678"/>
              <a:gd name="T13" fmla="*/ 0 h 772"/>
              <a:gd name="T14" fmla="*/ 339 w 678"/>
              <a:gd name="T15" fmla="*/ 0 h 7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78" h="772">
                <a:moveTo>
                  <a:pt x="339" y="0"/>
                </a:moveTo>
                <a:lnTo>
                  <a:pt x="678" y="195"/>
                </a:lnTo>
                <a:lnTo>
                  <a:pt x="678" y="586"/>
                </a:lnTo>
                <a:lnTo>
                  <a:pt x="339" y="772"/>
                </a:lnTo>
                <a:lnTo>
                  <a:pt x="0" y="586"/>
                </a:lnTo>
                <a:lnTo>
                  <a:pt x="0" y="195"/>
                </a:lnTo>
                <a:lnTo>
                  <a:pt x="339" y="0"/>
                </a:lnTo>
                <a:lnTo>
                  <a:pt x="339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7"/>
          <p:cNvSpPr>
            <a:spLocks/>
          </p:cNvSpPr>
          <p:nvPr/>
        </p:nvSpPr>
        <p:spPr bwMode="auto">
          <a:xfrm>
            <a:off x="3730459" y="1519464"/>
            <a:ext cx="4718382" cy="3964214"/>
          </a:xfrm>
          <a:custGeom>
            <a:avLst/>
            <a:gdLst>
              <a:gd name="T0" fmla="*/ 1771 w 3416"/>
              <a:gd name="T1" fmla="*/ 1468 h 2870"/>
              <a:gd name="T2" fmla="*/ 2237 w 3416"/>
              <a:gd name="T3" fmla="*/ 1587 h 2870"/>
              <a:gd name="T4" fmla="*/ 1898 w 3416"/>
              <a:gd name="T5" fmla="*/ 2173 h 2870"/>
              <a:gd name="T6" fmla="*/ 1712 w 3416"/>
              <a:gd name="T7" fmla="*/ 2199 h 2870"/>
              <a:gd name="T8" fmla="*/ 1847 w 3416"/>
              <a:gd name="T9" fmla="*/ 2674 h 2870"/>
              <a:gd name="T10" fmla="*/ 1178 w 3416"/>
              <a:gd name="T11" fmla="*/ 2674 h 2870"/>
              <a:gd name="T12" fmla="*/ 1059 w 3416"/>
              <a:gd name="T13" fmla="*/ 2504 h 2870"/>
              <a:gd name="T14" fmla="*/ 729 w 3416"/>
              <a:gd name="T15" fmla="*/ 2870 h 2870"/>
              <a:gd name="T16" fmla="*/ 389 w 3416"/>
              <a:gd name="T17" fmla="*/ 2284 h 2870"/>
              <a:gd name="T18" fmla="*/ 457 w 3416"/>
              <a:gd name="T19" fmla="*/ 2097 h 2870"/>
              <a:gd name="T20" fmla="*/ 0 w 3416"/>
              <a:gd name="T21" fmla="*/ 1969 h 2870"/>
              <a:gd name="T22" fmla="*/ 339 w 3416"/>
              <a:gd name="T23" fmla="*/ 1392 h 2870"/>
              <a:gd name="T24" fmla="*/ 678 w 3416"/>
              <a:gd name="T25" fmla="*/ 1969 h 2870"/>
              <a:gd name="T26" fmla="*/ 593 w 3416"/>
              <a:gd name="T27" fmla="*/ 2165 h 2870"/>
              <a:gd name="T28" fmla="*/ 1059 w 3416"/>
              <a:gd name="T29" fmla="*/ 2284 h 2870"/>
              <a:gd name="T30" fmla="*/ 1178 w 3416"/>
              <a:gd name="T31" fmla="*/ 2428 h 2870"/>
              <a:gd name="T32" fmla="*/ 1517 w 3416"/>
              <a:gd name="T33" fmla="*/ 2088 h 2870"/>
              <a:gd name="T34" fmla="*/ 1703 w 3416"/>
              <a:gd name="T35" fmla="*/ 2054 h 2870"/>
              <a:gd name="T36" fmla="*/ 1568 w 3416"/>
              <a:gd name="T37" fmla="*/ 1587 h 2870"/>
              <a:gd name="T38" fmla="*/ 1644 w 3416"/>
              <a:gd name="T39" fmla="*/ 1401 h 2870"/>
              <a:gd name="T40" fmla="*/ 1178 w 3416"/>
              <a:gd name="T41" fmla="*/ 1282 h 2870"/>
              <a:gd name="T42" fmla="*/ 1517 w 3416"/>
              <a:gd name="T43" fmla="*/ 696 h 2870"/>
              <a:gd name="T44" fmla="*/ 1703 w 3416"/>
              <a:gd name="T45" fmla="*/ 662 h 2870"/>
              <a:gd name="T46" fmla="*/ 1568 w 3416"/>
              <a:gd name="T47" fmla="*/ 195 h 2870"/>
              <a:gd name="T48" fmla="*/ 2237 w 3416"/>
              <a:gd name="T49" fmla="*/ 195 h 2870"/>
              <a:gd name="T50" fmla="*/ 2356 w 3416"/>
              <a:gd name="T51" fmla="*/ 356 h 2870"/>
              <a:gd name="T52" fmla="*/ 2687 w 3416"/>
              <a:gd name="T53" fmla="*/ 0 h 2870"/>
              <a:gd name="T54" fmla="*/ 3026 w 3416"/>
              <a:gd name="T55" fmla="*/ 577 h 2870"/>
              <a:gd name="T56" fmla="*/ 2958 w 3416"/>
              <a:gd name="T57" fmla="*/ 764 h 2870"/>
              <a:gd name="T58" fmla="*/ 3416 w 3416"/>
              <a:gd name="T59" fmla="*/ 891 h 2870"/>
              <a:gd name="T60" fmla="*/ 3077 w 3416"/>
              <a:gd name="T61" fmla="*/ 1468 h 2870"/>
              <a:gd name="T62" fmla="*/ 2746 w 3416"/>
              <a:gd name="T63" fmla="*/ 891 h 2870"/>
              <a:gd name="T64" fmla="*/ 2822 w 3416"/>
              <a:gd name="T65" fmla="*/ 696 h 2870"/>
              <a:gd name="T66" fmla="*/ 2356 w 3416"/>
              <a:gd name="T67" fmla="*/ 577 h 2870"/>
              <a:gd name="T68" fmla="*/ 2237 w 3416"/>
              <a:gd name="T69" fmla="*/ 433 h 2870"/>
              <a:gd name="T70" fmla="*/ 1898 w 3416"/>
              <a:gd name="T71" fmla="*/ 772 h 2870"/>
              <a:gd name="T72" fmla="*/ 1712 w 3416"/>
              <a:gd name="T73" fmla="*/ 806 h 2870"/>
              <a:gd name="T74" fmla="*/ 1847 w 3416"/>
              <a:gd name="T75" fmla="*/ 1282 h 2870"/>
              <a:gd name="T76" fmla="*/ 1712 w 3416"/>
              <a:gd name="T77" fmla="*/ 1358 h 28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416" h="2870">
                <a:moveTo>
                  <a:pt x="1712" y="1358"/>
                </a:moveTo>
                <a:lnTo>
                  <a:pt x="1771" y="1468"/>
                </a:lnTo>
                <a:lnTo>
                  <a:pt x="1898" y="1392"/>
                </a:lnTo>
                <a:lnTo>
                  <a:pt x="2237" y="1587"/>
                </a:lnTo>
                <a:lnTo>
                  <a:pt x="2237" y="1978"/>
                </a:lnTo>
                <a:lnTo>
                  <a:pt x="1898" y="2173"/>
                </a:lnTo>
                <a:lnTo>
                  <a:pt x="1771" y="2097"/>
                </a:lnTo>
                <a:lnTo>
                  <a:pt x="1712" y="2199"/>
                </a:lnTo>
                <a:lnTo>
                  <a:pt x="1847" y="2284"/>
                </a:lnTo>
                <a:lnTo>
                  <a:pt x="1847" y="2674"/>
                </a:lnTo>
                <a:lnTo>
                  <a:pt x="1517" y="2870"/>
                </a:lnTo>
                <a:lnTo>
                  <a:pt x="1178" y="2674"/>
                </a:lnTo>
                <a:lnTo>
                  <a:pt x="1178" y="2504"/>
                </a:lnTo>
                <a:lnTo>
                  <a:pt x="1059" y="2504"/>
                </a:lnTo>
                <a:lnTo>
                  <a:pt x="1059" y="2674"/>
                </a:lnTo>
                <a:lnTo>
                  <a:pt x="729" y="2870"/>
                </a:lnTo>
                <a:lnTo>
                  <a:pt x="389" y="2674"/>
                </a:lnTo>
                <a:lnTo>
                  <a:pt x="389" y="2284"/>
                </a:lnTo>
                <a:lnTo>
                  <a:pt x="517" y="2207"/>
                </a:lnTo>
                <a:lnTo>
                  <a:pt x="457" y="2097"/>
                </a:lnTo>
                <a:lnTo>
                  <a:pt x="339" y="2165"/>
                </a:lnTo>
                <a:lnTo>
                  <a:pt x="0" y="1969"/>
                </a:lnTo>
                <a:lnTo>
                  <a:pt x="0" y="1579"/>
                </a:lnTo>
                <a:lnTo>
                  <a:pt x="339" y="1392"/>
                </a:lnTo>
                <a:lnTo>
                  <a:pt x="678" y="1579"/>
                </a:lnTo>
                <a:lnTo>
                  <a:pt x="678" y="1969"/>
                </a:lnTo>
                <a:lnTo>
                  <a:pt x="525" y="2054"/>
                </a:lnTo>
                <a:lnTo>
                  <a:pt x="593" y="2165"/>
                </a:lnTo>
                <a:lnTo>
                  <a:pt x="729" y="2088"/>
                </a:lnTo>
                <a:lnTo>
                  <a:pt x="1059" y="2284"/>
                </a:lnTo>
                <a:lnTo>
                  <a:pt x="1059" y="2428"/>
                </a:lnTo>
                <a:lnTo>
                  <a:pt x="1178" y="2428"/>
                </a:lnTo>
                <a:lnTo>
                  <a:pt x="1178" y="2284"/>
                </a:lnTo>
                <a:lnTo>
                  <a:pt x="1517" y="2088"/>
                </a:lnTo>
                <a:lnTo>
                  <a:pt x="1644" y="2156"/>
                </a:lnTo>
                <a:lnTo>
                  <a:pt x="1703" y="2054"/>
                </a:lnTo>
                <a:lnTo>
                  <a:pt x="1568" y="1978"/>
                </a:lnTo>
                <a:lnTo>
                  <a:pt x="1568" y="1587"/>
                </a:lnTo>
                <a:lnTo>
                  <a:pt x="1703" y="1502"/>
                </a:lnTo>
                <a:lnTo>
                  <a:pt x="1644" y="1401"/>
                </a:lnTo>
                <a:lnTo>
                  <a:pt x="1517" y="1468"/>
                </a:lnTo>
                <a:lnTo>
                  <a:pt x="1178" y="1282"/>
                </a:lnTo>
                <a:lnTo>
                  <a:pt x="1178" y="891"/>
                </a:lnTo>
                <a:lnTo>
                  <a:pt x="1517" y="696"/>
                </a:lnTo>
                <a:lnTo>
                  <a:pt x="1644" y="772"/>
                </a:lnTo>
                <a:lnTo>
                  <a:pt x="1703" y="662"/>
                </a:lnTo>
                <a:lnTo>
                  <a:pt x="1568" y="577"/>
                </a:lnTo>
                <a:lnTo>
                  <a:pt x="1568" y="195"/>
                </a:lnTo>
                <a:lnTo>
                  <a:pt x="1898" y="0"/>
                </a:lnTo>
                <a:lnTo>
                  <a:pt x="2237" y="195"/>
                </a:lnTo>
                <a:lnTo>
                  <a:pt x="2237" y="356"/>
                </a:lnTo>
                <a:lnTo>
                  <a:pt x="2356" y="356"/>
                </a:lnTo>
                <a:lnTo>
                  <a:pt x="2356" y="195"/>
                </a:lnTo>
                <a:lnTo>
                  <a:pt x="2687" y="0"/>
                </a:lnTo>
                <a:lnTo>
                  <a:pt x="3026" y="195"/>
                </a:lnTo>
                <a:lnTo>
                  <a:pt x="3026" y="577"/>
                </a:lnTo>
                <a:lnTo>
                  <a:pt x="2899" y="653"/>
                </a:lnTo>
                <a:lnTo>
                  <a:pt x="2958" y="764"/>
                </a:lnTo>
                <a:lnTo>
                  <a:pt x="3077" y="696"/>
                </a:lnTo>
                <a:lnTo>
                  <a:pt x="3416" y="891"/>
                </a:lnTo>
                <a:lnTo>
                  <a:pt x="3416" y="1282"/>
                </a:lnTo>
                <a:lnTo>
                  <a:pt x="3077" y="1468"/>
                </a:lnTo>
                <a:lnTo>
                  <a:pt x="2746" y="1282"/>
                </a:lnTo>
                <a:lnTo>
                  <a:pt x="2746" y="891"/>
                </a:lnTo>
                <a:lnTo>
                  <a:pt x="2890" y="806"/>
                </a:lnTo>
                <a:lnTo>
                  <a:pt x="2822" y="696"/>
                </a:lnTo>
                <a:lnTo>
                  <a:pt x="2687" y="772"/>
                </a:lnTo>
                <a:lnTo>
                  <a:pt x="2356" y="577"/>
                </a:lnTo>
                <a:lnTo>
                  <a:pt x="2356" y="433"/>
                </a:lnTo>
                <a:lnTo>
                  <a:pt x="2237" y="433"/>
                </a:lnTo>
                <a:lnTo>
                  <a:pt x="2237" y="577"/>
                </a:lnTo>
                <a:lnTo>
                  <a:pt x="1898" y="772"/>
                </a:lnTo>
                <a:lnTo>
                  <a:pt x="1771" y="704"/>
                </a:lnTo>
                <a:lnTo>
                  <a:pt x="1712" y="806"/>
                </a:lnTo>
                <a:lnTo>
                  <a:pt x="1847" y="891"/>
                </a:lnTo>
                <a:lnTo>
                  <a:pt x="1847" y="1282"/>
                </a:lnTo>
                <a:lnTo>
                  <a:pt x="1712" y="1358"/>
                </a:lnTo>
                <a:lnTo>
                  <a:pt x="1712" y="135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8"/>
          <p:cNvSpPr>
            <a:spLocks/>
          </p:cNvSpPr>
          <p:nvPr/>
        </p:nvSpPr>
        <p:spPr bwMode="auto">
          <a:xfrm>
            <a:off x="3846485" y="3570634"/>
            <a:ext cx="690630" cy="809418"/>
          </a:xfrm>
          <a:custGeom>
            <a:avLst/>
            <a:gdLst>
              <a:gd name="T0" fmla="*/ 255 w 500"/>
              <a:gd name="T1" fmla="*/ 0 h 586"/>
              <a:gd name="T2" fmla="*/ 500 w 500"/>
              <a:gd name="T3" fmla="*/ 145 h 586"/>
              <a:gd name="T4" fmla="*/ 500 w 500"/>
              <a:gd name="T5" fmla="*/ 442 h 586"/>
              <a:gd name="T6" fmla="*/ 255 w 500"/>
              <a:gd name="T7" fmla="*/ 586 h 586"/>
              <a:gd name="T8" fmla="*/ 0 w 500"/>
              <a:gd name="T9" fmla="*/ 442 h 586"/>
              <a:gd name="T10" fmla="*/ 0 w 500"/>
              <a:gd name="T11" fmla="*/ 145 h 586"/>
              <a:gd name="T12" fmla="*/ 255 w 500"/>
              <a:gd name="T13" fmla="*/ 0 h 586"/>
              <a:gd name="T14" fmla="*/ 255 w 500"/>
              <a:gd name="T15" fmla="*/ 0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00" h="586">
                <a:moveTo>
                  <a:pt x="255" y="0"/>
                </a:moveTo>
                <a:lnTo>
                  <a:pt x="500" y="145"/>
                </a:lnTo>
                <a:lnTo>
                  <a:pt x="500" y="442"/>
                </a:lnTo>
                <a:lnTo>
                  <a:pt x="255" y="586"/>
                </a:lnTo>
                <a:lnTo>
                  <a:pt x="0" y="442"/>
                </a:lnTo>
                <a:lnTo>
                  <a:pt x="0" y="145"/>
                </a:lnTo>
                <a:lnTo>
                  <a:pt x="255" y="0"/>
                </a:lnTo>
                <a:lnTo>
                  <a:pt x="25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9"/>
          <p:cNvSpPr>
            <a:spLocks/>
          </p:cNvSpPr>
          <p:nvPr/>
        </p:nvSpPr>
        <p:spPr bwMode="auto">
          <a:xfrm>
            <a:off x="4385176" y="4533372"/>
            <a:ext cx="690630" cy="809418"/>
          </a:xfrm>
          <a:custGeom>
            <a:avLst/>
            <a:gdLst>
              <a:gd name="T0" fmla="*/ 255 w 500"/>
              <a:gd name="T1" fmla="*/ 0 h 586"/>
              <a:gd name="T2" fmla="*/ 500 w 500"/>
              <a:gd name="T3" fmla="*/ 153 h 586"/>
              <a:gd name="T4" fmla="*/ 500 w 500"/>
              <a:gd name="T5" fmla="*/ 441 h 586"/>
              <a:gd name="T6" fmla="*/ 255 w 500"/>
              <a:gd name="T7" fmla="*/ 586 h 586"/>
              <a:gd name="T8" fmla="*/ 0 w 500"/>
              <a:gd name="T9" fmla="*/ 441 h 586"/>
              <a:gd name="T10" fmla="*/ 0 w 500"/>
              <a:gd name="T11" fmla="*/ 153 h 586"/>
              <a:gd name="T12" fmla="*/ 255 w 500"/>
              <a:gd name="T13" fmla="*/ 0 h 586"/>
              <a:gd name="T14" fmla="*/ 255 w 500"/>
              <a:gd name="T15" fmla="*/ 0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00" h="586">
                <a:moveTo>
                  <a:pt x="255" y="0"/>
                </a:moveTo>
                <a:lnTo>
                  <a:pt x="500" y="153"/>
                </a:lnTo>
                <a:lnTo>
                  <a:pt x="500" y="441"/>
                </a:lnTo>
                <a:lnTo>
                  <a:pt x="255" y="586"/>
                </a:lnTo>
                <a:lnTo>
                  <a:pt x="0" y="441"/>
                </a:lnTo>
                <a:lnTo>
                  <a:pt x="0" y="153"/>
                </a:lnTo>
                <a:lnTo>
                  <a:pt x="255" y="0"/>
                </a:lnTo>
                <a:lnTo>
                  <a:pt x="25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0"/>
          <p:cNvSpPr>
            <a:spLocks/>
          </p:cNvSpPr>
          <p:nvPr/>
        </p:nvSpPr>
        <p:spPr bwMode="auto">
          <a:xfrm>
            <a:off x="5474990" y="4533372"/>
            <a:ext cx="690630" cy="809418"/>
          </a:xfrm>
          <a:custGeom>
            <a:avLst/>
            <a:gdLst>
              <a:gd name="T0" fmla="*/ 254 w 500"/>
              <a:gd name="T1" fmla="*/ 0 h 586"/>
              <a:gd name="T2" fmla="*/ 0 w 500"/>
              <a:gd name="T3" fmla="*/ 153 h 586"/>
              <a:gd name="T4" fmla="*/ 0 w 500"/>
              <a:gd name="T5" fmla="*/ 441 h 586"/>
              <a:gd name="T6" fmla="*/ 254 w 500"/>
              <a:gd name="T7" fmla="*/ 586 h 586"/>
              <a:gd name="T8" fmla="*/ 500 w 500"/>
              <a:gd name="T9" fmla="*/ 441 h 586"/>
              <a:gd name="T10" fmla="*/ 500 w 500"/>
              <a:gd name="T11" fmla="*/ 153 h 586"/>
              <a:gd name="T12" fmla="*/ 254 w 500"/>
              <a:gd name="T13" fmla="*/ 0 h 586"/>
              <a:gd name="T14" fmla="*/ 254 w 500"/>
              <a:gd name="T15" fmla="*/ 0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00" h="586">
                <a:moveTo>
                  <a:pt x="254" y="0"/>
                </a:moveTo>
                <a:lnTo>
                  <a:pt x="0" y="153"/>
                </a:lnTo>
                <a:lnTo>
                  <a:pt x="0" y="441"/>
                </a:lnTo>
                <a:lnTo>
                  <a:pt x="254" y="586"/>
                </a:lnTo>
                <a:lnTo>
                  <a:pt x="500" y="441"/>
                </a:lnTo>
                <a:lnTo>
                  <a:pt x="500" y="153"/>
                </a:lnTo>
                <a:lnTo>
                  <a:pt x="254" y="0"/>
                </a:lnTo>
                <a:lnTo>
                  <a:pt x="25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11"/>
          <p:cNvSpPr>
            <a:spLocks/>
          </p:cNvSpPr>
          <p:nvPr/>
        </p:nvSpPr>
        <p:spPr bwMode="auto">
          <a:xfrm>
            <a:off x="7640805" y="2609277"/>
            <a:ext cx="690630" cy="809418"/>
          </a:xfrm>
          <a:custGeom>
            <a:avLst/>
            <a:gdLst>
              <a:gd name="T0" fmla="*/ 246 w 500"/>
              <a:gd name="T1" fmla="*/ 0 h 586"/>
              <a:gd name="T2" fmla="*/ 0 w 500"/>
              <a:gd name="T3" fmla="*/ 145 h 586"/>
              <a:gd name="T4" fmla="*/ 0 w 500"/>
              <a:gd name="T5" fmla="*/ 442 h 586"/>
              <a:gd name="T6" fmla="*/ 246 w 500"/>
              <a:gd name="T7" fmla="*/ 586 h 586"/>
              <a:gd name="T8" fmla="*/ 500 w 500"/>
              <a:gd name="T9" fmla="*/ 442 h 586"/>
              <a:gd name="T10" fmla="*/ 500 w 500"/>
              <a:gd name="T11" fmla="*/ 145 h 586"/>
              <a:gd name="T12" fmla="*/ 246 w 500"/>
              <a:gd name="T13" fmla="*/ 0 h 586"/>
              <a:gd name="T14" fmla="*/ 246 w 500"/>
              <a:gd name="T15" fmla="*/ 0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00" h="586">
                <a:moveTo>
                  <a:pt x="246" y="0"/>
                </a:moveTo>
                <a:lnTo>
                  <a:pt x="0" y="145"/>
                </a:lnTo>
                <a:lnTo>
                  <a:pt x="0" y="442"/>
                </a:lnTo>
                <a:lnTo>
                  <a:pt x="246" y="586"/>
                </a:lnTo>
                <a:lnTo>
                  <a:pt x="500" y="442"/>
                </a:lnTo>
                <a:lnTo>
                  <a:pt x="500" y="145"/>
                </a:lnTo>
                <a:lnTo>
                  <a:pt x="246" y="0"/>
                </a:lnTo>
                <a:lnTo>
                  <a:pt x="24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12"/>
          <p:cNvSpPr>
            <a:spLocks/>
          </p:cNvSpPr>
          <p:nvPr/>
        </p:nvSpPr>
        <p:spPr bwMode="auto">
          <a:xfrm>
            <a:off x="6012299" y="1647921"/>
            <a:ext cx="692011" cy="809418"/>
          </a:xfrm>
          <a:custGeom>
            <a:avLst/>
            <a:gdLst>
              <a:gd name="T0" fmla="*/ 246 w 501"/>
              <a:gd name="T1" fmla="*/ 0 h 586"/>
              <a:gd name="T2" fmla="*/ 501 w 501"/>
              <a:gd name="T3" fmla="*/ 144 h 586"/>
              <a:gd name="T4" fmla="*/ 501 w 501"/>
              <a:gd name="T5" fmla="*/ 441 h 586"/>
              <a:gd name="T6" fmla="*/ 246 w 501"/>
              <a:gd name="T7" fmla="*/ 586 h 586"/>
              <a:gd name="T8" fmla="*/ 0 w 501"/>
              <a:gd name="T9" fmla="*/ 441 h 586"/>
              <a:gd name="T10" fmla="*/ 0 w 501"/>
              <a:gd name="T11" fmla="*/ 144 h 586"/>
              <a:gd name="T12" fmla="*/ 246 w 501"/>
              <a:gd name="T13" fmla="*/ 0 h 586"/>
              <a:gd name="T14" fmla="*/ 246 w 501"/>
              <a:gd name="T15" fmla="*/ 0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01" h="586">
                <a:moveTo>
                  <a:pt x="246" y="0"/>
                </a:moveTo>
                <a:lnTo>
                  <a:pt x="501" y="144"/>
                </a:lnTo>
                <a:lnTo>
                  <a:pt x="501" y="441"/>
                </a:lnTo>
                <a:lnTo>
                  <a:pt x="246" y="586"/>
                </a:lnTo>
                <a:lnTo>
                  <a:pt x="0" y="441"/>
                </a:lnTo>
                <a:lnTo>
                  <a:pt x="0" y="144"/>
                </a:lnTo>
                <a:lnTo>
                  <a:pt x="246" y="0"/>
                </a:lnTo>
                <a:lnTo>
                  <a:pt x="24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13"/>
          <p:cNvSpPr>
            <a:spLocks/>
          </p:cNvSpPr>
          <p:nvPr/>
        </p:nvSpPr>
        <p:spPr bwMode="auto">
          <a:xfrm>
            <a:off x="7102114" y="1647921"/>
            <a:ext cx="690630" cy="809418"/>
          </a:xfrm>
          <a:custGeom>
            <a:avLst/>
            <a:gdLst>
              <a:gd name="T0" fmla="*/ 246 w 500"/>
              <a:gd name="T1" fmla="*/ 0 h 586"/>
              <a:gd name="T2" fmla="*/ 0 w 500"/>
              <a:gd name="T3" fmla="*/ 144 h 586"/>
              <a:gd name="T4" fmla="*/ 0 w 500"/>
              <a:gd name="T5" fmla="*/ 441 h 586"/>
              <a:gd name="T6" fmla="*/ 246 w 500"/>
              <a:gd name="T7" fmla="*/ 586 h 586"/>
              <a:gd name="T8" fmla="*/ 500 w 500"/>
              <a:gd name="T9" fmla="*/ 441 h 586"/>
              <a:gd name="T10" fmla="*/ 500 w 500"/>
              <a:gd name="T11" fmla="*/ 144 h 586"/>
              <a:gd name="T12" fmla="*/ 246 w 500"/>
              <a:gd name="T13" fmla="*/ 0 h 586"/>
              <a:gd name="T14" fmla="*/ 246 w 500"/>
              <a:gd name="T15" fmla="*/ 0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00" h="586">
                <a:moveTo>
                  <a:pt x="246" y="0"/>
                </a:moveTo>
                <a:lnTo>
                  <a:pt x="0" y="144"/>
                </a:lnTo>
                <a:lnTo>
                  <a:pt x="0" y="441"/>
                </a:lnTo>
                <a:lnTo>
                  <a:pt x="246" y="586"/>
                </a:lnTo>
                <a:lnTo>
                  <a:pt x="500" y="441"/>
                </a:lnTo>
                <a:lnTo>
                  <a:pt x="500" y="144"/>
                </a:lnTo>
                <a:lnTo>
                  <a:pt x="246" y="0"/>
                </a:lnTo>
                <a:lnTo>
                  <a:pt x="24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14"/>
          <p:cNvSpPr>
            <a:spLocks/>
          </p:cNvSpPr>
          <p:nvPr/>
        </p:nvSpPr>
        <p:spPr bwMode="auto">
          <a:xfrm>
            <a:off x="5474990" y="2609277"/>
            <a:ext cx="690630" cy="809418"/>
          </a:xfrm>
          <a:custGeom>
            <a:avLst/>
            <a:gdLst>
              <a:gd name="T0" fmla="*/ 254 w 500"/>
              <a:gd name="T1" fmla="*/ 0 h 586"/>
              <a:gd name="T2" fmla="*/ 500 w 500"/>
              <a:gd name="T3" fmla="*/ 145 h 586"/>
              <a:gd name="T4" fmla="*/ 500 w 500"/>
              <a:gd name="T5" fmla="*/ 442 h 586"/>
              <a:gd name="T6" fmla="*/ 254 w 500"/>
              <a:gd name="T7" fmla="*/ 586 h 586"/>
              <a:gd name="T8" fmla="*/ 0 w 500"/>
              <a:gd name="T9" fmla="*/ 442 h 586"/>
              <a:gd name="T10" fmla="*/ 0 w 500"/>
              <a:gd name="T11" fmla="*/ 145 h 586"/>
              <a:gd name="T12" fmla="*/ 254 w 500"/>
              <a:gd name="T13" fmla="*/ 0 h 586"/>
              <a:gd name="T14" fmla="*/ 254 w 500"/>
              <a:gd name="T15" fmla="*/ 0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00" h="586">
                <a:moveTo>
                  <a:pt x="254" y="0"/>
                </a:moveTo>
                <a:lnTo>
                  <a:pt x="500" y="145"/>
                </a:lnTo>
                <a:lnTo>
                  <a:pt x="500" y="442"/>
                </a:lnTo>
                <a:lnTo>
                  <a:pt x="254" y="586"/>
                </a:lnTo>
                <a:lnTo>
                  <a:pt x="0" y="442"/>
                </a:lnTo>
                <a:lnTo>
                  <a:pt x="0" y="145"/>
                </a:lnTo>
                <a:lnTo>
                  <a:pt x="254" y="0"/>
                </a:lnTo>
                <a:lnTo>
                  <a:pt x="25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Freeform 15"/>
          <p:cNvSpPr>
            <a:spLocks/>
          </p:cNvSpPr>
          <p:nvPr/>
        </p:nvSpPr>
        <p:spPr bwMode="auto">
          <a:xfrm>
            <a:off x="6012299" y="3583066"/>
            <a:ext cx="692011" cy="796986"/>
          </a:xfrm>
          <a:custGeom>
            <a:avLst/>
            <a:gdLst>
              <a:gd name="T0" fmla="*/ 246 w 501"/>
              <a:gd name="T1" fmla="*/ 0 h 577"/>
              <a:gd name="T2" fmla="*/ 501 w 501"/>
              <a:gd name="T3" fmla="*/ 144 h 577"/>
              <a:gd name="T4" fmla="*/ 501 w 501"/>
              <a:gd name="T5" fmla="*/ 433 h 577"/>
              <a:gd name="T6" fmla="*/ 246 w 501"/>
              <a:gd name="T7" fmla="*/ 577 h 577"/>
              <a:gd name="T8" fmla="*/ 0 w 501"/>
              <a:gd name="T9" fmla="*/ 433 h 577"/>
              <a:gd name="T10" fmla="*/ 0 w 501"/>
              <a:gd name="T11" fmla="*/ 144 h 577"/>
              <a:gd name="T12" fmla="*/ 246 w 501"/>
              <a:gd name="T13" fmla="*/ 0 h 577"/>
              <a:gd name="T14" fmla="*/ 246 w 501"/>
              <a:gd name="T15" fmla="*/ 0 h 5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01" h="577">
                <a:moveTo>
                  <a:pt x="246" y="0"/>
                </a:moveTo>
                <a:lnTo>
                  <a:pt x="501" y="144"/>
                </a:lnTo>
                <a:lnTo>
                  <a:pt x="501" y="433"/>
                </a:lnTo>
                <a:lnTo>
                  <a:pt x="246" y="577"/>
                </a:lnTo>
                <a:lnTo>
                  <a:pt x="0" y="433"/>
                </a:lnTo>
                <a:lnTo>
                  <a:pt x="0" y="144"/>
                </a:lnTo>
                <a:lnTo>
                  <a:pt x="246" y="0"/>
                </a:lnTo>
                <a:lnTo>
                  <a:pt x="24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5650824" y="4778204"/>
            <a:ext cx="338962" cy="319753"/>
            <a:chOff x="3719513" y="36513"/>
            <a:chExt cx="868363" cy="819150"/>
          </a:xfrm>
          <a:solidFill>
            <a:schemeClr val="bg1"/>
          </a:solidFill>
        </p:grpSpPr>
        <p:sp>
          <p:nvSpPr>
            <p:cNvPr id="18" name="Freeform 17"/>
            <p:cNvSpPr>
              <a:spLocks noEditPoints="1"/>
            </p:cNvSpPr>
            <p:nvPr/>
          </p:nvSpPr>
          <p:spPr bwMode="auto">
            <a:xfrm>
              <a:off x="3719513" y="36513"/>
              <a:ext cx="868363" cy="819150"/>
            </a:xfrm>
            <a:custGeom>
              <a:avLst/>
              <a:gdLst>
                <a:gd name="T0" fmla="*/ 173 w 256"/>
                <a:gd name="T1" fmla="*/ 16 h 240"/>
                <a:gd name="T2" fmla="*/ 240 w 256"/>
                <a:gd name="T3" fmla="*/ 79 h 240"/>
                <a:gd name="T4" fmla="*/ 232 w 256"/>
                <a:gd name="T5" fmla="*/ 110 h 240"/>
                <a:gd name="T6" fmla="*/ 128 w 256"/>
                <a:gd name="T7" fmla="*/ 224 h 240"/>
                <a:gd name="T8" fmla="*/ 24 w 256"/>
                <a:gd name="T9" fmla="*/ 110 h 240"/>
                <a:gd name="T10" fmla="*/ 16 w 256"/>
                <a:gd name="T11" fmla="*/ 79 h 240"/>
                <a:gd name="T12" fmla="*/ 83 w 256"/>
                <a:gd name="T13" fmla="*/ 16 h 240"/>
                <a:gd name="T14" fmla="*/ 128 w 256"/>
                <a:gd name="T15" fmla="*/ 50 h 240"/>
                <a:gd name="T16" fmla="*/ 173 w 256"/>
                <a:gd name="T17" fmla="*/ 16 h 240"/>
                <a:gd name="T18" fmla="*/ 173 w 256"/>
                <a:gd name="T19" fmla="*/ 0 h 240"/>
                <a:gd name="T20" fmla="*/ 128 w 256"/>
                <a:gd name="T21" fmla="*/ 20 h 240"/>
                <a:gd name="T22" fmla="*/ 83 w 256"/>
                <a:gd name="T23" fmla="*/ 0 h 240"/>
                <a:gd name="T24" fmla="*/ 0 w 256"/>
                <a:gd name="T25" fmla="*/ 79 h 240"/>
                <a:gd name="T26" fmla="*/ 11 w 256"/>
                <a:gd name="T27" fmla="*/ 119 h 240"/>
                <a:gd name="T28" fmla="*/ 117 w 256"/>
                <a:gd name="T29" fmla="*/ 236 h 240"/>
                <a:gd name="T30" fmla="*/ 128 w 256"/>
                <a:gd name="T31" fmla="*/ 240 h 240"/>
                <a:gd name="T32" fmla="*/ 139 w 256"/>
                <a:gd name="T33" fmla="*/ 236 h 240"/>
                <a:gd name="T34" fmla="*/ 245 w 256"/>
                <a:gd name="T35" fmla="*/ 119 h 240"/>
                <a:gd name="T36" fmla="*/ 256 w 256"/>
                <a:gd name="T37" fmla="*/ 79 h 240"/>
                <a:gd name="T38" fmla="*/ 173 w 256"/>
                <a:gd name="T39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6" h="240">
                  <a:moveTo>
                    <a:pt x="173" y="16"/>
                  </a:moveTo>
                  <a:cubicBezTo>
                    <a:pt x="210" y="16"/>
                    <a:pt x="240" y="45"/>
                    <a:pt x="240" y="79"/>
                  </a:cubicBezTo>
                  <a:cubicBezTo>
                    <a:pt x="240" y="89"/>
                    <a:pt x="237" y="103"/>
                    <a:pt x="232" y="110"/>
                  </a:cubicBezTo>
                  <a:cubicBezTo>
                    <a:pt x="208" y="144"/>
                    <a:pt x="128" y="224"/>
                    <a:pt x="128" y="224"/>
                  </a:cubicBezTo>
                  <a:cubicBezTo>
                    <a:pt x="128" y="224"/>
                    <a:pt x="48" y="144"/>
                    <a:pt x="24" y="110"/>
                  </a:cubicBezTo>
                  <a:cubicBezTo>
                    <a:pt x="19" y="103"/>
                    <a:pt x="16" y="89"/>
                    <a:pt x="16" y="79"/>
                  </a:cubicBezTo>
                  <a:cubicBezTo>
                    <a:pt x="16" y="45"/>
                    <a:pt x="46" y="16"/>
                    <a:pt x="83" y="16"/>
                  </a:cubicBezTo>
                  <a:cubicBezTo>
                    <a:pt x="109" y="16"/>
                    <a:pt x="117" y="30"/>
                    <a:pt x="128" y="50"/>
                  </a:cubicBezTo>
                  <a:cubicBezTo>
                    <a:pt x="139" y="30"/>
                    <a:pt x="147" y="16"/>
                    <a:pt x="173" y="16"/>
                  </a:cubicBezTo>
                  <a:moveTo>
                    <a:pt x="173" y="0"/>
                  </a:moveTo>
                  <a:cubicBezTo>
                    <a:pt x="150" y="0"/>
                    <a:pt x="137" y="9"/>
                    <a:pt x="128" y="20"/>
                  </a:cubicBezTo>
                  <a:cubicBezTo>
                    <a:pt x="118" y="9"/>
                    <a:pt x="105" y="0"/>
                    <a:pt x="83" y="0"/>
                  </a:cubicBezTo>
                  <a:cubicBezTo>
                    <a:pt x="37" y="0"/>
                    <a:pt x="0" y="36"/>
                    <a:pt x="0" y="79"/>
                  </a:cubicBezTo>
                  <a:cubicBezTo>
                    <a:pt x="0" y="91"/>
                    <a:pt x="3" y="109"/>
                    <a:pt x="11" y="119"/>
                  </a:cubicBezTo>
                  <a:cubicBezTo>
                    <a:pt x="35" y="154"/>
                    <a:pt x="113" y="232"/>
                    <a:pt x="117" y="236"/>
                  </a:cubicBezTo>
                  <a:cubicBezTo>
                    <a:pt x="120" y="239"/>
                    <a:pt x="124" y="240"/>
                    <a:pt x="128" y="240"/>
                  </a:cubicBezTo>
                  <a:cubicBezTo>
                    <a:pt x="132" y="240"/>
                    <a:pt x="136" y="239"/>
                    <a:pt x="139" y="236"/>
                  </a:cubicBezTo>
                  <a:cubicBezTo>
                    <a:pt x="143" y="232"/>
                    <a:pt x="220" y="154"/>
                    <a:pt x="245" y="119"/>
                  </a:cubicBezTo>
                  <a:cubicBezTo>
                    <a:pt x="253" y="109"/>
                    <a:pt x="256" y="91"/>
                    <a:pt x="256" y="79"/>
                  </a:cubicBezTo>
                  <a:cubicBezTo>
                    <a:pt x="256" y="36"/>
                    <a:pt x="219" y="0"/>
                    <a:pt x="1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8"/>
            <p:cNvSpPr>
              <a:spLocks noEditPoints="1"/>
            </p:cNvSpPr>
            <p:nvPr/>
          </p:nvSpPr>
          <p:spPr bwMode="auto">
            <a:xfrm>
              <a:off x="4271963" y="146050"/>
              <a:ext cx="193675" cy="354013"/>
            </a:xfrm>
            <a:custGeom>
              <a:avLst/>
              <a:gdLst>
                <a:gd name="T0" fmla="*/ 25 w 57"/>
                <a:gd name="T1" fmla="*/ 104 h 104"/>
                <a:gd name="T2" fmla="*/ 22 w 57"/>
                <a:gd name="T3" fmla="*/ 103 h 104"/>
                <a:gd name="T4" fmla="*/ 22 w 57"/>
                <a:gd name="T5" fmla="*/ 97 h 104"/>
                <a:gd name="T6" fmla="*/ 44 w 57"/>
                <a:gd name="T7" fmla="*/ 71 h 104"/>
                <a:gd name="T8" fmla="*/ 49 w 57"/>
                <a:gd name="T9" fmla="*/ 51 h 104"/>
                <a:gd name="T10" fmla="*/ 39 w 57"/>
                <a:gd name="T11" fmla="*/ 24 h 104"/>
                <a:gd name="T12" fmla="*/ 39 w 57"/>
                <a:gd name="T13" fmla="*/ 19 h 104"/>
                <a:gd name="T14" fmla="*/ 45 w 57"/>
                <a:gd name="T15" fmla="*/ 19 h 104"/>
                <a:gd name="T16" fmla="*/ 57 w 57"/>
                <a:gd name="T17" fmla="*/ 51 h 104"/>
                <a:gd name="T18" fmla="*/ 50 w 57"/>
                <a:gd name="T19" fmla="*/ 75 h 104"/>
                <a:gd name="T20" fmla="*/ 28 w 57"/>
                <a:gd name="T21" fmla="*/ 102 h 104"/>
                <a:gd name="T22" fmla="*/ 25 w 57"/>
                <a:gd name="T23" fmla="*/ 104 h 104"/>
                <a:gd name="T24" fmla="*/ 25 w 57"/>
                <a:gd name="T25" fmla="*/ 13 h 104"/>
                <a:gd name="T26" fmla="*/ 24 w 57"/>
                <a:gd name="T27" fmla="*/ 13 h 104"/>
                <a:gd name="T28" fmla="*/ 4 w 57"/>
                <a:gd name="T29" fmla="*/ 8 h 104"/>
                <a:gd name="T30" fmla="*/ 0 w 57"/>
                <a:gd name="T31" fmla="*/ 4 h 104"/>
                <a:gd name="T32" fmla="*/ 4 w 57"/>
                <a:gd name="T33" fmla="*/ 0 h 104"/>
                <a:gd name="T34" fmla="*/ 27 w 57"/>
                <a:gd name="T35" fmla="*/ 5 h 104"/>
                <a:gd name="T36" fmla="*/ 29 w 57"/>
                <a:gd name="T37" fmla="*/ 11 h 104"/>
                <a:gd name="T38" fmla="*/ 25 w 57"/>
                <a:gd name="T39" fmla="*/ 13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7" h="104">
                  <a:moveTo>
                    <a:pt x="25" y="104"/>
                  </a:moveTo>
                  <a:cubicBezTo>
                    <a:pt x="24" y="104"/>
                    <a:pt x="23" y="103"/>
                    <a:pt x="22" y="103"/>
                  </a:cubicBezTo>
                  <a:cubicBezTo>
                    <a:pt x="20" y="101"/>
                    <a:pt x="20" y="99"/>
                    <a:pt x="22" y="97"/>
                  </a:cubicBezTo>
                  <a:cubicBezTo>
                    <a:pt x="32" y="86"/>
                    <a:pt x="39" y="77"/>
                    <a:pt x="44" y="71"/>
                  </a:cubicBezTo>
                  <a:cubicBezTo>
                    <a:pt x="47" y="66"/>
                    <a:pt x="49" y="57"/>
                    <a:pt x="49" y="51"/>
                  </a:cubicBezTo>
                  <a:cubicBezTo>
                    <a:pt x="49" y="41"/>
                    <a:pt x="45" y="32"/>
                    <a:pt x="39" y="24"/>
                  </a:cubicBezTo>
                  <a:cubicBezTo>
                    <a:pt x="38" y="23"/>
                    <a:pt x="38" y="20"/>
                    <a:pt x="39" y="19"/>
                  </a:cubicBezTo>
                  <a:cubicBezTo>
                    <a:pt x="41" y="17"/>
                    <a:pt x="44" y="17"/>
                    <a:pt x="45" y="19"/>
                  </a:cubicBezTo>
                  <a:cubicBezTo>
                    <a:pt x="53" y="28"/>
                    <a:pt x="57" y="39"/>
                    <a:pt x="57" y="51"/>
                  </a:cubicBezTo>
                  <a:cubicBezTo>
                    <a:pt x="57" y="58"/>
                    <a:pt x="55" y="69"/>
                    <a:pt x="50" y="75"/>
                  </a:cubicBezTo>
                  <a:cubicBezTo>
                    <a:pt x="46" y="82"/>
                    <a:pt x="38" y="91"/>
                    <a:pt x="28" y="102"/>
                  </a:cubicBezTo>
                  <a:cubicBezTo>
                    <a:pt x="27" y="103"/>
                    <a:pt x="26" y="104"/>
                    <a:pt x="25" y="104"/>
                  </a:cubicBezTo>
                  <a:close/>
                  <a:moveTo>
                    <a:pt x="25" y="13"/>
                  </a:moveTo>
                  <a:cubicBezTo>
                    <a:pt x="25" y="13"/>
                    <a:pt x="24" y="13"/>
                    <a:pt x="24" y="13"/>
                  </a:cubicBezTo>
                  <a:cubicBezTo>
                    <a:pt x="17" y="10"/>
                    <a:pt x="11" y="8"/>
                    <a:pt x="4" y="8"/>
                  </a:cubicBezTo>
                  <a:cubicBezTo>
                    <a:pt x="1" y="8"/>
                    <a:pt x="0" y="7"/>
                    <a:pt x="0" y="4"/>
                  </a:cubicBezTo>
                  <a:cubicBezTo>
                    <a:pt x="0" y="2"/>
                    <a:pt x="1" y="0"/>
                    <a:pt x="4" y="0"/>
                  </a:cubicBezTo>
                  <a:cubicBezTo>
                    <a:pt x="12" y="0"/>
                    <a:pt x="20" y="2"/>
                    <a:pt x="27" y="5"/>
                  </a:cubicBezTo>
                  <a:cubicBezTo>
                    <a:pt x="29" y="6"/>
                    <a:pt x="30" y="9"/>
                    <a:pt x="29" y="11"/>
                  </a:cubicBezTo>
                  <a:cubicBezTo>
                    <a:pt x="28" y="12"/>
                    <a:pt x="27" y="13"/>
                    <a:pt x="25" y="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179913" y="1875212"/>
            <a:ext cx="356781" cy="354836"/>
            <a:chOff x="7426326" y="0"/>
            <a:chExt cx="873125" cy="868363"/>
          </a:xfrm>
          <a:solidFill>
            <a:schemeClr val="bg1"/>
          </a:solidFill>
        </p:grpSpPr>
        <p:sp>
          <p:nvSpPr>
            <p:cNvPr id="21" name="Freeform 36"/>
            <p:cNvSpPr>
              <a:spLocks/>
            </p:cNvSpPr>
            <p:nvPr/>
          </p:nvSpPr>
          <p:spPr bwMode="auto">
            <a:xfrm>
              <a:off x="7900988" y="469900"/>
              <a:ext cx="398463" cy="398463"/>
            </a:xfrm>
            <a:custGeom>
              <a:avLst/>
              <a:gdLst>
                <a:gd name="T0" fmla="*/ 86 w 117"/>
                <a:gd name="T1" fmla="*/ 117 h 117"/>
                <a:gd name="T2" fmla="*/ 65 w 117"/>
                <a:gd name="T3" fmla="*/ 108 h 117"/>
                <a:gd name="T4" fmla="*/ 3 w 117"/>
                <a:gd name="T5" fmla="*/ 46 h 117"/>
                <a:gd name="T6" fmla="*/ 3 w 117"/>
                <a:gd name="T7" fmla="*/ 34 h 117"/>
                <a:gd name="T8" fmla="*/ 14 w 117"/>
                <a:gd name="T9" fmla="*/ 34 h 117"/>
                <a:gd name="T10" fmla="*/ 77 w 117"/>
                <a:gd name="T11" fmla="*/ 97 h 117"/>
                <a:gd name="T12" fmla="*/ 86 w 117"/>
                <a:gd name="T13" fmla="*/ 101 h 117"/>
                <a:gd name="T14" fmla="*/ 87 w 117"/>
                <a:gd name="T15" fmla="*/ 101 h 117"/>
                <a:gd name="T16" fmla="*/ 96 w 117"/>
                <a:gd name="T17" fmla="*/ 97 h 117"/>
                <a:gd name="T18" fmla="*/ 101 w 117"/>
                <a:gd name="T19" fmla="*/ 87 h 117"/>
                <a:gd name="T20" fmla="*/ 97 w 117"/>
                <a:gd name="T21" fmla="*/ 77 h 117"/>
                <a:gd name="T22" fmla="*/ 34 w 117"/>
                <a:gd name="T23" fmla="*/ 14 h 117"/>
                <a:gd name="T24" fmla="*/ 34 w 117"/>
                <a:gd name="T25" fmla="*/ 3 h 117"/>
                <a:gd name="T26" fmla="*/ 45 w 117"/>
                <a:gd name="T27" fmla="*/ 3 h 117"/>
                <a:gd name="T28" fmla="*/ 108 w 117"/>
                <a:gd name="T29" fmla="*/ 66 h 117"/>
                <a:gd name="T30" fmla="*/ 117 w 117"/>
                <a:gd name="T31" fmla="*/ 87 h 117"/>
                <a:gd name="T32" fmla="*/ 108 w 117"/>
                <a:gd name="T33" fmla="*/ 108 h 117"/>
                <a:gd name="T34" fmla="*/ 87 w 117"/>
                <a:gd name="T35" fmla="*/ 117 h 117"/>
                <a:gd name="T36" fmla="*/ 86 w 117"/>
                <a:gd name="T3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7" h="117">
                  <a:moveTo>
                    <a:pt x="86" y="117"/>
                  </a:moveTo>
                  <a:cubicBezTo>
                    <a:pt x="79" y="117"/>
                    <a:pt x="71" y="114"/>
                    <a:pt x="65" y="10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0" y="42"/>
                    <a:pt x="0" y="37"/>
                    <a:pt x="3" y="34"/>
                  </a:cubicBezTo>
                  <a:cubicBezTo>
                    <a:pt x="6" y="31"/>
                    <a:pt x="11" y="31"/>
                    <a:pt x="14" y="34"/>
                  </a:cubicBezTo>
                  <a:cubicBezTo>
                    <a:pt x="77" y="97"/>
                    <a:pt x="77" y="97"/>
                    <a:pt x="77" y="97"/>
                  </a:cubicBezTo>
                  <a:cubicBezTo>
                    <a:pt x="79" y="99"/>
                    <a:pt x="83" y="101"/>
                    <a:pt x="86" y="101"/>
                  </a:cubicBezTo>
                  <a:cubicBezTo>
                    <a:pt x="86" y="101"/>
                    <a:pt x="87" y="101"/>
                    <a:pt x="87" y="101"/>
                  </a:cubicBezTo>
                  <a:cubicBezTo>
                    <a:pt x="90" y="101"/>
                    <a:pt x="94" y="99"/>
                    <a:pt x="96" y="97"/>
                  </a:cubicBezTo>
                  <a:cubicBezTo>
                    <a:pt x="99" y="94"/>
                    <a:pt x="101" y="91"/>
                    <a:pt x="101" y="87"/>
                  </a:cubicBezTo>
                  <a:cubicBezTo>
                    <a:pt x="101" y="83"/>
                    <a:pt x="99" y="80"/>
                    <a:pt x="97" y="77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1" y="11"/>
                    <a:pt x="31" y="6"/>
                    <a:pt x="34" y="3"/>
                  </a:cubicBezTo>
                  <a:cubicBezTo>
                    <a:pt x="37" y="0"/>
                    <a:pt x="42" y="0"/>
                    <a:pt x="45" y="3"/>
                  </a:cubicBezTo>
                  <a:cubicBezTo>
                    <a:pt x="108" y="66"/>
                    <a:pt x="108" y="66"/>
                    <a:pt x="108" y="66"/>
                  </a:cubicBezTo>
                  <a:cubicBezTo>
                    <a:pt x="114" y="71"/>
                    <a:pt x="117" y="79"/>
                    <a:pt x="117" y="87"/>
                  </a:cubicBezTo>
                  <a:cubicBezTo>
                    <a:pt x="117" y="95"/>
                    <a:pt x="113" y="102"/>
                    <a:pt x="108" y="108"/>
                  </a:cubicBezTo>
                  <a:cubicBezTo>
                    <a:pt x="102" y="114"/>
                    <a:pt x="95" y="117"/>
                    <a:pt x="87" y="117"/>
                  </a:cubicBezTo>
                  <a:cubicBezTo>
                    <a:pt x="87" y="117"/>
                    <a:pt x="87" y="117"/>
                    <a:pt x="86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37"/>
            <p:cNvSpPr>
              <a:spLocks noEditPoints="1"/>
            </p:cNvSpPr>
            <p:nvPr/>
          </p:nvSpPr>
          <p:spPr bwMode="auto">
            <a:xfrm>
              <a:off x="7426326" y="0"/>
              <a:ext cx="665163" cy="666750"/>
            </a:xfrm>
            <a:custGeom>
              <a:avLst/>
              <a:gdLst>
                <a:gd name="T0" fmla="*/ 98 w 196"/>
                <a:gd name="T1" fmla="*/ 16 h 196"/>
                <a:gd name="T2" fmla="*/ 180 w 196"/>
                <a:gd name="T3" fmla="*/ 98 h 196"/>
                <a:gd name="T4" fmla="*/ 98 w 196"/>
                <a:gd name="T5" fmla="*/ 180 h 196"/>
                <a:gd name="T6" fmla="*/ 16 w 196"/>
                <a:gd name="T7" fmla="*/ 98 h 196"/>
                <a:gd name="T8" fmla="*/ 98 w 196"/>
                <a:gd name="T9" fmla="*/ 16 h 196"/>
                <a:gd name="T10" fmla="*/ 98 w 196"/>
                <a:gd name="T11" fmla="*/ 0 h 196"/>
                <a:gd name="T12" fmla="*/ 0 w 196"/>
                <a:gd name="T13" fmla="*/ 98 h 196"/>
                <a:gd name="T14" fmla="*/ 98 w 196"/>
                <a:gd name="T15" fmla="*/ 196 h 196"/>
                <a:gd name="T16" fmla="*/ 196 w 196"/>
                <a:gd name="T17" fmla="*/ 98 h 196"/>
                <a:gd name="T18" fmla="*/ 98 w 196"/>
                <a:gd name="T19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6" h="196">
                  <a:moveTo>
                    <a:pt x="98" y="16"/>
                  </a:moveTo>
                  <a:cubicBezTo>
                    <a:pt x="143" y="16"/>
                    <a:pt x="180" y="53"/>
                    <a:pt x="180" y="98"/>
                  </a:cubicBezTo>
                  <a:cubicBezTo>
                    <a:pt x="180" y="143"/>
                    <a:pt x="143" y="180"/>
                    <a:pt x="98" y="180"/>
                  </a:cubicBezTo>
                  <a:cubicBezTo>
                    <a:pt x="53" y="180"/>
                    <a:pt x="16" y="143"/>
                    <a:pt x="16" y="98"/>
                  </a:cubicBezTo>
                  <a:cubicBezTo>
                    <a:pt x="16" y="53"/>
                    <a:pt x="53" y="16"/>
                    <a:pt x="98" y="16"/>
                  </a:cubicBezTo>
                  <a:moveTo>
                    <a:pt x="98" y="0"/>
                  </a:moveTo>
                  <a:cubicBezTo>
                    <a:pt x="44" y="0"/>
                    <a:pt x="0" y="44"/>
                    <a:pt x="0" y="98"/>
                  </a:cubicBezTo>
                  <a:cubicBezTo>
                    <a:pt x="0" y="152"/>
                    <a:pt x="44" y="196"/>
                    <a:pt x="98" y="196"/>
                  </a:cubicBezTo>
                  <a:cubicBezTo>
                    <a:pt x="152" y="196"/>
                    <a:pt x="196" y="152"/>
                    <a:pt x="196" y="98"/>
                  </a:cubicBezTo>
                  <a:cubicBezTo>
                    <a:pt x="196" y="44"/>
                    <a:pt x="152" y="0"/>
                    <a:pt x="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38"/>
            <p:cNvSpPr>
              <a:spLocks/>
            </p:cNvSpPr>
            <p:nvPr/>
          </p:nvSpPr>
          <p:spPr bwMode="auto">
            <a:xfrm>
              <a:off x="7700963" y="112713"/>
              <a:ext cx="41275" cy="30163"/>
            </a:xfrm>
            <a:custGeom>
              <a:avLst/>
              <a:gdLst>
                <a:gd name="T0" fmla="*/ 4 w 12"/>
                <a:gd name="T1" fmla="*/ 9 h 9"/>
                <a:gd name="T2" fmla="*/ 0 w 12"/>
                <a:gd name="T3" fmla="*/ 5 h 9"/>
                <a:gd name="T4" fmla="*/ 4 w 12"/>
                <a:gd name="T5" fmla="*/ 1 h 9"/>
                <a:gd name="T6" fmla="*/ 8 w 12"/>
                <a:gd name="T7" fmla="*/ 0 h 9"/>
                <a:gd name="T8" fmla="*/ 12 w 12"/>
                <a:gd name="T9" fmla="*/ 4 h 9"/>
                <a:gd name="T10" fmla="*/ 8 w 12"/>
                <a:gd name="T11" fmla="*/ 8 h 9"/>
                <a:gd name="T12" fmla="*/ 4 w 12"/>
                <a:gd name="T13" fmla="*/ 9 h 9"/>
                <a:gd name="T14" fmla="*/ 4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4" y="9"/>
                  </a:moveTo>
                  <a:cubicBezTo>
                    <a:pt x="2" y="9"/>
                    <a:pt x="0" y="7"/>
                    <a:pt x="0" y="5"/>
                  </a:cubicBezTo>
                  <a:cubicBezTo>
                    <a:pt x="0" y="3"/>
                    <a:pt x="2" y="1"/>
                    <a:pt x="4" y="1"/>
                  </a:cubicBezTo>
                  <a:cubicBezTo>
                    <a:pt x="5" y="1"/>
                    <a:pt x="7" y="0"/>
                    <a:pt x="8" y="0"/>
                  </a:cubicBezTo>
                  <a:cubicBezTo>
                    <a:pt x="11" y="0"/>
                    <a:pt x="12" y="2"/>
                    <a:pt x="12" y="4"/>
                  </a:cubicBezTo>
                  <a:cubicBezTo>
                    <a:pt x="12" y="7"/>
                    <a:pt x="11" y="8"/>
                    <a:pt x="8" y="8"/>
                  </a:cubicBezTo>
                  <a:cubicBezTo>
                    <a:pt x="7" y="8"/>
                    <a:pt x="6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39"/>
            <p:cNvSpPr>
              <a:spLocks/>
            </p:cNvSpPr>
            <p:nvPr/>
          </p:nvSpPr>
          <p:spPr bwMode="auto">
            <a:xfrm>
              <a:off x="7542213" y="128588"/>
              <a:ext cx="128588" cy="187325"/>
            </a:xfrm>
            <a:custGeom>
              <a:avLst/>
              <a:gdLst>
                <a:gd name="T0" fmla="*/ 4 w 38"/>
                <a:gd name="T1" fmla="*/ 55 h 55"/>
                <a:gd name="T2" fmla="*/ 0 w 38"/>
                <a:gd name="T3" fmla="*/ 51 h 55"/>
                <a:gd name="T4" fmla="*/ 32 w 38"/>
                <a:gd name="T5" fmla="*/ 1 h 55"/>
                <a:gd name="T6" fmla="*/ 37 w 38"/>
                <a:gd name="T7" fmla="*/ 2 h 55"/>
                <a:gd name="T8" fmla="*/ 35 w 38"/>
                <a:gd name="T9" fmla="*/ 8 h 55"/>
                <a:gd name="T10" fmla="*/ 8 w 38"/>
                <a:gd name="T11" fmla="*/ 51 h 55"/>
                <a:gd name="T12" fmla="*/ 4 w 38"/>
                <a:gd name="T13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55">
                  <a:moveTo>
                    <a:pt x="4" y="55"/>
                  </a:moveTo>
                  <a:cubicBezTo>
                    <a:pt x="1" y="55"/>
                    <a:pt x="0" y="53"/>
                    <a:pt x="0" y="51"/>
                  </a:cubicBezTo>
                  <a:cubicBezTo>
                    <a:pt x="0" y="30"/>
                    <a:pt x="12" y="10"/>
                    <a:pt x="32" y="1"/>
                  </a:cubicBezTo>
                  <a:cubicBezTo>
                    <a:pt x="34" y="0"/>
                    <a:pt x="37" y="0"/>
                    <a:pt x="37" y="2"/>
                  </a:cubicBezTo>
                  <a:cubicBezTo>
                    <a:pt x="38" y="4"/>
                    <a:pt x="37" y="7"/>
                    <a:pt x="35" y="8"/>
                  </a:cubicBezTo>
                  <a:cubicBezTo>
                    <a:pt x="19" y="16"/>
                    <a:pt x="8" y="33"/>
                    <a:pt x="8" y="51"/>
                  </a:cubicBezTo>
                  <a:cubicBezTo>
                    <a:pt x="8" y="53"/>
                    <a:pt x="6" y="55"/>
                    <a:pt x="4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40"/>
            <p:cNvSpPr>
              <a:spLocks/>
            </p:cNvSpPr>
            <p:nvPr/>
          </p:nvSpPr>
          <p:spPr bwMode="auto">
            <a:xfrm>
              <a:off x="8010526" y="568325"/>
              <a:ext cx="107950" cy="112713"/>
            </a:xfrm>
            <a:custGeom>
              <a:avLst/>
              <a:gdLst>
                <a:gd name="T0" fmla="*/ 4 w 32"/>
                <a:gd name="T1" fmla="*/ 33 h 33"/>
                <a:gd name="T2" fmla="*/ 1 w 32"/>
                <a:gd name="T3" fmla="*/ 32 h 33"/>
                <a:gd name="T4" fmla="*/ 1 w 32"/>
                <a:gd name="T5" fmla="*/ 26 h 33"/>
                <a:gd name="T6" fmla="*/ 25 w 32"/>
                <a:gd name="T7" fmla="*/ 2 h 33"/>
                <a:gd name="T8" fmla="*/ 31 w 32"/>
                <a:gd name="T9" fmla="*/ 2 h 33"/>
                <a:gd name="T10" fmla="*/ 31 w 32"/>
                <a:gd name="T11" fmla="*/ 8 h 33"/>
                <a:gd name="T12" fmla="*/ 7 w 32"/>
                <a:gd name="T13" fmla="*/ 32 h 33"/>
                <a:gd name="T14" fmla="*/ 4 w 32"/>
                <a:gd name="T1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33">
                  <a:moveTo>
                    <a:pt x="4" y="33"/>
                  </a:moveTo>
                  <a:cubicBezTo>
                    <a:pt x="3" y="33"/>
                    <a:pt x="2" y="32"/>
                    <a:pt x="1" y="32"/>
                  </a:cubicBezTo>
                  <a:cubicBezTo>
                    <a:pt x="0" y="30"/>
                    <a:pt x="0" y="28"/>
                    <a:pt x="1" y="26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7" y="0"/>
                    <a:pt x="29" y="0"/>
                    <a:pt x="31" y="2"/>
                  </a:cubicBezTo>
                  <a:cubicBezTo>
                    <a:pt x="32" y="4"/>
                    <a:pt x="32" y="6"/>
                    <a:pt x="31" y="8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6" y="32"/>
                    <a:pt x="5" y="33"/>
                    <a:pt x="4" y="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41"/>
            <p:cNvSpPr>
              <a:spLocks/>
            </p:cNvSpPr>
            <p:nvPr/>
          </p:nvSpPr>
          <p:spPr bwMode="auto">
            <a:xfrm>
              <a:off x="8051801" y="609600"/>
              <a:ext cx="107950" cy="112713"/>
            </a:xfrm>
            <a:custGeom>
              <a:avLst/>
              <a:gdLst>
                <a:gd name="T0" fmla="*/ 4 w 32"/>
                <a:gd name="T1" fmla="*/ 33 h 33"/>
                <a:gd name="T2" fmla="*/ 1 w 32"/>
                <a:gd name="T3" fmla="*/ 32 h 33"/>
                <a:gd name="T4" fmla="*/ 1 w 32"/>
                <a:gd name="T5" fmla="*/ 26 h 33"/>
                <a:gd name="T6" fmla="*/ 25 w 32"/>
                <a:gd name="T7" fmla="*/ 2 h 33"/>
                <a:gd name="T8" fmla="*/ 31 w 32"/>
                <a:gd name="T9" fmla="*/ 2 h 33"/>
                <a:gd name="T10" fmla="*/ 31 w 32"/>
                <a:gd name="T11" fmla="*/ 8 h 33"/>
                <a:gd name="T12" fmla="*/ 7 w 32"/>
                <a:gd name="T13" fmla="*/ 32 h 33"/>
                <a:gd name="T14" fmla="*/ 4 w 32"/>
                <a:gd name="T1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33">
                  <a:moveTo>
                    <a:pt x="4" y="33"/>
                  </a:moveTo>
                  <a:cubicBezTo>
                    <a:pt x="3" y="33"/>
                    <a:pt x="2" y="32"/>
                    <a:pt x="1" y="32"/>
                  </a:cubicBezTo>
                  <a:cubicBezTo>
                    <a:pt x="0" y="30"/>
                    <a:pt x="0" y="28"/>
                    <a:pt x="1" y="26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7" y="0"/>
                    <a:pt x="29" y="0"/>
                    <a:pt x="31" y="2"/>
                  </a:cubicBezTo>
                  <a:cubicBezTo>
                    <a:pt x="32" y="4"/>
                    <a:pt x="32" y="6"/>
                    <a:pt x="31" y="8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6" y="32"/>
                    <a:pt x="5" y="33"/>
                    <a:pt x="4" y="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051908" y="3793151"/>
            <a:ext cx="279783" cy="364384"/>
            <a:chOff x="11255376" y="0"/>
            <a:chExt cx="666750" cy="868363"/>
          </a:xfrm>
          <a:solidFill>
            <a:schemeClr val="bg1"/>
          </a:solidFill>
        </p:grpSpPr>
        <p:sp>
          <p:nvSpPr>
            <p:cNvPr id="28" name="Freeform 16"/>
            <p:cNvSpPr>
              <a:spLocks noEditPoints="1"/>
            </p:cNvSpPr>
            <p:nvPr/>
          </p:nvSpPr>
          <p:spPr bwMode="auto">
            <a:xfrm>
              <a:off x="11255376" y="0"/>
              <a:ext cx="666750" cy="666750"/>
            </a:xfrm>
            <a:custGeom>
              <a:avLst/>
              <a:gdLst>
                <a:gd name="T0" fmla="*/ 98 w 196"/>
                <a:gd name="T1" fmla="*/ 16 h 196"/>
                <a:gd name="T2" fmla="*/ 180 w 196"/>
                <a:gd name="T3" fmla="*/ 98 h 196"/>
                <a:gd name="T4" fmla="*/ 98 w 196"/>
                <a:gd name="T5" fmla="*/ 180 h 196"/>
                <a:gd name="T6" fmla="*/ 16 w 196"/>
                <a:gd name="T7" fmla="*/ 98 h 196"/>
                <a:gd name="T8" fmla="*/ 98 w 196"/>
                <a:gd name="T9" fmla="*/ 16 h 196"/>
                <a:gd name="T10" fmla="*/ 98 w 196"/>
                <a:gd name="T11" fmla="*/ 0 h 196"/>
                <a:gd name="T12" fmla="*/ 0 w 196"/>
                <a:gd name="T13" fmla="*/ 98 h 196"/>
                <a:gd name="T14" fmla="*/ 98 w 196"/>
                <a:gd name="T15" fmla="*/ 196 h 196"/>
                <a:gd name="T16" fmla="*/ 196 w 196"/>
                <a:gd name="T17" fmla="*/ 98 h 196"/>
                <a:gd name="T18" fmla="*/ 98 w 196"/>
                <a:gd name="T19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6" h="196">
                  <a:moveTo>
                    <a:pt x="98" y="16"/>
                  </a:moveTo>
                  <a:cubicBezTo>
                    <a:pt x="143" y="16"/>
                    <a:pt x="180" y="53"/>
                    <a:pt x="180" y="98"/>
                  </a:cubicBezTo>
                  <a:cubicBezTo>
                    <a:pt x="180" y="143"/>
                    <a:pt x="143" y="180"/>
                    <a:pt x="98" y="180"/>
                  </a:cubicBezTo>
                  <a:cubicBezTo>
                    <a:pt x="52" y="180"/>
                    <a:pt x="16" y="143"/>
                    <a:pt x="16" y="98"/>
                  </a:cubicBezTo>
                  <a:cubicBezTo>
                    <a:pt x="16" y="53"/>
                    <a:pt x="52" y="16"/>
                    <a:pt x="98" y="16"/>
                  </a:cubicBezTo>
                  <a:moveTo>
                    <a:pt x="98" y="0"/>
                  </a:moveTo>
                  <a:cubicBezTo>
                    <a:pt x="44" y="0"/>
                    <a:pt x="0" y="44"/>
                    <a:pt x="0" y="98"/>
                  </a:cubicBezTo>
                  <a:cubicBezTo>
                    <a:pt x="0" y="152"/>
                    <a:pt x="44" y="196"/>
                    <a:pt x="98" y="196"/>
                  </a:cubicBezTo>
                  <a:cubicBezTo>
                    <a:pt x="152" y="196"/>
                    <a:pt x="196" y="152"/>
                    <a:pt x="196" y="98"/>
                  </a:cubicBezTo>
                  <a:cubicBezTo>
                    <a:pt x="196" y="44"/>
                    <a:pt x="152" y="0"/>
                    <a:pt x="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7"/>
            <p:cNvSpPr>
              <a:spLocks/>
            </p:cNvSpPr>
            <p:nvPr/>
          </p:nvSpPr>
          <p:spPr bwMode="auto">
            <a:xfrm>
              <a:off x="11531601" y="115888"/>
              <a:ext cx="39688" cy="26988"/>
            </a:xfrm>
            <a:custGeom>
              <a:avLst/>
              <a:gdLst>
                <a:gd name="T0" fmla="*/ 4 w 12"/>
                <a:gd name="T1" fmla="*/ 8 h 8"/>
                <a:gd name="T2" fmla="*/ 0 w 12"/>
                <a:gd name="T3" fmla="*/ 4 h 8"/>
                <a:gd name="T4" fmla="*/ 3 w 12"/>
                <a:gd name="T5" fmla="*/ 0 h 8"/>
                <a:gd name="T6" fmla="*/ 8 w 12"/>
                <a:gd name="T7" fmla="*/ 0 h 8"/>
                <a:gd name="T8" fmla="*/ 12 w 12"/>
                <a:gd name="T9" fmla="*/ 4 h 8"/>
                <a:gd name="T10" fmla="*/ 8 w 12"/>
                <a:gd name="T11" fmla="*/ 8 h 8"/>
                <a:gd name="T12" fmla="*/ 4 w 12"/>
                <a:gd name="T13" fmla="*/ 8 h 8"/>
                <a:gd name="T14" fmla="*/ 4 w 12"/>
                <a:gd name="T1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8">
                  <a:moveTo>
                    <a:pt x="4" y="8"/>
                  </a:move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7" y="0"/>
                    <a:pt x="8" y="0"/>
                  </a:cubicBezTo>
                  <a:cubicBezTo>
                    <a:pt x="10" y="0"/>
                    <a:pt x="12" y="1"/>
                    <a:pt x="12" y="4"/>
                  </a:cubicBezTo>
                  <a:cubicBezTo>
                    <a:pt x="12" y="6"/>
                    <a:pt x="10" y="8"/>
                    <a:pt x="8" y="8"/>
                  </a:cubicBezTo>
                  <a:cubicBezTo>
                    <a:pt x="7" y="8"/>
                    <a:pt x="5" y="8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8"/>
            <p:cNvSpPr>
              <a:spLocks/>
            </p:cNvSpPr>
            <p:nvPr/>
          </p:nvSpPr>
          <p:spPr bwMode="auto">
            <a:xfrm>
              <a:off x="11368088" y="128588"/>
              <a:ext cx="131763" cy="187325"/>
            </a:xfrm>
            <a:custGeom>
              <a:avLst/>
              <a:gdLst>
                <a:gd name="T0" fmla="*/ 4 w 39"/>
                <a:gd name="T1" fmla="*/ 55 h 55"/>
                <a:gd name="T2" fmla="*/ 0 w 39"/>
                <a:gd name="T3" fmla="*/ 51 h 55"/>
                <a:gd name="T4" fmla="*/ 33 w 39"/>
                <a:gd name="T5" fmla="*/ 1 h 55"/>
                <a:gd name="T6" fmla="*/ 38 w 39"/>
                <a:gd name="T7" fmla="*/ 3 h 55"/>
                <a:gd name="T8" fmla="*/ 36 w 39"/>
                <a:gd name="T9" fmla="*/ 8 h 55"/>
                <a:gd name="T10" fmla="*/ 8 w 39"/>
                <a:gd name="T11" fmla="*/ 51 h 55"/>
                <a:gd name="T12" fmla="*/ 4 w 39"/>
                <a:gd name="T13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" h="55">
                  <a:moveTo>
                    <a:pt x="4" y="55"/>
                  </a:moveTo>
                  <a:cubicBezTo>
                    <a:pt x="2" y="55"/>
                    <a:pt x="0" y="54"/>
                    <a:pt x="0" y="51"/>
                  </a:cubicBezTo>
                  <a:cubicBezTo>
                    <a:pt x="0" y="30"/>
                    <a:pt x="13" y="10"/>
                    <a:pt x="33" y="1"/>
                  </a:cubicBezTo>
                  <a:cubicBezTo>
                    <a:pt x="35" y="0"/>
                    <a:pt x="37" y="1"/>
                    <a:pt x="38" y="3"/>
                  </a:cubicBezTo>
                  <a:cubicBezTo>
                    <a:pt x="39" y="5"/>
                    <a:pt x="38" y="7"/>
                    <a:pt x="36" y="8"/>
                  </a:cubicBezTo>
                  <a:cubicBezTo>
                    <a:pt x="19" y="16"/>
                    <a:pt x="8" y="33"/>
                    <a:pt x="8" y="51"/>
                  </a:cubicBezTo>
                  <a:cubicBezTo>
                    <a:pt x="8" y="54"/>
                    <a:pt x="6" y="55"/>
                    <a:pt x="4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9"/>
            <p:cNvSpPr>
              <a:spLocks/>
            </p:cNvSpPr>
            <p:nvPr/>
          </p:nvSpPr>
          <p:spPr bwMode="auto">
            <a:xfrm>
              <a:off x="11428413" y="592138"/>
              <a:ext cx="306388" cy="263525"/>
            </a:xfrm>
            <a:custGeom>
              <a:avLst/>
              <a:gdLst>
                <a:gd name="T0" fmla="*/ 69 w 90"/>
                <a:gd name="T1" fmla="*/ 77 h 77"/>
                <a:gd name="T2" fmla="*/ 21 w 90"/>
                <a:gd name="T3" fmla="*/ 77 h 77"/>
                <a:gd name="T4" fmla="*/ 13 w 90"/>
                <a:gd name="T5" fmla="*/ 71 h 77"/>
                <a:gd name="T6" fmla="*/ 1 w 90"/>
                <a:gd name="T7" fmla="*/ 12 h 77"/>
                <a:gd name="T8" fmla="*/ 7 w 90"/>
                <a:gd name="T9" fmla="*/ 2 h 77"/>
                <a:gd name="T10" fmla="*/ 17 w 90"/>
                <a:gd name="T11" fmla="*/ 9 h 77"/>
                <a:gd name="T12" fmla="*/ 27 w 90"/>
                <a:gd name="T13" fmla="*/ 61 h 77"/>
                <a:gd name="T14" fmla="*/ 63 w 90"/>
                <a:gd name="T15" fmla="*/ 61 h 77"/>
                <a:gd name="T16" fmla="*/ 73 w 90"/>
                <a:gd name="T17" fmla="*/ 7 h 77"/>
                <a:gd name="T18" fmla="*/ 82 w 90"/>
                <a:gd name="T19" fmla="*/ 1 h 77"/>
                <a:gd name="T20" fmla="*/ 89 w 90"/>
                <a:gd name="T21" fmla="*/ 10 h 77"/>
                <a:gd name="T22" fmla="*/ 77 w 90"/>
                <a:gd name="T23" fmla="*/ 71 h 77"/>
                <a:gd name="T24" fmla="*/ 69 w 90"/>
                <a:gd name="T25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" h="77">
                  <a:moveTo>
                    <a:pt x="69" y="77"/>
                  </a:moveTo>
                  <a:cubicBezTo>
                    <a:pt x="21" y="77"/>
                    <a:pt x="21" y="77"/>
                    <a:pt x="21" y="77"/>
                  </a:cubicBezTo>
                  <a:cubicBezTo>
                    <a:pt x="17" y="77"/>
                    <a:pt x="13" y="74"/>
                    <a:pt x="13" y="7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8"/>
                    <a:pt x="3" y="3"/>
                    <a:pt x="7" y="2"/>
                  </a:cubicBezTo>
                  <a:cubicBezTo>
                    <a:pt x="12" y="2"/>
                    <a:pt x="16" y="4"/>
                    <a:pt x="17" y="9"/>
                  </a:cubicBezTo>
                  <a:cubicBezTo>
                    <a:pt x="27" y="61"/>
                    <a:pt x="27" y="61"/>
                    <a:pt x="27" y="61"/>
                  </a:cubicBezTo>
                  <a:cubicBezTo>
                    <a:pt x="63" y="61"/>
                    <a:pt x="63" y="61"/>
                    <a:pt x="63" y="61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4" y="3"/>
                    <a:pt x="78" y="0"/>
                    <a:pt x="82" y="1"/>
                  </a:cubicBezTo>
                  <a:cubicBezTo>
                    <a:pt x="87" y="2"/>
                    <a:pt x="90" y="6"/>
                    <a:pt x="89" y="10"/>
                  </a:cubicBezTo>
                  <a:cubicBezTo>
                    <a:pt x="77" y="71"/>
                    <a:pt x="77" y="71"/>
                    <a:pt x="77" y="71"/>
                  </a:cubicBezTo>
                  <a:cubicBezTo>
                    <a:pt x="77" y="74"/>
                    <a:pt x="73" y="77"/>
                    <a:pt x="69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0"/>
            <p:cNvSpPr>
              <a:spLocks/>
            </p:cNvSpPr>
            <p:nvPr/>
          </p:nvSpPr>
          <p:spPr bwMode="auto">
            <a:xfrm>
              <a:off x="11541126" y="814388"/>
              <a:ext cx="80963" cy="53975"/>
            </a:xfrm>
            <a:custGeom>
              <a:avLst/>
              <a:gdLst>
                <a:gd name="T0" fmla="*/ 16 w 24"/>
                <a:gd name="T1" fmla="*/ 16 h 16"/>
                <a:gd name="T2" fmla="*/ 8 w 24"/>
                <a:gd name="T3" fmla="*/ 16 h 16"/>
                <a:gd name="T4" fmla="*/ 0 w 24"/>
                <a:gd name="T5" fmla="*/ 8 h 16"/>
                <a:gd name="T6" fmla="*/ 8 w 24"/>
                <a:gd name="T7" fmla="*/ 0 h 16"/>
                <a:gd name="T8" fmla="*/ 16 w 24"/>
                <a:gd name="T9" fmla="*/ 0 h 16"/>
                <a:gd name="T10" fmla="*/ 24 w 24"/>
                <a:gd name="T11" fmla="*/ 8 h 16"/>
                <a:gd name="T12" fmla="*/ 16 w 24"/>
                <a:gd name="T1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6">
                  <a:moveTo>
                    <a:pt x="16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4" y="16"/>
                    <a:pt x="0" y="12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0" y="0"/>
                    <a:pt x="24" y="4"/>
                    <a:pt x="24" y="8"/>
                  </a:cubicBezTo>
                  <a:cubicBezTo>
                    <a:pt x="24" y="12"/>
                    <a:pt x="20" y="16"/>
                    <a:pt x="16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1"/>
            <p:cNvSpPr>
              <a:spLocks/>
            </p:cNvSpPr>
            <p:nvPr/>
          </p:nvSpPr>
          <p:spPr bwMode="auto">
            <a:xfrm>
              <a:off x="11514138" y="687388"/>
              <a:ext cx="125413" cy="41275"/>
            </a:xfrm>
            <a:custGeom>
              <a:avLst/>
              <a:gdLst>
                <a:gd name="T0" fmla="*/ 33 w 37"/>
                <a:gd name="T1" fmla="*/ 12 h 12"/>
                <a:gd name="T2" fmla="*/ 33 w 37"/>
                <a:gd name="T3" fmla="*/ 12 h 12"/>
                <a:gd name="T4" fmla="*/ 3 w 37"/>
                <a:gd name="T5" fmla="*/ 9 h 12"/>
                <a:gd name="T6" fmla="*/ 0 w 37"/>
                <a:gd name="T7" fmla="*/ 4 h 12"/>
                <a:gd name="T8" fmla="*/ 4 w 37"/>
                <a:gd name="T9" fmla="*/ 1 h 12"/>
                <a:gd name="T10" fmla="*/ 34 w 37"/>
                <a:gd name="T11" fmla="*/ 4 h 12"/>
                <a:gd name="T12" fmla="*/ 37 w 37"/>
                <a:gd name="T13" fmla="*/ 9 h 12"/>
                <a:gd name="T14" fmla="*/ 33 w 37"/>
                <a:gd name="T15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12">
                  <a:moveTo>
                    <a:pt x="33" y="12"/>
                  </a:moveTo>
                  <a:cubicBezTo>
                    <a:pt x="33" y="12"/>
                    <a:pt x="33" y="12"/>
                    <a:pt x="33" y="12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2"/>
                    <a:pt x="2" y="0"/>
                    <a:pt x="4" y="1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6" y="5"/>
                    <a:pt x="37" y="7"/>
                    <a:pt x="37" y="9"/>
                  </a:cubicBezTo>
                  <a:cubicBezTo>
                    <a:pt x="37" y="11"/>
                    <a:pt x="35" y="12"/>
                    <a:pt x="3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"/>
            <p:cNvSpPr>
              <a:spLocks/>
            </p:cNvSpPr>
            <p:nvPr/>
          </p:nvSpPr>
          <p:spPr bwMode="auto">
            <a:xfrm>
              <a:off x="11520488" y="746125"/>
              <a:ext cx="112713" cy="36513"/>
            </a:xfrm>
            <a:custGeom>
              <a:avLst/>
              <a:gdLst>
                <a:gd name="T0" fmla="*/ 29 w 33"/>
                <a:gd name="T1" fmla="*/ 11 h 11"/>
                <a:gd name="T2" fmla="*/ 29 w 33"/>
                <a:gd name="T3" fmla="*/ 11 h 11"/>
                <a:gd name="T4" fmla="*/ 4 w 33"/>
                <a:gd name="T5" fmla="*/ 8 h 11"/>
                <a:gd name="T6" fmla="*/ 1 w 33"/>
                <a:gd name="T7" fmla="*/ 3 h 11"/>
                <a:gd name="T8" fmla="*/ 5 w 33"/>
                <a:gd name="T9" fmla="*/ 0 h 11"/>
                <a:gd name="T10" fmla="*/ 30 w 33"/>
                <a:gd name="T11" fmla="*/ 3 h 11"/>
                <a:gd name="T12" fmla="*/ 33 w 33"/>
                <a:gd name="T13" fmla="*/ 7 h 11"/>
                <a:gd name="T14" fmla="*/ 29 w 33"/>
                <a:gd name="T15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" h="11">
                  <a:moveTo>
                    <a:pt x="29" y="11"/>
                  </a:moveTo>
                  <a:cubicBezTo>
                    <a:pt x="29" y="11"/>
                    <a:pt x="29" y="11"/>
                    <a:pt x="29" y="11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1" y="3"/>
                  </a:cubicBezTo>
                  <a:cubicBezTo>
                    <a:pt x="1" y="1"/>
                    <a:pt x="3" y="0"/>
                    <a:pt x="5" y="0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2" y="3"/>
                    <a:pt x="33" y="5"/>
                    <a:pt x="33" y="7"/>
                  </a:cubicBezTo>
                  <a:cubicBezTo>
                    <a:pt x="33" y="9"/>
                    <a:pt x="31" y="11"/>
                    <a:pt x="29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3"/>
            <p:cNvSpPr>
              <a:spLocks/>
            </p:cNvSpPr>
            <p:nvPr/>
          </p:nvSpPr>
          <p:spPr bwMode="auto">
            <a:xfrm>
              <a:off x="11476038" y="381000"/>
              <a:ext cx="74613" cy="246063"/>
            </a:xfrm>
            <a:custGeom>
              <a:avLst/>
              <a:gdLst>
                <a:gd name="T0" fmla="*/ 17 w 22"/>
                <a:gd name="T1" fmla="*/ 72 h 72"/>
                <a:gd name="T2" fmla="*/ 13 w 22"/>
                <a:gd name="T3" fmla="*/ 68 h 72"/>
                <a:gd name="T4" fmla="*/ 0 w 22"/>
                <a:gd name="T5" fmla="*/ 5 h 72"/>
                <a:gd name="T6" fmla="*/ 3 w 22"/>
                <a:gd name="T7" fmla="*/ 1 h 72"/>
                <a:gd name="T8" fmla="*/ 8 w 22"/>
                <a:gd name="T9" fmla="*/ 4 h 72"/>
                <a:gd name="T10" fmla="*/ 21 w 22"/>
                <a:gd name="T11" fmla="*/ 67 h 72"/>
                <a:gd name="T12" fmla="*/ 18 w 22"/>
                <a:gd name="T13" fmla="*/ 72 h 72"/>
                <a:gd name="T14" fmla="*/ 17 w 22"/>
                <a:gd name="T15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72">
                  <a:moveTo>
                    <a:pt x="17" y="72"/>
                  </a:moveTo>
                  <a:cubicBezTo>
                    <a:pt x="15" y="72"/>
                    <a:pt x="14" y="70"/>
                    <a:pt x="13" y="6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1" y="1"/>
                    <a:pt x="3" y="1"/>
                  </a:cubicBezTo>
                  <a:cubicBezTo>
                    <a:pt x="5" y="0"/>
                    <a:pt x="8" y="2"/>
                    <a:pt x="8" y="4"/>
                  </a:cubicBezTo>
                  <a:cubicBezTo>
                    <a:pt x="21" y="67"/>
                    <a:pt x="21" y="67"/>
                    <a:pt x="21" y="67"/>
                  </a:cubicBezTo>
                  <a:cubicBezTo>
                    <a:pt x="22" y="69"/>
                    <a:pt x="20" y="71"/>
                    <a:pt x="18" y="72"/>
                  </a:cubicBezTo>
                  <a:cubicBezTo>
                    <a:pt x="18" y="72"/>
                    <a:pt x="18" y="72"/>
                    <a:pt x="17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4"/>
            <p:cNvSpPr>
              <a:spLocks/>
            </p:cNvSpPr>
            <p:nvPr/>
          </p:nvSpPr>
          <p:spPr bwMode="auto">
            <a:xfrm>
              <a:off x="11626851" y="381000"/>
              <a:ext cx="74613" cy="246063"/>
            </a:xfrm>
            <a:custGeom>
              <a:avLst/>
              <a:gdLst>
                <a:gd name="T0" fmla="*/ 4 w 22"/>
                <a:gd name="T1" fmla="*/ 72 h 72"/>
                <a:gd name="T2" fmla="*/ 3 w 22"/>
                <a:gd name="T3" fmla="*/ 72 h 72"/>
                <a:gd name="T4" fmla="*/ 0 w 22"/>
                <a:gd name="T5" fmla="*/ 67 h 72"/>
                <a:gd name="T6" fmla="*/ 13 w 22"/>
                <a:gd name="T7" fmla="*/ 4 h 72"/>
                <a:gd name="T8" fmla="*/ 18 w 22"/>
                <a:gd name="T9" fmla="*/ 1 h 72"/>
                <a:gd name="T10" fmla="*/ 21 w 22"/>
                <a:gd name="T11" fmla="*/ 5 h 72"/>
                <a:gd name="T12" fmla="*/ 8 w 22"/>
                <a:gd name="T13" fmla="*/ 68 h 72"/>
                <a:gd name="T14" fmla="*/ 4 w 22"/>
                <a:gd name="T15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72">
                  <a:moveTo>
                    <a:pt x="4" y="72"/>
                  </a:moveTo>
                  <a:cubicBezTo>
                    <a:pt x="4" y="72"/>
                    <a:pt x="4" y="72"/>
                    <a:pt x="3" y="72"/>
                  </a:cubicBezTo>
                  <a:cubicBezTo>
                    <a:pt x="1" y="71"/>
                    <a:pt x="0" y="69"/>
                    <a:pt x="0" y="67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4" y="2"/>
                    <a:pt x="16" y="0"/>
                    <a:pt x="18" y="1"/>
                  </a:cubicBezTo>
                  <a:cubicBezTo>
                    <a:pt x="20" y="1"/>
                    <a:pt x="22" y="3"/>
                    <a:pt x="21" y="5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8" y="70"/>
                    <a:pt x="6" y="72"/>
                    <a:pt x="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5"/>
            <p:cNvSpPr>
              <a:spLocks/>
            </p:cNvSpPr>
            <p:nvPr/>
          </p:nvSpPr>
          <p:spPr bwMode="auto">
            <a:xfrm>
              <a:off x="11480801" y="368300"/>
              <a:ext cx="212725" cy="57150"/>
            </a:xfrm>
            <a:custGeom>
              <a:avLst/>
              <a:gdLst>
                <a:gd name="T0" fmla="*/ 46 w 63"/>
                <a:gd name="T1" fmla="*/ 17 h 17"/>
                <a:gd name="T2" fmla="*/ 38 w 63"/>
                <a:gd name="T3" fmla="*/ 11 h 17"/>
                <a:gd name="T4" fmla="*/ 38 w 63"/>
                <a:gd name="T5" fmla="*/ 10 h 17"/>
                <a:gd name="T6" fmla="*/ 37 w 63"/>
                <a:gd name="T7" fmla="*/ 10 h 17"/>
                <a:gd name="T8" fmla="*/ 37 w 63"/>
                <a:gd name="T9" fmla="*/ 10 h 17"/>
                <a:gd name="T10" fmla="*/ 36 w 63"/>
                <a:gd name="T11" fmla="*/ 11 h 17"/>
                <a:gd name="T12" fmla="*/ 36 w 63"/>
                <a:gd name="T13" fmla="*/ 11 h 17"/>
                <a:gd name="T14" fmla="*/ 36 w 63"/>
                <a:gd name="T15" fmla="*/ 11 h 17"/>
                <a:gd name="T16" fmla="*/ 28 w 63"/>
                <a:gd name="T17" fmla="*/ 17 h 17"/>
                <a:gd name="T18" fmla="*/ 20 w 63"/>
                <a:gd name="T19" fmla="*/ 11 h 17"/>
                <a:gd name="T20" fmla="*/ 19 w 63"/>
                <a:gd name="T21" fmla="*/ 10 h 17"/>
                <a:gd name="T22" fmla="*/ 19 w 63"/>
                <a:gd name="T23" fmla="*/ 10 h 17"/>
                <a:gd name="T24" fmla="*/ 18 w 63"/>
                <a:gd name="T25" fmla="*/ 10 h 17"/>
                <a:gd name="T26" fmla="*/ 18 w 63"/>
                <a:gd name="T27" fmla="*/ 11 h 17"/>
                <a:gd name="T28" fmla="*/ 10 w 63"/>
                <a:gd name="T29" fmla="*/ 17 h 17"/>
                <a:gd name="T30" fmla="*/ 1 w 63"/>
                <a:gd name="T31" fmla="*/ 10 h 17"/>
                <a:gd name="T32" fmla="*/ 0 w 63"/>
                <a:gd name="T33" fmla="*/ 8 h 17"/>
                <a:gd name="T34" fmla="*/ 4 w 63"/>
                <a:gd name="T35" fmla="*/ 4 h 17"/>
                <a:gd name="T36" fmla="*/ 8 w 63"/>
                <a:gd name="T37" fmla="*/ 7 h 17"/>
                <a:gd name="T38" fmla="*/ 10 w 63"/>
                <a:gd name="T39" fmla="*/ 9 h 17"/>
                <a:gd name="T40" fmla="*/ 11 w 63"/>
                <a:gd name="T41" fmla="*/ 7 h 17"/>
                <a:gd name="T42" fmla="*/ 12 w 63"/>
                <a:gd name="T43" fmla="*/ 5 h 17"/>
                <a:gd name="T44" fmla="*/ 19 w 63"/>
                <a:gd name="T45" fmla="*/ 1 h 17"/>
                <a:gd name="T46" fmla="*/ 25 w 63"/>
                <a:gd name="T47" fmla="*/ 5 h 17"/>
                <a:gd name="T48" fmla="*/ 27 w 63"/>
                <a:gd name="T49" fmla="*/ 7 h 17"/>
                <a:gd name="T50" fmla="*/ 28 w 63"/>
                <a:gd name="T51" fmla="*/ 9 h 17"/>
                <a:gd name="T52" fmla="*/ 29 w 63"/>
                <a:gd name="T53" fmla="*/ 8 h 17"/>
                <a:gd name="T54" fmla="*/ 29 w 63"/>
                <a:gd name="T55" fmla="*/ 8 h 17"/>
                <a:gd name="T56" fmla="*/ 29 w 63"/>
                <a:gd name="T57" fmla="*/ 8 h 17"/>
                <a:gd name="T58" fmla="*/ 29 w 63"/>
                <a:gd name="T59" fmla="*/ 7 h 17"/>
                <a:gd name="T60" fmla="*/ 31 w 63"/>
                <a:gd name="T61" fmla="*/ 5 h 17"/>
                <a:gd name="T62" fmla="*/ 37 w 63"/>
                <a:gd name="T63" fmla="*/ 1 h 17"/>
                <a:gd name="T64" fmla="*/ 44 w 63"/>
                <a:gd name="T65" fmla="*/ 5 h 17"/>
                <a:gd name="T66" fmla="*/ 45 w 63"/>
                <a:gd name="T67" fmla="*/ 7 h 17"/>
                <a:gd name="T68" fmla="*/ 46 w 63"/>
                <a:gd name="T69" fmla="*/ 9 h 17"/>
                <a:gd name="T70" fmla="*/ 48 w 63"/>
                <a:gd name="T71" fmla="*/ 7 h 17"/>
                <a:gd name="T72" fmla="*/ 49 w 63"/>
                <a:gd name="T73" fmla="*/ 5 h 17"/>
                <a:gd name="T74" fmla="*/ 62 w 63"/>
                <a:gd name="T75" fmla="*/ 5 h 17"/>
                <a:gd name="T76" fmla="*/ 63 w 63"/>
                <a:gd name="T77" fmla="*/ 8 h 17"/>
                <a:gd name="T78" fmla="*/ 60 w 63"/>
                <a:gd name="T79" fmla="*/ 12 h 17"/>
                <a:gd name="T80" fmla="*/ 59 w 63"/>
                <a:gd name="T81" fmla="*/ 12 h 17"/>
                <a:gd name="T82" fmla="*/ 56 w 63"/>
                <a:gd name="T83" fmla="*/ 10 h 17"/>
                <a:gd name="T84" fmla="*/ 55 w 63"/>
                <a:gd name="T85" fmla="*/ 10 h 17"/>
                <a:gd name="T86" fmla="*/ 55 w 63"/>
                <a:gd name="T87" fmla="*/ 10 h 17"/>
                <a:gd name="T88" fmla="*/ 55 w 63"/>
                <a:gd name="T89" fmla="*/ 11 h 17"/>
                <a:gd name="T90" fmla="*/ 46 w 63"/>
                <a:gd name="T9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3" h="17">
                  <a:moveTo>
                    <a:pt x="46" y="17"/>
                  </a:moveTo>
                  <a:cubicBezTo>
                    <a:pt x="43" y="17"/>
                    <a:pt x="40" y="15"/>
                    <a:pt x="38" y="11"/>
                  </a:cubicBezTo>
                  <a:cubicBezTo>
                    <a:pt x="38" y="11"/>
                    <a:pt x="38" y="10"/>
                    <a:pt x="38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7" y="10"/>
                    <a:pt x="37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3" y="17"/>
                    <a:pt x="30" y="17"/>
                    <a:pt x="28" y="17"/>
                  </a:cubicBezTo>
                  <a:cubicBezTo>
                    <a:pt x="25" y="17"/>
                    <a:pt x="22" y="15"/>
                    <a:pt x="20" y="11"/>
                  </a:cubicBezTo>
                  <a:cubicBezTo>
                    <a:pt x="20" y="11"/>
                    <a:pt x="19" y="10"/>
                    <a:pt x="19" y="10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6" y="15"/>
                    <a:pt x="13" y="17"/>
                    <a:pt x="10" y="17"/>
                  </a:cubicBezTo>
                  <a:cubicBezTo>
                    <a:pt x="6" y="17"/>
                    <a:pt x="3" y="15"/>
                    <a:pt x="1" y="10"/>
                  </a:cubicBezTo>
                  <a:cubicBezTo>
                    <a:pt x="1" y="10"/>
                    <a:pt x="0" y="9"/>
                    <a:pt x="0" y="8"/>
                  </a:cubicBezTo>
                  <a:cubicBezTo>
                    <a:pt x="0" y="6"/>
                    <a:pt x="2" y="4"/>
                    <a:pt x="4" y="4"/>
                  </a:cubicBezTo>
                  <a:cubicBezTo>
                    <a:pt x="6" y="4"/>
                    <a:pt x="8" y="5"/>
                    <a:pt x="8" y="7"/>
                  </a:cubicBezTo>
                  <a:cubicBezTo>
                    <a:pt x="9" y="8"/>
                    <a:pt x="9" y="9"/>
                    <a:pt x="10" y="9"/>
                  </a:cubicBezTo>
                  <a:cubicBezTo>
                    <a:pt x="10" y="9"/>
                    <a:pt x="10" y="8"/>
                    <a:pt x="11" y="7"/>
                  </a:cubicBezTo>
                  <a:cubicBezTo>
                    <a:pt x="11" y="6"/>
                    <a:pt x="12" y="5"/>
                    <a:pt x="12" y="5"/>
                  </a:cubicBezTo>
                  <a:cubicBezTo>
                    <a:pt x="15" y="2"/>
                    <a:pt x="17" y="1"/>
                    <a:pt x="19" y="1"/>
                  </a:cubicBezTo>
                  <a:cubicBezTo>
                    <a:pt x="21" y="1"/>
                    <a:pt x="24" y="3"/>
                    <a:pt x="25" y="5"/>
                  </a:cubicBezTo>
                  <a:cubicBezTo>
                    <a:pt x="26" y="6"/>
                    <a:pt x="26" y="6"/>
                    <a:pt x="27" y="7"/>
                  </a:cubicBezTo>
                  <a:cubicBezTo>
                    <a:pt x="27" y="8"/>
                    <a:pt x="28" y="9"/>
                    <a:pt x="28" y="9"/>
                  </a:cubicBezTo>
                  <a:cubicBezTo>
                    <a:pt x="28" y="9"/>
                    <a:pt x="29" y="9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0" y="6"/>
                    <a:pt x="30" y="6"/>
                    <a:pt x="31" y="5"/>
                  </a:cubicBezTo>
                  <a:cubicBezTo>
                    <a:pt x="33" y="2"/>
                    <a:pt x="36" y="1"/>
                    <a:pt x="37" y="1"/>
                  </a:cubicBezTo>
                  <a:cubicBezTo>
                    <a:pt x="39" y="1"/>
                    <a:pt x="41" y="2"/>
                    <a:pt x="44" y="5"/>
                  </a:cubicBezTo>
                  <a:cubicBezTo>
                    <a:pt x="44" y="6"/>
                    <a:pt x="45" y="6"/>
                    <a:pt x="45" y="7"/>
                  </a:cubicBezTo>
                  <a:cubicBezTo>
                    <a:pt x="45" y="8"/>
                    <a:pt x="46" y="9"/>
                    <a:pt x="46" y="9"/>
                  </a:cubicBezTo>
                  <a:cubicBezTo>
                    <a:pt x="47" y="9"/>
                    <a:pt x="47" y="8"/>
                    <a:pt x="48" y="7"/>
                  </a:cubicBezTo>
                  <a:cubicBezTo>
                    <a:pt x="48" y="6"/>
                    <a:pt x="48" y="5"/>
                    <a:pt x="49" y="5"/>
                  </a:cubicBezTo>
                  <a:cubicBezTo>
                    <a:pt x="53" y="0"/>
                    <a:pt x="59" y="0"/>
                    <a:pt x="62" y="5"/>
                  </a:cubicBezTo>
                  <a:cubicBezTo>
                    <a:pt x="63" y="6"/>
                    <a:pt x="63" y="7"/>
                    <a:pt x="63" y="8"/>
                  </a:cubicBezTo>
                  <a:cubicBezTo>
                    <a:pt x="63" y="10"/>
                    <a:pt x="62" y="12"/>
                    <a:pt x="60" y="12"/>
                  </a:cubicBezTo>
                  <a:cubicBezTo>
                    <a:pt x="59" y="12"/>
                    <a:pt x="59" y="12"/>
                    <a:pt x="59" y="12"/>
                  </a:cubicBezTo>
                  <a:cubicBezTo>
                    <a:pt x="58" y="12"/>
                    <a:pt x="57" y="11"/>
                    <a:pt x="56" y="10"/>
                  </a:cubicBezTo>
                  <a:cubicBezTo>
                    <a:pt x="56" y="10"/>
                    <a:pt x="56" y="10"/>
                    <a:pt x="55" y="10"/>
                  </a:cubicBezTo>
                  <a:cubicBezTo>
                    <a:pt x="55" y="10"/>
                    <a:pt x="55" y="10"/>
                    <a:pt x="55" y="10"/>
                  </a:cubicBezTo>
                  <a:cubicBezTo>
                    <a:pt x="55" y="10"/>
                    <a:pt x="55" y="11"/>
                    <a:pt x="55" y="11"/>
                  </a:cubicBezTo>
                  <a:cubicBezTo>
                    <a:pt x="53" y="15"/>
                    <a:pt x="50" y="17"/>
                    <a:pt x="46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7827909" y="2832460"/>
            <a:ext cx="316421" cy="363052"/>
            <a:chOff x="11201401" y="1560513"/>
            <a:chExt cx="754063" cy="865188"/>
          </a:xfrm>
          <a:solidFill>
            <a:schemeClr val="bg1"/>
          </a:solidFill>
        </p:grpSpPr>
        <p:sp>
          <p:nvSpPr>
            <p:cNvPr id="39" name="Freeform 48"/>
            <p:cNvSpPr>
              <a:spLocks/>
            </p:cNvSpPr>
            <p:nvPr/>
          </p:nvSpPr>
          <p:spPr bwMode="auto">
            <a:xfrm>
              <a:off x="11830051" y="1789113"/>
              <a:ext cx="125413" cy="357188"/>
            </a:xfrm>
            <a:custGeom>
              <a:avLst/>
              <a:gdLst>
                <a:gd name="T0" fmla="*/ 9 w 37"/>
                <a:gd name="T1" fmla="*/ 105 h 105"/>
                <a:gd name="T2" fmla="*/ 6 w 37"/>
                <a:gd name="T3" fmla="*/ 104 h 105"/>
                <a:gd name="T4" fmla="*/ 2 w 37"/>
                <a:gd name="T5" fmla="*/ 94 h 105"/>
                <a:gd name="T6" fmla="*/ 20 w 37"/>
                <a:gd name="T7" fmla="*/ 53 h 105"/>
                <a:gd name="T8" fmla="*/ 2 w 37"/>
                <a:gd name="T9" fmla="*/ 12 h 105"/>
                <a:gd name="T10" fmla="*/ 6 w 37"/>
                <a:gd name="T11" fmla="*/ 2 h 105"/>
                <a:gd name="T12" fmla="*/ 16 w 37"/>
                <a:gd name="T13" fmla="*/ 6 h 105"/>
                <a:gd name="T14" fmla="*/ 36 w 37"/>
                <a:gd name="T15" fmla="*/ 49 h 105"/>
                <a:gd name="T16" fmla="*/ 37 w 37"/>
                <a:gd name="T17" fmla="*/ 54 h 105"/>
                <a:gd name="T18" fmla="*/ 36 w 37"/>
                <a:gd name="T19" fmla="*/ 57 h 105"/>
                <a:gd name="T20" fmla="*/ 16 w 37"/>
                <a:gd name="T21" fmla="*/ 100 h 105"/>
                <a:gd name="T22" fmla="*/ 9 w 37"/>
                <a:gd name="T23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7" h="105">
                  <a:moveTo>
                    <a:pt x="9" y="105"/>
                  </a:moveTo>
                  <a:cubicBezTo>
                    <a:pt x="8" y="105"/>
                    <a:pt x="7" y="105"/>
                    <a:pt x="6" y="104"/>
                  </a:cubicBezTo>
                  <a:cubicBezTo>
                    <a:pt x="1" y="102"/>
                    <a:pt x="0" y="98"/>
                    <a:pt x="2" y="9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8"/>
                    <a:pt x="1" y="4"/>
                    <a:pt x="6" y="2"/>
                  </a:cubicBezTo>
                  <a:cubicBezTo>
                    <a:pt x="10" y="0"/>
                    <a:pt x="14" y="2"/>
                    <a:pt x="16" y="6"/>
                  </a:cubicBezTo>
                  <a:cubicBezTo>
                    <a:pt x="36" y="49"/>
                    <a:pt x="36" y="49"/>
                    <a:pt x="36" y="49"/>
                  </a:cubicBezTo>
                  <a:cubicBezTo>
                    <a:pt x="37" y="51"/>
                    <a:pt x="37" y="53"/>
                    <a:pt x="37" y="54"/>
                  </a:cubicBezTo>
                  <a:cubicBezTo>
                    <a:pt x="37" y="55"/>
                    <a:pt x="36" y="56"/>
                    <a:pt x="36" y="57"/>
                  </a:cubicBezTo>
                  <a:cubicBezTo>
                    <a:pt x="16" y="100"/>
                    <a:pt x="16" y="100"/>
                    <a:pt x="16" y="100"/>
                  </a:cubicBezTo>
                  <a:cubicBezTo>
                    <a:pt x="15" y="103"/>
                    <a:pt x="12" y="105"/>
                    <a:pt x="9" y="10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49"/>
            <p:cNvSpPr>
              <a:spLocks noEditPoints="1"/>
            </p:cNvSpPr>
            <p:nvPr/>
          </p:nvSpPr>
          <p:spPr bwMode="auto">
            <a:xfrm>
              <a:off x="11201401" y="1560513"/>
              <a:ext cx="434975" cy="865188"/>
            </a:xfrm>
            <a:custGeom>
              <a:avLst/>
              <a:gdLst>
                <a:gd name="T0" fmla="*/ 16 w 128"/>
                <a:gd name="T1" fmla="*/ 16 h 254"/>
                <a:gd name="T2" fmla="*/ 112 w 128"/>
                <a:gd name="T3" fmla="*/ 48 h 254"/>
                <a:gd name="T4" fmla="*/ 112 w 128"/>
                <a:gd name="T5" fmla="*/ 238 h 254"/>
                <a:gd name="T6" fmla="*/ 16 w 128"/>
                <a:gd name="T7" fmla="*/ 206 h 254"/>
                <a:gd name="T8" fmla="*/ 16 w 128"/>
                <a:gd name="T9" fmla="*/ 17 h 254"/>
                <a:gd name="T10" fmla="*/ 15 w 128"/>
                <a:gd name="T11" fmla="*/ 0 h 254"/>
                <a:gd name="T12" fmla="*/ 6 w 128"/>
                <a:gd name="T13" fmla="*/ 3 h 254"/>
                <a:gd name="T14" fmla="*/ 0 w 128"/>
                <a:gd name="T15" fmla="*/ 16 h 254"/>
                <a:gd name="T16" fmla="*/ 0 w 128"/>
                <a:gd name="T17" fmla="*/ 206 h 254"/>
                <a:gd name="T18" fmla="*/ 10 w 128"/>
                <a:gd name="T19" fmla="*/ 221 h 254"/>
                <a:gd name="T20" fmla="*/ 106 w 128"/>
                <a:gd name="T21" fmla="*/ 253 h 254"/>
                <a:gd name="T22" fmla="*/ 111 w 128"/>
                <a:gd name="T23" fmla="*/ 254 h 254"/>
                <a:gd name="T24" fmla="*/ 121 w 128"/>
                <a:gd name="T25" fmla="*/ 251 h 254"/>
                <a:gd name="T26" fmla="*/ 128 w 128"/>
                <a:gd name="T27" fmla="*/ 238 h 254"/>
                <a:gd name="T28" fmla="*/ 128 w 128"/>
                <a:gd name="T29" fmla="*/ 48 h 254"/>
                <a:gd name="T30" fmla="*/ 116 w 128"/>
                <a:gd name="T31" fmla="*/ 33 h 254"/>
                <a:gd name="T32" fmla="*/ 20 w 128"/>
                <a:gd name="T33" fmla="*/ 1 h 254"/>
                <a:gd name="T34" fmla="*/ 15 w 128"/>
                <a:gd name="T35" fmla="*/ 0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8" h="254">
                  <a:moveTo>
                    <a:pt x="16" y="16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2" y="238"/>
                    <a:pt x="112" y="238"/>
                    <a:pt x="112" y="238"/>
                  </a:cubicBezTo>
                  <a:cubicBezTo>
                    <a:pt x="16" y="206"/>
                    <a:pt x="16" y="206"/>
                    <a:pt x="16" y="206"/>
                  </a:cubicBezTo>
                  <a:cubicBezTo>
                    <a:pt x="16" y="17"/>
                    <a:pt x="16" y="17"/>
                    <a:pt x="16" y="17"/>
                  </a:cubicBezTo>
                  <a:moveTo>
                    <a:pt x="15" y="0"/>
                  </a:moveTo>
                  <a:cubicBezTo>
                    <a:pt x="11" y="0"/>
                    <a:pt x="9" y="1"/>
                    <a:pt x="6" y="3"/>
                  </a:cubicBezTo>
                  <a:cubicBezTo>
                    <a:pt x="2" y="6"/>
                    <a:pt x="0" y="11"/>
                    <a:pt x="0" y="16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213"/>
                    <a:pt x="4" y="219"/>
                    <a:pt x="10" y="221"/>
                  </a:cubicBezTo>
                  <a:cubicBezTo>
                    <a:pt x="106" y="253"/>
                    <a:pt x="106" y="253"/>
                    <a:pt x="106" y="253"/>
                  </a:cubicBezTo>
                  <a:cubicBezTo>
                    <a:pt x="108" y="254"/>
                    <a:pt x="109" y="254"/>
                    <a:pt x="111" y="254"/>
                  </a:cubicBezTo>
                  <a:cubicBezTo>
                    <a:pt x="114" y="254"/>
                    <a:pt x="118" y="253"/>
                    <a:pt x="121" y="251"/>
                  </a:cubicBezTo>
                  <a:cubicBezTo>
                    <a:pt x="125" y="248"/>
                    <a:pt x="128" y="243"/>
                    <a:pt x="128" y="23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1"/>
                    <a:pt x="123" y="35"/>
                    <a:pt x="116" y="33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18" y="0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50"/>
            <p:cNvSpPr>
              <a:spLocks/>
            </p:cNvSpPr>
            <p:nvPr/>
          </p:nvSpPr>
          <p:spPr bwMode="auto">
            <a:xfrm>
              <a:off x="11595101" y="2163763"/>
              <a:ext cx="244475" cy="190500"/>
            </a:xfrm>
            <a:custGeom>
              <a:avLst/>
              <a:gdLst>
                <a:gd name="T0" fmla="*/ 64 w 72"/>
                <a:gd name="T1" fmla="*/ 56 h 56"/>
                <a:gd name="T2" fmla="*/ 8 w 72"/>
                <a:gd name="T3" fmla="*/ 56 h 56"/>
                <a:gd name="T4" fmla="*/ 0 w 72"/>
                <a:gd name="T5" fmla="*/ 48 h 56"/>
                <a:gd name="T6" fmla="*/ 8 w 72"/>
                <a:gd name="T7" fmla="*/ 40 h 56"/>
                <a:gd name="T8" fmla="*/ 56 w 72"/>
                <a:gd name="T9" fmla="*/ 40 h 56"/>
                <a:gd name="T10" fmla="*/ 56 w 72"/>
                <a:gd name="T11" fmla="*/ 8 h 56"/>
                <a:gd name="T12" fmla="*/ 64 w 72"/>
                <a:gd name="T13" fmla="*/ 0 h 56"/>
                <a:gd name="T14" fmla="*/ 72 w 72"/>
                <a:gd name="T15" fmla="*/ 8 h 56"/>
                <a:gd name="T16" fmla="*/ 72 w 72"/>
                <a:gd name="T17" fmla="*/ 48 h 56"/>
                <a:gd name="T18" fmla="*/ 64 w 72"/>
                <a:gd name="T19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56">
                  <a:moveTo>
                    <a:pt x="64" y="56"/>
                  </a:moveTo>
                  <a:cubicBezTo>
                    <a:pt x="8" y="56"/>
                    <a:pt x="8" y="56"/>
                    <a:pt x="8" y="56"/>
                  </a:cubicBezTo>
                  <a:cubicBezTo>
                    <a:pt x="4" y="56"/>
                    <a:pt x="0" y="52"/>
                    <a:pt x="0" y="48"/>
                  </a:cubicBezTo>
                  <a:cubicBezTo>
                    <a:pt x="0" y="44"/>
                    <a:pt x="4" y="40"/>
                    <a:pt x="8" y="40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4"/>
                    <a:pt x="60" y="0"/>
                    <a:pt x="64" y="0"/>
                  </a:cubicBezTo>
                  <a:cubicBezTo>
                    <a:pt x="68" y="0"/>
                    <a:pt x="72" y="4"/>
                    <a:pt x="72" y="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52"/>
                    <a:pt x="68" y="56"/>
                    <a:pt x="64" y="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51"/>
            <p:cNvSpPr>
              <a:spLocks/>
            </p:cNvSpPr>
            <p:nvPr/>
          </p:nvSpPr>
          <p:spPr bwMode="auto">
            <a:xfrm>
              <a:off x="11215688" y="1563688"/>
              <a:ext cx="623888" cy="217488"/>
            </a:xfrm>
            <a:custGeom>
              <a:avLst/>
              <a:gdLst>
                <a:gd name="T0" fmla="*/ 176 w 184"/>
                <a:gd name="T1" fmla="*/ 64 h 64"/>
                <a:gd name="T2" fmla="*/ 168 w 184"/>
                <a:gd name="T3" fmla="*/ 56 h 64"/>
                <a:gd name="T4" fmla="*/ 168 w 184"/>
                <a:gd name="T5" fmla="*/ 16 h 64"/>
                <a:gd name="T6" fmla="*/ 19 w 184"/>
                <a:gd name="T7" fmla="*/ 16 h 64"/>
                <a:gd name="T8" fmla="*/ 12 w 184"/>
                <a:gd name="T9" fmla="*/ 13 h 64"/>
                <a:gd name="T10" fmla="*/ 8 w 184"/>
                <a:gd name="T11" fmla="*/ 16 h 64"/>
                <a:gd name="T12" fmla="*/ 0 w 184"/>
                <a:gd name="T13" fmla="*/ 8 h 64"/>
                <a:gd name="T14" fmla="*/ 8 w 184"/>
                <a:gd name="T15" fmla="*/ 0 h 64"/>
                <a:gd name="T16" fmla="*/ 176 w 184"/>
                <a:gd name="T17" fmla="*/ 0 h 64"/>
                <a:gd name="T18" fmla="*/ 184 w 184"/>
                <a:gd name="T19" fmla="*/ 8 h 64"/>
                <a:gd name="T20" fmla="*/ 184 w 184"/>
                <a:gd name="T21" fmla="*/ 56 h 64"/>
                <a:gd name="T22" fmla="*/ 176 w 184"/>
                <a:gd name="T23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4" h="64">
                  <a:moveTo>
                    <a:pt x="176" y="64"/>
                  </a:moveTo>
                  <a:cubicBezTo>
                    <a:pt x="172" y="64"/>
                    <a:pt x="168" y="60"/>
                    <a:pt x="168" y="56"/>
                  </a:cubicBezTo>
                  <a:cubicBezTo>
                    <a:pt x="168" y="16"/>
                    <a:pt x="168" y="16"/>
                    <a:pt x="168" y="1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4" y="16"/>
                    <a:pt x="0" y="12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80" y="0"/>
                    <a:pt x="184" y="4"/>
                    <a:pt x="184" y="8"/>
                  </a:cubicBezTo>
                  <a:cubicBezTo>
                    <a:pt x="184" y="56"/>
                    <a:pt x="184" y="56"/>
                    <a:pt x="184" y="56"/>
                  </a:cubicBezTo>
                  <a:cubicBezTo>
                    <a:pt x="184" y="60"/>
                    <a:pt x="180" y="64"/>
                    <a:pt x="176" y="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52"/>
            <p:cNvSpPr>
              <a:spLocks/>
            </p:cNvSpPr>
            <p:nvPr/>
          </p:nvSpPr>
          <p:spPr bwMode="auto">
            <a:xfrm>
              <a:off x="11514138" y="2054225"/>
              <a:ext cx="26988" cy="109538"/>
            </a:xfrm>
            <a:custGeom>
              <a:avLst/>
              <a:gdLst>
                <a:gd name="T0" fmla="*/ 4 w 8"/>
                <a:gd name="T1" fmla="*/ 32 h 32"/>
                <a:gd name="T2" fmla="*/ 0 w 8"/>
                <a:gd name="T3" fmla="*/ 28 h 32"/>
                <a:gd name="T4" fmla="*/ 0 w 8"/>
                <a:gd name="T5" fmla="*/ 4 h 32"/>
                <a:gd name="T6" fmla="*/ 4 w 8"/>
                <a:gd name="T7" fmla="*/ 0 h 32"/>
                <a:gd name="T8" fmla="*/ 8 w 8"/>
                <a:gd name="T9" fmla="*/ 4 h 32"/>
                <a:gd name="T10" fmla="*/ 8 w 8"/>
                <a:gd name="T11" fmla="*/ 28 h 32"/>
                <a:gd name="T12" fmla="*/ 4 w 8"/>
                <a:gd name="T13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2">
                  <a:moveTo>
                    <a:pt x="4" y="32"/>
                  </a:moveTo>
                  <a:cubicBezTo>
                    <a:pt x="2" y="32"/>
                    <a:pt x="0" y="30"/>
                    <a:pt x="0" y="2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30"/>
                    <a:pt x="6" y="32"/>
                    <a:pt x="4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53"/>
            <p:cNvSpPr>
              <a:spLocks/>
            </p:cNvSpPr>
            <p:nvPr/>
          </p:nvSpPr>
          <p:spPr bwMode="auto">
            <a:xfrm>
              <a:off x="11677651" y="1931988"/>
              <a:ext cx="257175" cy="53975"/>
            </a:xfrm>
            <a:custGeom>
              <a:avLst/>
              <a:gdLst>
                <a:gd name="T0" fmla="*/ 68 w 76"/>
                <a:gd name="T1" fmla="*/ 16 h 16"/>
                <a:gd name="T2" fmla="*/ 8 w 76"/>
                <a:gd name="T3" fmla="*/ 16 h 16"/>
                <a:gd name="T4" fmla="*/ 0 w 76"/>
                <a:gd name="T5" fmla="*/ 8 h 16"/>
                <a:gd name="T6" fmla="*/ 8 w 76"/>
                <a:gd name="T7" fmla="*/ 0 h 16"/>
                <a:gd name="T8" fmla="*/ 68 w 76"/>
                <a:gd name="T9" fmla="*/ 0 h 16"/>
                <a:gd name="T10" fmla="*/ 76 w 76"/>
                <a:gd name="T11" fmla="*/ 8 h 16"/>
                <a:gd name="T12" fmla="*/ 68 w 76"/>
                <a:gd name="T1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" h="16">
                  <a:moveTo>
                    <a:pt x="68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4" y="16"/>
                    <a:pt x="0" y="12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72" y="0"/>
                    <a:pt x="76" y="4"/>
                    <a:pt x="76" y="8"/>
                  </a:cubicBezTo>
                  <a:cubicBezTo>
                    <a:pt x="76" y="12"/>
                    <a:pt x="72" y="16"/>
                    <a:pt x="68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8065867" y="1593100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48771" y="1885542"/>
            <a:ext cx="3749598" cy="60984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been.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961613" y="2462879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261214" y="2755321"/>
            <a:ext cx="3860117" cy="60984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been.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884702" y="4525764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84303" y="4818206"/>
            <a:ext cx="3860117" cy="60984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been.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901801" y="3615916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984705" y="3908358"/>
            <a:ext cx="3749598" cy="60984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been.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113741" y="357089"/>
            <a:ext cx="39645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Infographic</a:t>
            </a:r>
            <a:r>
              <a:rPr lang="en-US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Slide</a:t>
            </a:r>
            <a:endParaRPr 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099090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/>
          <p:cNvGrpSpPr/>
          <p:nvPr/>
        </p:nvGrpSpPr>
        <p:grpSpPr>
          <a:xfrm>
            <a:off x="4778324" y="3178220"/>
            <a:ext cx="129187" cy="1556594"/>
            <a:chOff x="5046663" y="3200401"/>
            <a:chExt cx="96838" cy="1166812"/>
          </a:xfrm>
          <a:solidFill>
            <a:schemeClr val="accent2"/>
          </a:solidFill>
        </p:grpSpPr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5087938" y="3200401"/>
              <a:ext cx="14288" cy="1125538"/>
            </a:xfrm>
            <a:custGeom>
              <a:avLst/>
              <a:gdLst>
                <a:gd name="T0" fmla="*/ 2 w 4"/>
                <a:gd name="T1" fmla="*/ 299 h 299"/>
                <a:gd name="T2" fmla="*/ 0 w 4"/>
                <a:gd name="T3" fmla="*/ 297 h 299"/>
                <a:gd name="T4" fmla="*/ 0 w 4"/>
                <a:gd name="T5" fmla="*/ 2 h 299"/>
                <a:gd name="T6" fmla="*/ 2 w 4"/>
                <a:gd name="T7" fmla="*/ 0 h 299"/>
                <a:gd name="T8" fmla="*/ 4 w 4"/>
                <a:gd name="T9" fmla="*/ 2 h 299"/>
                <a:gd name="T10" fmla="*/ 4 w 4"/>
                <a:gd name="T11" fmla="*/ 297 h 299"/>
                <a:gd name="T12" fmla="*/ 2 w 4"/>
                <a:gd name="T13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99">
                  <a:moveTo>
                    <a:pt x="2" y="299"/>
                  </a:moveTo>
                  <a:cubicBezTo>
                    <a:pt x="1" y="299"/>
                    <a:pt x="0" y="298"/>
                    <a:pt x="0" y="297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297"/>
                    <a:pt x="4" y="297"/>
                    <a:pt x="4" y="297"/>
                  </a:cubicBezTo>
                  <a:cubicBezTo>
                    <a:pt x="4" y="298"/>
                    <a:pt x="3" y="299"/>
                    <a:pt x="2" y="2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31"/>
            <p:cNvSpPr>
              <a:spLocks noEditPoints="1"/>
            </p:cNvSpPr>
            <p:nvPr/>
          </p:nvSpPr>
          <p:spPr bwMode="auto">
            <a:xfrm>
              <a:off x="5046663" y="4268788"/>
              <a:ext cx="96838" cy="98425"/>
            </a:xfrm>
            <a:custGeom>
              <a:avLst/>
              <a:gdLst>
                <a:gd name="T0" fmla="*/ 13 w 26"/>
                <a:gd name="T1" fmla="*/ 0 h 26"/>
                <a:gd name="T2" fmla="*/ 0 w 26"/>
                <a:gd name="T3" fmla="*/ 13 h 26"/>
                <a:gd name="T4" fmla="*/ 13 w 26"/>
                <a:gd name="T5" fmla="*/ 26 h 26"/>
                <a:gd name="T6" fmla="*/ 26 w 26"/>
                <a:gd name="T7" fmla="*/ 13 h 26"/>
                <a:gd name="T8" fmla="*/ 13 w 26"/>
                <a:gd name="T9" fmla="*/ 0 h 26"/>
                <a:gd name="T10" fmla="*/ 13 w 26"/>
                <a:gd name="T11" fmla="*/ 20 h 26"/>
                <a:gd name="T12" fmla="*/ 6 w 26"/>
                <a:gd name="T13" fmla="*/ 13 h 26"/>
                <a:gd name="T14" fmla="*/ 13 w 26"/>
                <a:gd name="T15" fmla="*/ 6 h 26"/>
                <a:gd name="T16" fmla="*/ 20 w 26"/>
                <a:gd name="T17" fmla="*/ 13 h 26"/>
                <a:gd name="T18" fmla="*/ 13 w 26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1"/>
                    <a:pt x="6" y="26"/>
                    <a:pt x="13" y="26"/>
                  </a:cubicBezTo>
                  <a:cubicBezTo>
                    <a:pt x="20" y="26"/>
                    <a:pt x="26" y="21"/>
                    <a:pt x="26" y="13"/>
                  </a:cubicBezTo>
                  <a:cubicBezTo>
                    <a:pt x="26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9"/>
                    <a:pt x="9" y="6"/>
                    <a:pt x="13" y="6"/>
                  </a:cubicBezTo>
                  <a:cubicBezTo>
                    <a:pt x="17" y="6"/>
                    <a:pt x="20" y="9"/>
                    <a:pt x="20" y="13"/>
                  </a:cubicBezTo>
                  <a:cubicBezTo>
                    <a:pt x="20" y="17"/>
                    <a:pt x="17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6802956" y="3178220"/>
            <a:ext cx="129187" cy="1556594"/>
            <a:chOff x="6564313" y="3200401"/>
            <a:chExt cx="96838" cy="1166812"/>
          </a:xfrm>
          <a:solidFill>
            <a:schemeClr val="accent3"/>
          </a:solidFill>
        </p:grpSpPr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6605588" y="3200401"/>
              <a:ext cx="14288" cy="1125538"/>
            </a:xfrm>
            <a:custGeom>
              <a:avLst/>
              <a:gdLst>
                <a:gd name="T0" fmla="*/ 2 w 4"/>
                <a:gd name="T1" fmla="*/ 299 h 299"/>
                <a:gd name="T2" fmla="*/ 0 w 4"/>
                <a:gd name="T3" fmla="*/ 297 h 299"/>
                <a:gd name="T4" fmla="*/ 0 w 4"/>
                <a:gd name="T5" fmla="*/ 2 h 299"/>
                <a:gd name="T6" fmla="*/ 2 w 4"/>
                <a:gd name="T7" fmla="*/ 0 h 299"/>
                <a:gd name="T8" fmla="*/ 4 w 4"/>
                <a:gd name="T9" fmla="*/ 2 h 299"/>
                <a:gd name="T10" fmla="*/ 4 w 4"/>
                <a:gd name="T11" fmla="*/ 297 h 299"/>
                <a:gd name="T12" fmla="*/ 2 w 4"/>
                <a:gd name="T13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99">
                  <a:moveTo>
                    <a:pt x="2" y="299"/>
                  </a:moveTo>
                  <a:cubicBezTo>
                    <a:pt x="1" y="299"/>
                    <a:pt x="0" y="298"/>
                    <a:pt x="0" y="297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297"/>
                    <a:pt x="4" y="297"/>
                    <a:pt x="4" y="297"/>
                  </a:cubicBezTo>
                  <a:cubicBezTo>
                    <a:pt x="4" y="298"/>
                    <a:pt x="3" y="299"/>
                    <a:pt x="2" y="2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2"/>
            <p:cNvSpPr>
              <a:spLocks noEditPoints="1"/>
            </p:cNvSpPr>
            <p:nvPr/>
          </p:nvSpPr>
          <p:spPr bwMode="auto">
            <a:xfrm>
              <a:off x="6564313" y="4268788"/>
              <a:ext cx="96838" cy="98425"/>
            </a:xfrm>
            <a:custGeom>
              <a:avLst/>
              <a:gdLst>
                <a:gd name="T0" fmla="*/ 13 w 26"/>
                <a:gd name="T1" fmla="*/ 0 h 26"/>
                <a:gd name="T2" fmla="*/ 0 w 26"/>
                <a:gd name="T3" fmla="*/ 13 h 26"/>
                <a:gd name="T4" fmla="*/ 13 w 26"/>
                <a:gd name="T5" fmla="*/ 26 h 26"/>
                <a:gd name="T6" fmla="*/ 26 w 26"/>
                <a:gd name="T7" fmla="*/ 13 h 26"/>
                <a:gd name="T8" fmla="*/ 13 w 26"/>
                <a:gd name="T9" fmla="*/ 0 h 26"/>
                <a:gd name="T10" fmla="*/ 13 w 26"/>
                <a:gd name="T11" fmla="*/ 20 h 26"/>
                <a:gd name="T12" fmla="*/ 6 w 26"/>
                <a:gd name="T13" fmla="*/ 13 h 26"/>
                <a:gd name="T14" fmla="*/ 13 w 26"/>
                <a:gd name="T15" fmla="*/ 6 h 26"/>
                <a:gd name="T16" fmla="*/ 20 w 26"/>
                <a:gd name="T17" fmla="*/ 13 h 26"/>
                <a:gd name="T18" fmla="*/ 13 w 26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1"/>
                    <a:pt x="6" y="26"/>
                    <a:pt x="13" y="26"/>
                  </a:cubicBezTo>
                  <a:cubicBezTo>
                    <a:pt x="20" y="26"/>
                    <a:pt x="26" y="21"/>
                    <a:pt x="26" y="13"/>
                  </a:cubicBezTo>
                  <a:cubicBezTo>
                    <a:pt x="26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9"/>
                    <a:pt x="9" y="6"/>
                    <a:pt x="13" y="6"/>
                  </a:cubicBezTo>
                  <a:cubicBezTo>
                    <a:pt x="17" y="6"/>
                    <a:pt x="20" y="9"/>
                    <a:pt x="20" y="13"/>
                  </a:cubicBezTo>
                  <a:cubicBezTo>
                    <a:pt x="20" y="17"/>
                    <a:pt x="17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8827587" y="3178220"/>
            <a:ext cx="131305" cy="1556594"/>
            <a:chOff x="8081963" y="3200401"/>
            <a:chExt cx="98425" cy="1166812"/>
          </a:xfrm>
          <a:solidFill>
            <a:schemeClr val="accent4"/>
          </a:solidFill>
        </p:grpSpPr>
        <p:sp>
          <p:nvSpPr>
            <p:cNvPr id="14" name="Freeform 12"/>
            <p:cNvSpPr>
              <a:spLocks/>
            </p:cNvSpPr>
            <p:nvPr/>
          </p:nvSpPr>
          <p:spPr bwMode="auto">
            <a:xfrm>
              <a:off x="8123238" y="3200401"/>
              <a:ext cx="15875" cy="1125538"/>
            </a:xfrm>
            <a:custGeom>
              <a:avLst/>
              <a:gdLst>
                <a:gd name="T0" fmla="*/ 2 w 4"/>
                <a:gd name="T1" fmla="*/ 299 h 299"/>
                <a:gd name="T2" fmla="*/ 0 w 4"/>
                <a:gd name="T3" fmla="*/ 297 h 299"/>
                <a:gd name="T4" fmla="*/ 0 w 4"/>
                <a:gd name="T5" fmla="*/ 2 h 299"/>
                <a:gd name="T6" fmla="*/ 2 w 4"/>
                <a:gd name="T7" fmla="*/ 0 h 299"/>
                <a:gd name="T8" fmla="*/ 4 w 4"/>
                <a:gd name="T9" fmla="*/ 2 h 299"/>
                <a:gd name="T10" fmla="*/ 4 w 4"/>
                <a:gd name="T11" fmla="*/ 297 h 299"/>
                <a:gd name="T12" fmla="*/ 2 w 4"/>
                <a:gd name="T13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99">
                  <a:moveTo>
                    <a:pt x="2" y="299"/>
                  </a:moveTo>
                  <a:cubicBezTo>
                    <a:pt x="1" y="299"/>
                    <a:pt x="0" y="298"/>
                    <a:pt x="0" y="297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297"/>
                    <a:pt x="4" y="297"/>
                    <a:pt x="4" y="297"/>
                  </a:cubicBezTo>
                  <a:cubicBezTo>
                    <a:pt x="4" y="298"/>
                    <a:pt x="3" y="299"/>
                    <a:pt x="2" y="2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33"/>
            <p:cNvSpPr>
              <a:spLocks noEditPoints="1"/>
            </p:cNvSpPr>
            <p:nvPr/>
          </p:nvSpPr>
          <p:spPr bwMode="auto">
            <a:xfrm>
              <a:off x="8081963" y="4268788"/>
              <a:ext cx="98425" cy="98425"/>
            </a:xfrm>
            <a:custGeom>
              <a:avLst/>
              <a:gdLst>
                <a:gd name="T0" fmla="*/ 13 w 26"/>
                <a:gd name="T1" fmla="*/ 0 h 26"/>
                <a:gd name="T2" fmla="*/ 0 w 26"/>
                <a:gd name="T3" fmla="*/ 13 h 26"/>
                <a:gd name="T4" fmla="*/ 13 w 26"/>
                <a:gd name="T5" fmla="*/ 26 h 26"/>
                <a:gd name="T6" fmla="*/ 26 w 26"/>
                <a:gd name="T7" fmla="*/ 13 h 26"/>
                <a:gd name="T8" fmla="*/ 13 w 26"/>
                <a:gd name="T9" fmla="*/ 0 h 26"/>
                <a:gd name="T10" fmla="*/ 13 w 26"/>
                <a:gd name="T11" fmla="*/ 20 h 26"/>
                <a:gd name="T12" fmla="*/ 6 w 26"/>
                <a:gd name="T13" fmla="*/ 13 h 26"/>
                <a:gd name="T14" fmla="*/ 13 w 26"/>
                <a:gd name="T15" fmla="*/ 6 h 26"/>
                <a:gd name="T16" fmla="*/ 20 w 26"/>
                <a:gd name="T17" fmla="*/ 13 h 26"/>
                <a:gd name="T18" fmla="*/ 13 w 26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1"/>
                    <a:pt x="6" y="26"/>
                    <a:pt x="13" y="26"/>
                  </a:cubicBezTo>
                  <a:cubicBezTo>
                    <a:pt x="20" y="26"/>
                    <a:pt x="26" y="21"/>
                    <a:pt x="26" y="13"/>
                  </a:cubicBezTo>
                  <a:cubicBezTo>
                    <a:pt x="26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9"/>
                    <a:pt x="9" y="6"/>
                    <a:pt x="13" y="6"/>
                  </a:cubicBezTo>
                  <a:cubicBezTo>
                    <a:pt x="17" y="6"/>
                    <a:pt x="20" y="9"/>
                    <a:pt x="20" y="13"/>
                  </a:cubicBezTo>
                  <a:cubicBezTo>
                    <a:pt x="20" y="17"/>
                    <a:pt x="17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751574" y="3178220"/>
            <a:ext cx="131305" cy="1556594"/>
            <a:chOff x="3527425" y="3200401"/>
            <a:chExt cx="98425" cy="1166812"/>
          </a:xfrm>
          <a:solidFill>
            <a:schemeClr val="accent1"/>
          </a:solidFill>
        </p:grpSpPr>
        <p:sp>
          <p:nvSpPr>
            <p:cNvPr id="11" name="Freeform 9"/>
            <p:cNvSpPr>
              <a:spLocks/>
            </p:cNvSpPr>
            <p:nvPr/>
          </p:nvSpPr>
          <p:spPr bwMode="auto">
            <a:xfrm>
              <a:off x="3568700" y="3200401"/>
              <a:ext cx="15875" cy="1125538"/>
            </a:xfrm>
            <a:custGeom>
              <a:avLst/>
              <a:gdLst>
                <a:gd name="T0" fmla="*/ 2 w 4"/>
                <a:gd name="T1" fmla="*/ 299 h 299"/>
                <a:gd name="T2" fmla="*/ 0 w 4"/>
                <a:gd name="T3" fmla="*/ 297 h 299"/>
                <a:gd name="T4" fmla="*/ 0 w 4"/>
                <a:gd name="T5" fmla="*/ 2 h 299"/>
                <a:gd name="T6" fmla="*/ 2 w 4"/>
                <a:gd name="T7" fmla="*/ 0 h 299"/>
                <a:gd name="T8" fmla="*/ 4 w 4"/>
                <a:gd name="T9" fmla="*/ 2 h 299"/>
                <a:gd name="T10" fmla="*/ 4 w 4"/>
                <a:gd name="T11" fmla="*/ 297 h 299"/>
                <a:gd name="T12" fmla="*/ 2 w 4"/>
                <a:gd name="T13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99">
                  <a:moveTo>
                    <a:pt x="2" y="299"/>
                  </a:moveTo>
                  <a:cubicBezTo>
                    <a:pt x="1" y="299"/>
                    <a:pt x="0" y="298"/>
                    <a:pt x="0" y="297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297"/>
                    <a:pt x="4" y="297"/>
                    <a:pt x="4" y="297"/>
                  </a:cubicBezTo>
                  <a:cubicBezTo>
                    <a:pt x="4" y="298"/>
                    <a:pt x="3" y="299"/>
                    <a:pt x="2" y="2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30"/>
            <p:cNvSpPr>
              <a:spLocks noEditPoints="1"/>
            </p:cNvSpPr>
            <p:nvPr/>
          </p:nvSpPr>
          <p:spPr bwMode="auto">
            <a:xfrm>
              <a:off x="3527425" y="4268788"/>
              <a:ext cx="98425" cy="98425"/>
            </a:xfrm>
            <a:custGeom>
              <a:avLst/>
              <a:gdLst>
                <a:gd name="T0" fmla="*/ 13 w 26"/>
                <a:gd name="T1" fmla="*/ 0 h 26"/>
                <a:gd name="T2" fmla="*/ 0 w 26"/>
                <a:gd name="T3" fmla="*/ 13 h 26"/>
                <a:gd name="T4" fmla="*/ 13 w 26"/>
                <a:gd name="T5" fmla="*/ 26 h 26"/>
                <a:gd name="T6" fmla="*/ 26 w 26"/>
                <a:gd name="T7" fmla="*/ 13 h 26"/>
                <a:gd name="T8" fmla="*/ 13 w 26"/>
                <a:gd name="T9" fmla="*/ 0 h 26"/>
                <a:gd name="T10" fmla="*/ 13 w 26"/>
                <a:gd name="T11" fmla="*/ 20 h 26"/>
                <a:gd name="T12" fmla="*/ 6 w 26"/>
                <a:gd name="T13" fmla="*/ 13 h 26"/>
                <a:gd name="T14" fmla="*/ 13 w 26"/>
                <a:gd name="T15" fmla="*/ 6 h 26"/>
                <a:gd name="T16" fmla="*/ 20 w 26"/>
                <a:gd name="T17" fmla="*/ 13 h 26"/>
                <a:gd name="T18" fmla="*/ 13 w 26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1"/>
                    <a:pt x="6" y="26"/>
                    <a:pt x="13" y="26"/>
                  </a:cubicBezTo>
                  <a:cubicBezTo>
                    <a:pt x="20" y="26"/>
                    <a:pt x="26" y="21"/>
                    <a:pt x="26" y="13"/>
                  </a:cubicBezTo>
                  <a:cubicBezTo>
                    <a:pt x="26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9"/>
                    <a:pt x="9" y="6"/>
                    <a:pt x="13" y="6"/>
                  </a:cubicBezTo>
                  <a:cubicBezTo>
                    <a:pt x="17" y="6"/>
                    <a:pt x="20" y="9"/>
                    <a:pt x="20" y="13"/>
                  </a:cubicBezTo>
                  <a:cubicBezTo>
                    <a:pt x="20" y="17"/>
                    <a:pt x="17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" name="Freeform 6"/>
          <p:cNvSpPr>
            <a:spLocks/>
          </p:cNvSpPr>
          <p:nvPr/>
        </p:nvSpPr>
        <p:spPr bwMode="auto">
          <a:xfrm>
            <a:off x="2817227" y="3006676"/>
            <a:ext cx="1980158" cy="995374"/>
          </a:xfrm>
          <a:custGeom>
            <a:avLst/>
            <a:gdLst>
              <a:gd name="T0" fmla="*/ 198 w 395"/>
              <a:gd name="T1" fmla="*/ 133 h 198"/>
              <a:gd name="T2" fmla="*/ 65 w 395"/>
              <a:gd name="T3" fmla="*/ 0 h 198"/>
              <a:gd name="T4" fmla="*/ 0 w 395"/>
              <a:gd name="T5" fmla="*/ 0 h 198"/>
              <a:gd name="T6" fmla="*/ 198 w 395"/>
              <a:gd name="T7" fmla="*/ 198 h 198"/>
              <a:gd name="T8" fmla="*/ 395 w 395"/>
              <a:gd name="T9" fmla="*/ 0 h 198"/>
              <a:gd name="T10" fmla="*/ 331 w 395"/>
              <a:gd name="T11" fmla="*/ 0 h 198"/>
              <a:gd name="T12" fmla="*/ 198 w 395"/>
              <a:gd name="T13" fmla="*/ 133 h 1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95" h="198">
                <a:moveTo>
                  <a:pt x="198" y="133"/>
                </a:moveTo>
                <a:cubicBezTo>
                  <a:pt x="124" y="133"/>
                  <a:pt x="65" y="73"/>
                  <a:pt x="6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09"/>
                  <a:pt x="88" y="198"/>
                  <a:pt x="198" y="198"/>
                </a:cubicBezTo>
                <a:cubicBezTo>
                  <a:pt x="307" y="198"/>
                  <a:pt x="395" y="109"/>
                  <a:pt x="395" y="0"/>
                </a:cubicBezTo>
                <a:cubicBezTo>
                  <a:pt x="331" y="0"/>
                  <a:pt x="331" y="0"/>
                  <a:pt x="331" y="0"/>
                </a:cubicBezTo>
                <a:cubicBezTo>
                  <a:pt x="331" y="73"/>
                  <a:pt x="271" y="133"/>
                  <a:pt x="198" y="133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5"/>
          <p:cNvSpPr>
            <a:spLocks/>
          </p:cNvSpPr>
          <p:nvPr/>
        </p:nvSpPr>
        <p:spPr bwMode="auto">
          <a:xfrm>
            <a:off x="4863037" y="3006676"/>
            <a:ext cx="1980158" cy="995374"/>
          </a:xfrm>
          <a:custGeom>
            <a:avLst/>
            <a:gdLst>
              <a:gd name="T0" fmla="*/ 198 w 395"/>
              <a:gd name="T1" fmla="*/ 133 h 198"/>
              <a:gd name="T2" fmla="*/ 65 w 395"/>
              <a:gd name="T3" fmla="*/ 0 h 198"/>
              <a:gd name="T4" fmla="*/ 0 w 395"/>
              <a:gd name="T5" fmla="*/ 0 h 198"/>
              <a:gd name="T6" fmla="*/ 198 w 395"/>
              <a:gd name="T7" fmla="*/ 198 h 198"/>
              <a:gd name="T8" fmla="*/ 395 w 395"/>
              <a:gd name="T9" fmla="*/ 0 h 198"/>
              <a:gd name="T10" fmla="*/ 331 w 395"/>
              <a:gd name="T11" fmla="*/ 0 h 198"/>
              <a:gd name="T12" fmla="*/ 198 w 395"/>
              <a:gd name="T13" fmla="*/ 133 h 1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95" h="198">
                <a:moveTo>
                  <a:pt x="198" y="133"/>
                </a:moveTo>
                <a:cubicBezTo>
                  <a:pt x="124" y="133"/>
                  <a:pt x="65" y="73"/>
                  <a:pt x="6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09"/>
                  <a:pt x="88" y="198"/>
                  <a:pt x="198" y="198"/>
                </a:cubicBezTo>
                <a:cubicBezTo>
                  <a:pt x="307" y="198"/>
                  <a:pt x="395" y="109"/>
                  <a:pt x="395" y="0"/>
                </a:cubicBezTo>
                <a:cubicBezTo>
                  <a:pt x="331" y="0"/>
                  <a:pt x="331" y="0"/>
                  <a:pt x="331" y="0"/>
                </a:cubicBezTo>
                <a:cubicBezTo>
                  <a:pt x="331" y="73"/>
                  <a:pt x="271" y="133"/>
                  <a:pt x="198" y="133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/>
          <p:cNvSpPr>
            <a:spLocks/>
          </p:cNvSpPr>
          <p:nvPr/>
        </p:nvSpPr>
        <p:spPr bwMode="auto">
          <a:xfrm>
            <a:off x="6906728" y="3006676"/>
            <a:ext cx="1980158" cy="995374"/>
          </a:xfrm>
          <a:custGeom>
            <a:avLst/>
            <a:gdLst>
              <a:gd name="T0" fmla="*/ 198 w 395"/>
              <a:gd name="T1" fmla="*/ 133 h 198"/>
              <a:gd name="T2" fmla="*/ 65 w 395"/>
              <a:gd name="T3" fmla="*/ 0 h 198"/>
              <a:gd name="T4" fmla="*/ 0 w 395"/>
              <a:gd name="T5" fmla="*/ 0 h 198"/>
              <a:gd name="T6" fmla="*/ 198 w 395"/>
              <a:gd name="T7" fmla="*/ 198 h 198"/>
              <a:gd name="T8" fmla="*/ 395 w 395"/>
              <a:gd name="T9" fmla="*/ 0 h 198"/>
              <a:gd name="T10" fmla="*/ 331 w 395"/>
              <a:gd name="T11" fmla="*/ 0 h 198"/>
              <a:gd name="T12" fmla="*/ 198 w 395"/>
              <a:gd name="T13" fmla="*/ 133 h 1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95" h="198">
                <a:moveTo>
                  <a:pt x="198" y="133"/>
                </a:moveTo>
                <a:cubicBezTo>
                  <a:pt x="124" y="133"/>
                  <a:pt x="65" y="73"/>
                  <a:pt x="6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09"/>
                  <a:pt x="88" y="198"/>
                  <a:pt x="198" y="198"/>
                </a:cubicBezTo>
                <a:cubicBezTo>
                  <a:pt x="307" y="198"/>
                  <a:pt x="395" y="109"/>
                  <a:pt x="395" y="0"/>
                </a:cubicBezTo>
                <a:cubicBezTo>
                  <a:pt x="331" y="0"/>
                  <a:pt x="331" y="0"/>
                  <a:pt x="331" y="0"/>
                </a:cubicBezTo>
                <a:cubicBezTo>
                  <a:pt x="331" y="73"/>
                  <a:pt x="271" y="133"/>
                  <a:pt x="198" y="133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8"/>
          <p:cNvSpPr>
            <a:spLocks/>
          </p:cNvSpPr>
          <p:nvPr/>
        </p:nvSpPr>
        <p:spPr bwMode="auto">
          <a:xfrm>
            <a:off x="-114300" y="4635277"/>
            <a:ext cx="12420600" cy="69889"/>
          </a:xfrm>
          <a:custGeom>
            <a:avLst/>
            <a:gdLst>
              <a:gd name="T0" fmla="*/ 1521 w 1521"/>
              <a:gd name="T1" fmla="*/ 7 h 14"/>
              <a:gd name="T2" fmla="*/ 1515 w 1521"/>
              <a:gd name="T3" fmla="*/ 14 h 14"/>
              <a:gd name="T4" fmla="*/ 7 w 1521"/>
              <a:gd name="T5" fmla="*/ 14 h 14"/>
              <a:gd name="T6" fmla="*/ 0 w 1521"/>
              <a:gd name="T7" fmla="*/ 7 h 14"/>
              <a:gd name="T8" fmla="*/ 7 w 1521"/>
              <a:gd name="T9" fmla="*/ 0 h 14"/>
              <a:gd name="T10" fmla="*/ 1515 w 1521"/>
              <a:gd name="T11" fmla="*/ 0 h 14"/>
              <a:gd name="T12" fmla="*/ 1521 w 1521"/>
              <a:gd name="T13" fmla="*/ 7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21" h="14">
                <a:moveTo>
                  <a:pt x="1521" y="7"/>
                </a:moveTo>
                <a:cubicBezTo>
                  <a:pt x="1521" y="11"/>
                  <a:pt x="1518" y="14"/>
                  <a:pt x="1515" y="14"/>
                </a:cubicBezTo>
                <a:cubicBezTo>
                  <a:pt x="7" y="14"/>
                  <a:pt x="7" y="14"/>
                  <a:pt x="7" y="14"/>
                </a:cubicBezTo>
                <a:cubicBezTo>
                  <a:pt x="3" y="14"/>
                  <a:pt x="0" y="11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1515" y="0"/>
                  <a:pt x="1515" y="0"/>
                  <a:pt x="1515" y="0"/>
                </a:cubicBezTo>
                <a:cubicBezTo>
                  <a:pt x="1518" y="0"/>
                  <a:pt x="1521" y="3"/>
                  <a:pt x="1521" y="7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8" name="Group 47"/>
          <p:cNvGrpSpPr/>
          <p:nvPr/>
        </p:nvGrpSpPr>
        <p:grpSpPr>
          <a:xfrm>
            <a:off x="7889394" y="1511498"/>
            <a:ext cx="1986511" cy="1984394"/>
            <a:chOff x="7378700" y="1951038"/>
            <a:chExt cx="1489075" cy="1487488"/>
          </a:xfrm>
        </p:grpSpPr>
        <p:sp>
          <p:nvSpPr>
            <p:cNvPr id="18" name="Oval 16"/>
            <p:cNvSpPr>
              <a:spLocks noChangeArrowheads="1"/>
            </p:cNvSpPr>
            <p:nvPr/>
          </p:nvSpPr>
          <p:spPr bwMode="auto">
            <a:xfrm>
              <a:off x="7378700" y="1951038"/>
              <a:ext cx="1489075" cy="148748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Oval 17"/>
            <p:cNvSpPr>
              <a:spLocks noChangeArrowheads="1"/>
            </p:cNvSpPr>
            <p:nvPr/>
          </p:nvSpPr>
          <p:spPr bwMode="auto">
            <a:xfrm>
              <a:off x="7631113" y="2203133"/>
              <a:ext cx="1000125" cy="9985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5871117" y="1511498"/>
            <a:ext cx="2304183" cy="1984394"/>
            <a:chOff x="5865813" y="1951038"/>
            <a:chExt cx="1727200" cy="1487488"/>
          </a:xfrm>
        </p:grpSpPr>
        <p:sp>
          <p:nvSpPr>
            <p:cNvPr id="17" name="Freeform 15"/>
            <p:cNvSpPr>
              <a:spLocks noEditPoints="1"/>
            </p:cNvSpPr>
            <p:nvPr/>
          </p:nvSpPr>
          <p:spPr bwMode="auto">
            <a:xfrm>
              <a:off x="5865813" y="1951038"/>
              <a:ext cx="1487488" cy="1487488"/>
            </a:xfrm>
            <a:custGeom>
              <a:avLst/>
              <a:gdLst>
                <a:gd name="T0" fmla="*/ 198 w 396"/>
                <a:gd name="T1" fmla="*/ 0 h 395"/>
                <a:gd name="T2" fmla="*/ 0 w 396"/>
                <a:gd name="T3" fmla="*/ 198 h 395"/>
                <a:gd name="T4" fmla="*/ 198 w 396"/>
                <a:gd name="T5" fmla="*/ 395 h 395"/>
                <a:gd name="T6" fmla="*/ 396 w 396"/>
                <a:gd name="T7" fmla="*/ 198 h 395"/>
                <a:gd name="T8" fmla="*/ 198 w 396"/>
                <a:gd name="T9" fmla="*/ 0 h 395"/>
                <a:gd name="T10" fmla="*/ 198 w 396"/>
                <a:gd name="T11" fmla="*/ 331 h 395"/>
                <a:gd name="T12" fmla="*/ 65 w 396"/>
                <a:gd name="T13" fmla="*/ 198 h 395"/>
                <a:gd name="T14" fmla="*/ 198 w 396"/>
                <a:gd name="T15" fmla="*/ 65 h 395"/>
                <a:gd name="T16" fmla="*/ 331 w 396"/>
                <a:gd name="T17" fmla="*/ 198 h 395"/>
                <a:gd name="T18" fmla="*/ 198 w 396"/>
                <a:gd name="T19" fmla="*/ 331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6" h="395">
                  <a:moveTo>
                    <a:pt x="198" y="0"/>
                  </a:moveTo>
                  <a:cubicBezTo>
                    <a:pt x="89" y="0"/>
                    <a:pt x="0" y="88"/>
                    <a:pt x="0" y="198"/>
                  </a:cubicBezTo>
                  <a:cubicBezTo>
                    <a:pt x="0" y="307"/>
                    <a:pt x="89" y="395"/>
                    <a:pt x="198" y="395"/>
                  </a:cubicBezTo>
                  <a:cubicBezTo>
                    <a:pt x="307" y="395"/>
                    <a:pt x="396" y="307"/>
                    <a:pt x="396" y="198"/>
                  </a:cubicBezTo>
                  <a:cubicBezTo>
                    <a:pt x="396" y="88"/>
                    <a:pt x="307" y="0"/>
                    <a:pt x="198" y="0"/>
                  </a:cubicBezTo>
                  <a:close/>
                  <a:moveTo>
                    <a:pt x="198" y="331"/>
                  </a:moveTo>
                  <a:cubicBezTo>
                    <a:pt x="124" y="331"/>
                    <a:pt x="65" y="271"/>
                    <a:pt x="65" y="198"/>
                  </a:cubicBezTo>
                  <a:cubicBezTo>
                    <a:pt x="65" y="124"/>
                    <a:pt x="124" y="65"/>
                    <a:pt x="198" y="65"/>
                  </a:cubicBezTo>
                  <a:cubicBezTo>
                    <a:pt x="271" y="65"/>
                    <a:pt x="331" y="124"/>
                    <a:pt x="331" y="198"/>
                  </a:cubicBezTo>
                  <a:cubicBezTo>
                    <a:pt x="331" y="271"/>
                    <a:pt x="271" y="331"/>
                    <a:pt x="198" y="33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7037388" y="2554288"/>
              <a:ext cx="555625" cy="282575"/>
            </a:xfrm>
            <a:custGeom>
              <a:avLst/>
              <a:gdLst>
                <a:gd name="T0" fmla="*/ 298 w 350"/>
                <a:gd name="T1" fmla="*/ 178 h 178"/>
                <a:gd name="T2" fmla="*/ 0 w 350"/>
                <a:gd name="T3" fmla="*/ 178 h 178"/>
                <a:gd name="T4" fmla="*/ 0 w 350"/>
                <a:gd name="T5" fmla="*/ 0 h 178"/>
                <a:gd name="T6" fmla="*/ 298 w 350"/>
                <a:gd name="T7" fmla="*/ 0 h 178"/>
                <a:gd name="T8" fmla="*/ 350 w 350"/>
                <a:gd name="T9" fmla="*/ 90 h 178"/>
                <a:gd name="T10" fmla="*/ 298 w 350"/>
                <a:gd name="T11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" h="178">
                  <a:moveTo>
                    <a:pt x="298" y="178"/>
                  </a:moveTo>
                  <a:lnTo>
                    <a:pt x="0" y="178"/>
                  </a:lnTo>
                  <a:lnTo>
                    <a:pt x="0" y="0"/>
                  </a:lnTo>
                  <a:lnTo>
                    <a:pt x="298" y="0"/>
                  </a:lnTo>
                  <a:lnTo>
                    <a:pt x="350" y="90"/>
                  </a:lnTo>
                  <a:lnTo>
                    <a:pt x="298" y="17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Oval 23"/>
            <p:cNvSpPr>
              <a:spLocks noChangeArrowheads="1"/>
            </p:cNvSpPr>
            <p:nvPr/>
          </p:nvSpPr>
          <p:spPr bwMode="auto">
            <a:xfrm>
              <a:off x="6113463" y="2203133"/>
              <a:ext cx="998538" cy="9985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3850721" y="1511498"/>
            <a:ext cx="2299947" cy="1984394"/>
            <a:chOff x="4351338" y="1951038"/>
            <a:chExt cx="1724025" cy="1487488"/>
          </a:xfrm>
        </p:grpSpPr>
        <p:sp>
          <p:nvSpPr>
            <p:cNvPr id="16" name="Freeform 14"/>
            <p:cNvSpPr>
              <a:spLocks noEditPoints="1"/>
            </p:cNvSpPr>
            <p:nvPr/>
          </p:nvSpPr>
          <p:spPr bwMode="auto">
            <a:xfrm>
              <a:off x="4351338" y="1951038"/>
              <a:ext cx="1487488" cy="1487488"/>
            </a:xfrm>
            <a:custGeom>
              <a:avLst/>
              <a:gdLst>
                <a:gd name="T0" fmla="*/ 198 w 396"/>
                <a:gd name="T1" fmla="*/ 0 h 395"/>
                <a:gd name="T2" fmla="*/ 0 w 396"/>
                <a:gd name="T3" fmla="*/ 198 h 395"/>
                <a:gd name="T4" fmla="*/ 198 w 396"/>
                <a:gd name="T5" fmla="*/ 395 h 395"/>
                <a:gd name="T6" fmla="*/ 396 w 396"/>
                <a:gd name="T7" fmla="*/ 198 h 395"/>
                <a:gd name="T8" fmla="*/ 198 w 396"/>
                <a:gd name="T9" fmla="*/ 0 h 395"/>
                <a:gd name="T10" fmla="*/ 198 w 396"/>
                <a:gd name="T11" fmla="*/ 331 h 395"/>
                <a:gd name="T12" fmla="*/ 65 w 396"/>
                <a:gd name="T13" fmla="*/ 198 h 395"/>
                <a:gd name="T14" fmla="*/ 198 w 396"/>
                <a:gd name="T15" fmla="*/ 65 h 395"/>
                <a:gd name="T16" fmla="*/ 331 w 396"/>
                <a:gd name="T17" fmla="*/ 198 h 395"/>
                <a:gd name="T18" fmla="*/ 198 w 396"/>
                <a:gd name="T19" fmla="*/ 331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6" h="395">
                  <a:moveTo>
                    <a:pt x="198" y="0"/>
                  </a:moveTo>
                  <a:cubicBezTo>
                    <a:pt x="89" y="0"/>
                    <a:pt x="0" y="88"/>
                    <a:pt x="0" y="198"/>
                  </a:cubicBezTo>
                  <a:cubicBezTo>
                    <a:pt x="0" y="307"/>
                    <a:pt x="89" y="395"/>
                    <a:pt x="198" y="395"/>
                  </a:cubicBezTo>
                  <a:cubicBezTo>
                    <a:pt x="307" y="395"/>
                    <a:pt x="396" y="307"/>
                    <a:pt x="396" y="198"/>
                  </a:cubicBezTo>
                  <a:cubicBezTo>
                    <a:pt x="396" y="88"/>
                    <a:pt x="307" y="0"/>
                    <a:pt x="198" y="0"/>
                  </a:cubicBezTo>
                  <a:close/>
                  <a:moveTo>
                    <a:pt x="198" y="331"/>
                  </a:moveTo>
                  <a:cubicBezTo>
                    <a:pt x="125" y="331"/>
                    <a:pt x="65" y="271"/>
                    <a:pt x="65" y="198"/>
                  </a:cubicBezTo>
                  <a:cubicBezTo>
                    <a:pt x="65" y="124"/>
                    <a:pt x="125" y="65"/>
                    <a:pt x="198" y="65"/>
                  </a:cubicBezTo>
                  <a:cubicBezTo>
                    <a:pt x="271" y="65"/>
                    <a:pt x="331" y="124"/>
                    <a:pt x="331" y="198"/>
                  </a:cubicBezTo>
                  <a:cubicBezTo>
                    <a:pt x="331" y="271"/>
                    <a:pt x="271" y="331"/>
                    <a:pt x="198" y="3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5519738" y="2554288"/>
              <a:ext cx="555625" cy="282575"/>
            </a:xfrm>
            <a:custGeom>
              <a:avLst/>
              <a:gdLst>
                <a:gd name="T0" fmla="*/ 298 w 350"/>
                <a:gd name="T1" fmla="*/ 178 h 178"/>
                <a:gd name="T2" fmla="*/ 0 w 350"/>
                <a:gd name="T3" fmla="*/ 178 h 178"/>
                <a:gd name="T4" fmla="*/ 0 w 350"/>
                <a:gd name="T5" fmla="*/ 0 h 178"/>
                <a:gd name="T6" fmla="*/ 298 w 350"/>
                <a:gd name="T7" fmla="*/ 0 h 178"/>
                <a:gd name="T8" fmla="*/ 350 w 350"/>
                <a:gd name="T9" fmla="*/ 90 h 178"/>
                <a:gd name="T10" fmla="*/ 298 w 350"/>
                <a:gd name="T11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" h="178">
                  <a:moveTo>
                    <a:pt x="298" y="178"/>
                  </a:moveTo>
                  <a:lnTo>
                    <a:pt x="0" y="178"/>
                  </a:lnTo>
                  <a:lnTo>
                    <a:pt x="0" y="0"/>
                  </a:lnTo>
                  <a:lnTo>
                    <a:pt x="298" y="0"/>
                  </a:lnTo>
                  <a:lnTo>
                    <a:pt x="350" y="90"/>
                  </a:lnTo>
                  <a:lnTo>
                    <a:pt x="298" y="17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Oval 22"/>
            <p:cNvSpPr>
              <a:spLocks noChangeArrowheads="1"/>
            </p:cNvSpPr>
            <p:nvPr/>
          </p:nvSpPr>
          <p:spPr bwMode="auto">
            <a:xfrm>
              <a:off x="4595813" y="2203133"/>
              <a:ext cx="998538" cy="9985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6" name="Freeform 34"/>
          <p:cNvSpPr>
            <a:spLocks noEditPoints="1"/>
          </p:cNvSpPr>
          <p:nvPr/>
        </p:nvSpPr>
        <p:spPr bwMode="auto">
          <a:xfrm>
            <a:off x="4572965" y="2261454"/>
            <a:ext cx="529316" cy="534888"/>
          </a:xfrm>
          <a:custGeom>
            <a:avLst/>
            <a:gdLst>
              <a:gd name="T0" fmla="*/ 75 w 80"/>
              <a:gd name="T1" fmla="*/ 29 h 81"/>
              <a:gd name="T2" fmla="*/ 73 w 80"/>
              <a:gd name="T3" fmla="*/ 24 h 81"/>
              <a:gd name="T4" fmla="*/ 69 w 80"/>
              <a:gd name="T5" fmla="*/ 12 h 81"/>
              <a:gd name="T6" fmla="*/ 57 w 80"/>
              <a:gd name="T7" fmla="*/ 8 h 81"/>
              <a:gd name="T8" fmla="*/ 51 w 80"/>
              <a:gd name="T9" fmla="*/ 5 h 81"/>
              <a:gd name="T10" fmla="*/ 40 w 80"/>
              <a:gd name="T11" fmla="*/ 0 h 81"/>
              <a:gd name="T12" fmla="*/ 29 w 80"/>
              <a:gd name="T13" fmla="*/ 5 h 81"/>
              <a:gd name="T14" fmla="*/ 23 w 80"/>
              <a:gd name="T15" fmla="*/ 8 h 81"/>
              <a:gd name="T16" fmla="*/ 11 w 80"/>
              <a:gd name="T17" fmla="*/ 12 h 81"/>
              <a:gd name="T18" fmla="*/ 7 w 80"/>
              <a:gd name="T19" fmla="*/ 24 h 81"/>
              <a:gd name="T20" fmla="*/ 5 w 80"/>
              <a:gd name="T21" fmla="*/ 29 h 81"/>
              <a:gd name="T22" fmla="*/ 0 w 80"/>
              <a:gd name="T23" fmla="*/ 41 h 81"/>
              <a:gd name="T24" fmla="*/ 5 w 80"/>
              <a:gd name="T25" fmla="*/ 52 h 81"/>
              <a:gd name="T26" fmla="*/ 7 w 80"/>
              <a:gd name="T27" fmla="*/ 58 h 81"/>
              <a:gd name="T28" fmla="*/ 11 w 80"/>
              <a:gd name="T29" fmla="*/ 69 h 81"/>
              <a:gd name="T30" fmla="*/ 23 w 80"/>
              <a:gd name="T31" fmla="*/ 73 h 81"/>
              <a:gd name="T32" fmla="*/ 29 w 80"/>
              <a:gd name="T33" fmla="*/ 76 h 81"/>
              <a:gd name="T34" fmla="*/ 40 w 80"/>
              <a:gd name="T35" fmla="*/ 81 h 81"/>
              <a:gd name="T36" fmla="*/ 51 w 80"/>
              <a:gd name="T37" fmla="*/ 76 h 81"/>
              <a:gd name="T38" fmla="*/ 57 w 80"/>
              <a:gd name="T39" fmla="*/ 73 h 81"/>
              <a:gd name="T40" fmla="*/ 69 w 80"/>
              <a:gd name="T41" fmla="*/ 69 h 81"/>
              <a:gd name="T42" fmla="*/ 73 w 80"/>
              <a:gd name="T43" fmla="*/ 58 h 81"/>
              <a:gd name="T44" fmla="*/ 75 w 80"/>
              <a:gd name="T45" fmla="*/ 52 h 81"/>
              <a:gd name="T46" fmla="*/ 80 w 80"/>
              <a:gd name="T47" fmla="*/ 41 h 81"/>
              <a:gd name="T48" fmla="*/ 75 w 80"/>
              <a:gd name="T49" fmla="*/ 29 h 81"/>
              <a:gd name="T50" fmla="*/ 40 w 80"/>
              <a:gd name="T51" fmla="*/ 53 h 81"/>
              <a:gd name="T52" fmla="*/ 28 w 80"/>
              <a:gd name="T53" fmla="*/ 41 h 81"/>
              <a:gd name="T54" fmla="*/ 40 w 80"/>
              <a:gd name="T55" fmla="*/ 28 h 81"/>
              <a:gd name="T56" fmla="*/ 52 w 80"/>
              <a:gd name="T57" fmla="*/ 41 h 81"/>
              <a:gd name="T58" fmla="*/ 40 w 80"/>
              <a:gd name="T59" fmla="*/ 53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80" h="81">
                <a:moveTo>
                  <a:pt x="75" y="29"/>
                </a:moveTo>
                <a:cubicBezTo>
                  <a:pt x="72" y="29"/>
                  <a:pt x="71" y="26"/>
                  <a:pt x="73" y="24"/>
                </a:cubicBezTo>
                <a:cubicBezTo>
                  <a:pt x="74" y="21"/>
                  <a:pt x="72" y="16"/>
                  <a:pt x="69" y="12"/>
                </a:cubicBezTo>
                <a:cubicBezTo>
                  <a:pt x="65" y="8"/>
                  <a:pt x="60" y="6"/>
                  <a:pt x="57" y="8"/>
                </a:cubicBezTo>
                <a:cubicBezTo>
                  <a:pt x="54" y="9"/>
                  <a:pt x="52" y="8"/>
                  <a:pt x="51" y="5"/>
                </a:cubicBezTo>
                <a:cubicBezTo>
                  <a:pt x="50" y="3"/>
                  <a:pt x="45" y="0"/>
                  <a:pt x="40" y="0"/>
                </a:cubicBezTo>
                <a:cubicBezTo>
                  <a:pt x="35" y="0"/>
                  <a:pt x="30" y="3"/>
                  <a:pt x="29" y="5"/>
                </a:cubicBezTo>
                <a:cubicBezTo>
                  <a:pt x="28" y="8"/>
                  <a:pt x="26" y="9"/>
                  <a:pt x="23" y="8"/>
                </a:cubicBezTo>
                <a:cubicBezTo>
                  <a:pt x="20" y="6"/>
                  <a:pt x="15" y="8"/>
                  <a:pt x="11" y="12"/>
                </a:cubicBezTo>
                <a:cubicBezTo>
                  <a:pt x="8" y="16"/>
                  <a:pt x="6" y="21"/>
                  <a:pt x="7" y="24"/>
                </a:cubicBezTo>
                <a:cubicBezTo>
                  <a:pt x="9" y="26"/>
                  <a:pt x="8" y="29"/>
                  <a:pt x="5" y="29"/>
                </a:cubicBezTo>
                <a:cubicBezTo>
                  <a:pt x="2" y="30"/>
                  <a:pt x="0" y="35"/>
                  <a:pt x="0" y="41"/>
                </a:cubicBezTo>
                <a:cubicBezTo>
                  <a:pt x="0" y="46"/>
                  <a:pt x="2" y="51"/>
                  <a:pt x="5" y="52"/>
                </a:cubicBezTo>
                <a:cubicBezTo>
                  <a:pt x="8" y="52"/>
                  <a:pt x="9" y="55"/>
                  <a:pt x="7" y="58"/>
                </a:cubicBezTo>
                <a:cubicBezTo>
                  <a:pt x="6" y="60"/>
                  <a:pt x="8" y="65"/>
                  <a:pt x="11" y="69"/>
                </a:cubicBezTo>
                <a:cubicBezTo>
                  <a:pt x="15" y="73"/>
                  <a:pt x="20" y="75"/>
                  <a:pt x="23" y="73"/>
                </a:cubicBezTo>
                <a:cubicBezTo>
                  <a:pt x="26" y="72"/>
                  <a:pt x="28" y="73"/>
                  <a:pt x="29" y="76"/>
                </a:cubicBezTo>
                <a:cubicBezTo>
                  <a:pt x="30" y="79"/>
                  <a:pt x="35" y="81"/>
                  <a:pt x="40" y="81"/>
                </a:cubicBezTo>
                <a:cubicBezTo>
                  <a:pt x="45" y="81"/>
                  <a:pt x="50" y="79"/>
                  <a:pt x="51" y="76"/>
                </a:cubicBezTo>
                <a:cubicBezTo>
                  <a:pt x="52" y="73"/>
                  <a:pt x="54" y="72"/>
                  <a:pt x="57" y="73"/>
                </a:cubicBezTo>
                <a:cubicBezTo>
                  <a:pt x="60" y="75"/>
                  <a:pt x="65" y="73"/>
                  <a:pt x="69" y="69"/>
                </a:cubicBezTo>
                <a:cubicBezTo>
                  <a:pt x="72" y="65"/>
                  <a:pt x="74" y="60"/>
                  <a:pt x="73" y="58"/>
                </a:cubicBezTo>
                <a:cubicBezTo>
                  <a:pt x="71" y="55"/>
                  <a:pt x="72" y="52"/>
                  <a:pt x="75" y="52"/>
                </a:cubicBezTo>
                <a:cubicBezTo>
                  <a:pt x="78" y="51"/>
                  <a:pt x="80" y="46"/>
                  <a:pt x="80" y="41"/>
                </a:cubicBezTo>
                <a:cubicBezTo>
                  <a:pt x="80" y="35"/>
                  <a:pt x="78" y="30"/>
                  <a:pt x="75" y="29"/>
                </a:cubicBezTo>
                <a:close/>
                <a:moveTo>
                  <a:pt x="40" y="53"/>
                </a:moveTo>
                <a:cubicBezTo>
                  <a:pt x="33" y="53"/>
                  <a:pt x="28" y="47"/>
                  <a:pt x="28" y="41"/>
                </a:cubicBezTo>
                <a:cubicBezTo>
                  <a:pt x="28" y="34"/>
                  <a:pt x="33" y="28"/>
                  <a:pt x="40" y="28"/>
                </a:cubicBezTo>
                <a:cubicBezTo>
                  <a:pt x="47" y="28"/>
                  <a:pt x="52" y="34"/>
                  <a:pt x="52" y="41"/>
                </a:cubicBezTo>
                <a:cubicBezTo>
                  <a:pt x="52" y="47"/>
                  <a:pt x="47" y="53"/>
                  <a:pt x="40" y="5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3" name="Group 42"/>
          <p:cNvGrpSpPr/>
          <p:nvPr/>
        </p:nvGrpSpPr>
        <p:grpSpPr>
          <a:xfrm>
            <a:off x="6591022" y="2231137"/>
            <a:ext cx="548818" cy="540461"/>
            <a:chOff x="6454775" y="2647951"/>
            <a:chExt cx="312738" cy="307975"/>
          </a:xfrm>
          <a:solidFill>
            <a:schemeClr val="accent3"/>
          </a:solidFill>
        </p:grpSpPr>
        <p:sp>
          <p:nvSpPr>
            <p:cNvPr id="37" name="Freeform 35"/>
            <p:cNvSpPr>
              <a:spLocks/>
            </p:cNvSpPr>
            <p:nvPr/>
          </p:nvSpPr>
          <p:spPr bwMode="auto">
            <a:xfrm>
              <a:off x="6616700" y="2647951"/>
              <a:ext cx="150813" cy="146050"/>
            </a:xfrm>
            <a:custGeom>
              <a:avLst/>
              <a:gdLst>
                <a:gd name="T0" fmla="*/ 0 w 40"/>
                <a:gd name="T1" fmla="*/ 0 h 39"/>
                <a:gd name="T2" fmla="*/ 0 w 40"/>
                <a:gd name="T3" fmla="*/ 39 h 39"/>
                <a:gd name="T4" fmla="*/ 40 w 40"/>
                <a:gd name="T5" fmla="*/ 39 h 39"/>
                <a:gd name="T6" fmla="*/ 0 w 40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9">
                  <a:moveTo>
                    <a:pt x="0" y="0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40" y="39"/>
                    <a:pt x="40" y="39"/>
                    <a:pt x="40" y="39"/>
                  </a:cubicBezTo>
                  <a:cubicBezTo>
                    <a:pt x="40" y="18"/>
                    <a:pt x="22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auto">
            <a:xfrm>
              <a:off x="6454775" y="2659063"/>
              <a:ext cx="301625" cy="296863"/>
            </a:xfrm>
            <a:custGeom>
              <a:avLst/>
              <a:gdLst>
                <a:gd name="T0" fmla="*/ 40 w 80"/>
                <a:gd name="T1" fmla="*/ 40 h 79"/>
                <a:gd name="T2" fmla="*/ 40 w 80"/>
                <a:gd name="T3" fmla="*/ 0 h 79"/>
                <a:gd name="T4" fmla="*/ 0 w 80"/>
                <a:gd name="T5" fmla="*/ 40 h 79"/>
                <a:gd name="T6" fmla="*/ 40 w 80"/>
                <a:gd name="T7" fmla="*/ 79 h 79"/>
                <a:gd name="T8" fmla="*/ 80 w 80"/>
                <a:gd name="T9" fmla="*/ 40 h 79"/>
                <a:gd name="T10" fmla="*/ 40 w 80"/>
                <a:gd name="T11" fmla="*/ 4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" h="79">
                  <a:moveTo>
                    <a:pt x="40" y="4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79"/>
                    <a:pt x="40" y="79"/>
                  </a:cubicBezTo>
                  <a:cubicBezTo>
                    <a:pt x="62" y="79"/>
                    <a:pt x="80" y="62"/>
                    <a:pt x="80" y="40"/>
                  </a:cubicBezTo>
                  <a:lnTo>
                    <a:pt x="4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8623009" y="2231137"/>
            <a:ext cx="540461" cy="540461"/>
            <a:chOff x="7977188" y="2647951"/>
            <a:chExt cx="307975" cy="307975"/>
          </a:xfrm>
          <a:solidFill>
            <a:schemeClr val="accent4"/>
          </a:solidFill>
        </p:grpSpPr>
        <p:sp>
          <p:nvSpPr>
            <p:cNvPr id="39" name="Rectangle 37"/>
            <p:cNvSpPr>
              <a:spLocks noChangeArrowheads="1"/>
            </p:cNvSpPr>
            <p:nvPr/>
          </p:nvSpPr>
          <p:spPr bwMode="auto">
            <a:xfrm>
              <a:off x="7977188" y="2790826"/>
              <a:ext cx="82550" cy="1651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38"/>
            <p:cNvSpPr>
              <a:spLocks noChangeArrowheads="1"/>
            </p:cNvSpPr>
            <p:nvPr/>
          </p:nvSpPr>
          <p:spPr bwMode="auto">
            <a:xfrm>
              <a:off x="8089900" y="2705101"/>
              <a:ext cx="82550" cy="2508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Rectangle 39"/>
            <p:cNvSpPr>
              <a:spLocks noChangeArrowheads="1"/>
            </p:cNvSpPr>
            <p:nvPr/>
          </p:nvSpPr>
          <p:spPr bwMode="auto">
            <a:xfrm>
              <a:off x="8197850" y="2647951"/>
              <a:ext cx="87313" cy="3079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1823971" y="1511498"/>
            <a:ext cx="2302066" cy="1984394"/>
            <a:chOff x="2832100" y="1951038"/>
            <a:chExt cx="1725613" cy="1487488"/>
          </a:xfrm>
        </p:grpSpPr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2832100" y="1951038"/>
              <a:ext cx="1489075" cy="1487488"/>
            </a:xfrm>
            <a:custGeom>
              <a:avLst/>
              <a:gdLst>
                <a:gd name="T0" fmla="*/ 198 w 396"/>
                <a:gd name="T1" fmla="*/ 0 h 395"/>
                <a:gd name="T2" fmla="*/ 0 w 396"/>
                <a:gd name="T3" fmla="*/ 198 h 395"/>
                <a:gd name="T4" fmla="*/ 198 w 396"/>
                <a:gd name="T5" fmla="*/ 395 h 395"/>
                <a:gd name="T6" fmla="*/ 396 w 396"/>
                <a:gd name="T7" fmla="*/ 198 h 395"/>
                <a:gd name="T8" fmla="*/ 198 w 396"/>
                <a:gd name="T9" fmla="*/ 0 h 395"/>
                <a:gd name="T10" fmla="*/ 198 w 396"/>
                <a:gd name="T11" fmla="*/ 331 h 395"/>
                <a:gd name="T12" fmla="*/ 65 w 396"/>
                <a:gd name="T13" fmla="*/ 198 h 395"/>
                <a:gd name="T14" fmla="*/ 198 w 396"/>
                <a:gd name="T15" fmla="*/ 65 h 395"/>
                <a:gd name="T16" fmla="*/ 331 w 396"/>
                <a:gd name="T17" fmla="*/ 198 h 395"/>
                <a:gd name="T18" fmla="*/ 198 w 396"/>
                <a:gd name="T19" fmla="*/ 331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6" h="395">
                  <a:moveTo>
                    <a:pt x="198" y="0"/>
                  </a:moveTo>
                  <a:cubicBezTo>
                    <a:pt x="89" y="0"/>
                    <a:pt x="0" y="88"/>
                    <a:pt x="0" y="198"/>
                  </a:cubicBezTo>
                  <a:cubicBezTo>
                    <a:pt x="0" y="307"/>
                    <a:pt x="89" y="395"/>
                    <a:pt x="198" y="395"/>
                  </a:cubicBezTo>
                  <a:cubicBezTo>
                    <a:pt x="307" y="395"/>
                    <a:pt x="396" y="307"/>
                    <a:pt x="396" y="198"/>
                  </a:cubicBezTo>
                  <a:cubicBezTo>
                    <a:pt x="396" y="88"/>
                    <a:pt x="307" y="0"/>
                    <a:pt x="198" y="0"/>
                  </a:cubicBezTo>
                  <a:close/>
                  <a:moveTo>
                    <a:pt x="198" y="331"/>
                  </a:moveTo>
                  <a:cubicBezTo>
                    <a:pt x="125" y="331"/>
                    <a:pt x="65" y="271"/>
                    <a:pt x="65" y="198"/>
                  </a:cubicBezTo>
                  <a:cubicBezTo>
                    <a:pt x="65" y="124"/>
                    <a:pt x="125" y="65"/>
                    <a:pt x="198" y="65"/>
                  </a:cubicBezTo>
                  <a:cubicBezTo>
                    <a:pt x="271" y="65"/>
                    <a:pt x="331" y="124"/>
                    <a:pt x="331" y="198"/>
                  </a:cubicBezTo>
                  <a:cubicBezTo>
                    <a:pt x="331" y="271"/>
                    <a:pt x="271" y="331"/>
                    <a:pt x="198" y="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4002088" y="2554288"/>
              <a:ext cx="555625" cy="282575"/>
            </a:xfrm>
            <a:custGeom>
              <a:avLst/>
              <a:gdLst>
                <a:gd name="T0" fmla="*/ 298 w 350"/>
                <a:gd name="T1" fmla="*/ 178 h 178"/>
                <a:gd name="T2" fmla="*/ 0 w 350"/>
                <a:gd name="T3" fmla="*/ 178 h 178"/>
                <a:gd name="T4" fmla="*/ 0 w 350"/>
                <a:gd name="T5" fmla="*/ 0 h 178"/>
                <a:gd name="T6" fmla="*/ 298 w 350"/>
                <a:gd name="T7" fmla="*/ 0 h 178"/>
                <a:gd name="T8" fmla="*/ 350 w 350"/>
                <a:gd name="T9" fmla="*/ 90 h 178"/>
                <a:gd name="T10" fmla="*/ 298 w 350"/>
                <a:gd name="T11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" h="178">
                  <a:moveTo>
                    <a:pt x="298" y="178"/>
                  </a:moveTo>
                  <a:lnTo>
                    <a:pt x="0" y="178"/>
                  </a:lnTo>
                  <a:lnTo>
                    <a:pt x="0" y="0"/>
                  </a:lnTo>
                  <a:lnTo>
                    <a:pt x="298" y="0"/>
                  </a:lnTo>
                  <a:lnTo>
                    <a:pt x="350" y="90"/>
                  </a:lnTo>
                  <a:lnTo>
                    <a:pt x="298" y="17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Oval 21"/>
            <p:cNvSpPr>
              <a:spLocks noChangeArrowheads="1"/>
            </p:cNvSpPr>
            <p:nvPr/>
          </p:nvSpPr>
          <p:spPr bwMode="auto">
            <a:xfrm>
              <a:off x="3076575" y="2203133"/>
              <a:ext cx="1000125" cy="9985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2474337" y="2187792"/>
            <a:ext cx="651895" cy="654683"/>
            <a:chOff x="3378200" y="2625726"/>
            <a:chExt cx="371475" cy="373063"/>
          </a:xfrm>
          <a:solidFill>
            <a:schemeClr val="accent1"/>
          </a:solidFill>
        </p:grpSpPr>
        <p:sp>
          <p:nvSpPr>
            <p:cNvPr id="26" name="Freeform 24"/>
            <p:cNvSpPr>
              <a:spLocks noEditPoints="1"/>
            </p:cNvSpPr>
            <p:nvPr/>
          </p:nvSpPr>
          <p:spPr bwMode="auto">
            <a:xfrm>
              <a:off x="3378200" y="2644776"/>
              <a:ext cx="352425" cy="354013"/>
            </a:xfrm>
            <a:custGeom>
              <a:avLst/>
              <a:gdLst>
                <a:gd name="T0" fmla="*/ 78 w 94"/>
                <a:gd name="T1" fmla="*/ 16 h 94"/>
                <a:gd name="T2" fmla="*/ 17 w 94"/>
                <a:gd name="T3" fmla="*/ 16 h 94"/>
                <a:gd name="T4" fmla="*/ 17 w 94"/>
                <a:gd name="T5" fmla="*/ 77 h 94"/>
                <a:gd name="T6" fmla="*/ 78 w 94"/>
                <a:gd name="T7" fmla="*/ 77 h 94"/>
                <a:gd name="T8" fmla="*/ 78 w 94"/>
                <a:gd name="T9" fmla="*/ 16 h 94"/>
                <a:gd name="T10" fmla="*/ 60 w 94"/>
                <a:gd name="T11" fmla="*/ 59 h 94"/>
                <a:gd name="T12" fmla="*/ 35 w 94"/>
                <a:gd name="T13" fmla="*/ 59 h 94"/>
                <a:gd name="T14" fmla="*/ 35 w 94"/>
                <a:gd name="T15" fmla="*/ 34 h 94"/>
                <a:gd name="T16" fmla="*/ 60 w 94"/>
                <a:gd name="T17" fmla="*/ 34 h 94"/>
                <a:gd name="T18" fmla="*/ 60 w 94"/>
                <a:gd name="T19" fmla="*/ 5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" h="94">
                  <a:moveTo>
                    <a:pt x="78" y="16"/>
                  </a:moveTo>
                  <a:cubicBezTo>
                    <a:pt x="61" y="0"/>
                    <a:pt x="34" y="0"/>
                    <a:pt x="17" y="16"/>
                  </a:cubicBezTo>
                  <a:cubicBezTo>
                    <a:pt x="0" y="33"/>
                    <a:pt x="0" y="60"/>
                    <a:pt x="17" y="77"/>
                  </a:cubicBezTo>
                  <a:cubicBezTo>
                    <a:pt x="34" y="94"/>
                    <a:pt x="61" y="94"/>
                    <a:pt x="78" y="77"/>
                  </a:cubicBezTo>
                  <a:cubicBezTo>
                    <a:pt x="94" y="60"/>
                    <a:pt x="94" y="33"/>
                    <a:pt x="78" y="16"/>
                  </a:cubicBezTo>
                  <a:close/>
                  <a:moveTo>
                    <a:pt x="60" y="59"/>
                  </a:moveTo>
                  <a:cubicBezTo>
                    <a:pt x="53" y="66"/>
                    <a:pt x="42" y="66"/>
                    <a:pt x="35" y="59"/>
                  </a:cubicBezTo>
                  <a:cubicBezTo>
                    <a:pt x="28" y="52"/>
                    <a:pt x="28" y="41"/>
                    <a:pt x="35" y="34"/>
                  </a:cubicBezTo>
                  <a:cubicBezTo>
                    <a:pt x="42" y="28"/>
                    <a:pt x="53" y="28"/>
                    <a:pt x="60" y="34"/>
                  </a:cubicBezTo>
                  <a:cubicBezTo>
                    <a:pt x="66" y="41"/>
                    <a:pt x="66" y="52"/>
                    <a:pt x="60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auto">
            <a:xfrm>
              <a:off x="3546475" y="2640013"/>
              <a:ext cx="188913" cy="184150"/>
            </a:xfrm>
            <a:custGeom>
              <a:avLst/>
              <a:gdLst>
                <a:gd name="T0" fmla="*/ 2 w 50"/>
                <a:gd name="T1" fmla="*/ 49 h 49"/>
                <a:gd name="T2" fmla="*/ 1 w 50"/>
                <a:gd name="T3" fmla="*/ 49 h 49"/>
                <a:gd name="T4" fmla="*/ 1 w 50"/>
                <a:gd name="T5" fmla="*/ 46 h 49"/>
                <a:gd name="T6" fmla="*/ 47 w 50"/>
                <a:gd name="T7" fmla="*/ 1 h 49"/>
                <a:gd name="T8" fmla="*/ 49 w 50"/>
                <a:gd name="T9" fmla="*/ 1 h 49"/>
                <a:gd name="T10" fmla="*/ 49 w 50"/>
                <a:gd name="T11" fmla="*/ 3 h 49"/>
                <a:gd name="T12" fmla="*/ 4 w 50"/>
                <a:gd name="T13" fmla="*/ 49 h 49"/>
                <a:gd name="T14" fmla="*/ 2 w 50"/>
                <a:gd name="T15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49">
                  <a:moveTo>
                    <a:pt x="2" y="49"/>
                  </a:moveTo>
                  <a:cubicBezTo>
                    <a:pt x="2" y="49"/>
                    <a:pt x="1" y="49"/>
                    <a:pt x="1" y="49"/>
                  </a:cubicBezTo>
                  <a:cubicBezTo>
                    <a:pt x="0" y="48"/>
                    <a:pt x="0" y="47"/>
                    <a:pt x="1" y="46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0"/>
                    <a:pt x="49" y="0"/>
                    <a:pt x="49" y="1"/>
                  </a:cubicBezTo>
                  <a:cubicBezTo>
                    <a:pt x="50" y="1"/>
                    <a:pt x="50" y="3"/>
                    <a:pt x="49" y="3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3" y="49"/>
                    <a:pt x="3" y="49"/>
                    <a:pt x="2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auto">
            <a:xfrm>
              <a:off x="3670300" y="2644776"/>
              <a:ext cx="15875" cy="60325"/>
            </a:xfrm>
            <a:custGeom>
              <a:avLst/>
              <a:gdLst>
                <a:gd name="T0" fmla="*/ 2 w 4"/>
                <a:gd name="T1" fmla="*/ 16 h 16"/>
                <a:gd name="T2" fmla="*/ 0 w 4"/>
                <a:gd name="T3" fmla="*/ 14 h 16"/>
                <a:gd name="T4" fmla="*/ 0 w 4"/>
                <a:gd name="T5" fmla="*/ 2 h 16"/>
                <a:gd name="T6" fmla="*/ 2 w 4"/>
                <a:gd name="T7" fmla="*/ 0 h 16"/>
                <a:gd name="T8" fmla="*/ 4 w 4"/>
                <a:gd name="T9" fmla="*/ 2 h 16"/>
                <a:gd name="T10" fmla="*/ 4 w 4"/>
                <a:gd name="T11" fmla="*/ 14 h 16"/>
                <a:gd name="T12" fmla="*/ 2 w 4"/>
                <a:gd name="T1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6">
                  <a:moveTo>
                    <a:pt x="2" y="16"/>
                  </a:moveTo>
                  <a:cubicBezTo>
                    <a:pt x="1" y="16"/>
                    <a:pt x="0" y="15"/>
                    <a:pt x="0" y="1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3" y="16"/>
                    <a:pt x="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auto">
            <a:xfrm>
              <a:off x="3670300" y="2689226"/>
              <a:ext cx="60325" cy="15875"/>
            </a:xfrm>
            <a:custGeom>
              <a:avLst/>
              <a:gdLst>
                <a:gd name="T0" fmla="*/ 14 w 16"/>
                <a:gd name="T1" fmla="*/ 4 h 4"/>
                <a:gd name="T2" fmla="*/ 2 w 16"/>
                <a:gd name="T3" fmla="*/ 4 h 4"/>
                <a:gd name="T4" fmla="*/ 0 w 16"/>
                <a:gd name="T5" fmla="*/ 2 h 4"/>
                <a:gd name="T6" fmla="*/ 2 w 16"/>
                <a:gd name="T7" fmla="*/ 0 h 4"/>
                <a:gd name="T8" fmla="*/ 14 w 16"/>
                <a:gd name="T9" fmla="*/ 0 h 4"/>
                <a:gd name="T10" fmla="*/ 16 w 16"/>
                <a:gd name="T11" fmla="*/ 2 h 4"/>
                <a:gd name="T12" fmla="*/ 14 w 1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">
                  <a:moveTo>
                    <a:pt x="14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5" y="0"/>
                    <a:pt x="16" y="1"/>
                    <a:pt x="16" y="2"/>
                  </a:cubicBezTo>
                  <a:cubicBezTo>
                    <a:pt x="16" y="3"/>
                    <a:pt x="15" y="4"/>
                    <a:pt x="14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auto">
            <a:xfrm>
              <a:off x="3692525" y="2625726"/>
              <a:ext cx="15875" cy="55563"/>
            </a:xfrm>
            <a:custGeom>
              <a:avLst/>
              <a:gdLst>
                <a:gd name="T0" fmla="*/ 2 w 4"/>
                <a:gd name="T1" fmla="*/ 15 h 15"/>
                <a:gd name="T2" fmla="*/ 0 w 4"/>
                <a:gd name="T3" fmla="*/ 13 h 15"/>
                <a:gd name="T4" fmla="*/ 0 w 4"/>
                <a:gd name="T5" fmla="*/ 1 h 15"/>
                <a:gd name="T6" fmla="*/ 2 w 4"/>
                <a:gd name="T7" fmla="*/ 0 h 15"/>
                <a:gd name="T8" fmla="*/ 4 w 4"/>
                <a:gd name="T9" fmla="*/ 1 h 15"/>
                <a:gd name="T10" fmla="*/ 4 w 4"/>
                <a:gd name="T11" fmla="*/ 13 h 15"/>
                <a:gd name="T12" fmla="*/ 2 w 4"/>
                <a:gd name="T1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5">
                  <a:moveTo>
                    <a:pt x="2" y="15"/>
                  </a:moveTo>
                  <a:cubicBezTo>
                    <a:pt x="1" y="15"/>
                    <a:pt x="0" y="14"/>
                    <a:pt x="0" y="1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3" y="0"/>
                    <a:pt x="4" y="0"/>
                    <a:pt x="4" y="1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4"/>
                    <a:pt x="3" y="15"/>
                    <a:pt x="2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auto">
            <a:xfrm>
              <a:off x="3692525" y="2667001"/>
              <a:ext cx="57150" cy="14288"/>
            </a:xfrm>
            <a:custGeom>
              <a:avLst/>
              <a:gdLst>
                <a:gd name="T0" fmla="*/ 14 w 15"/>
                <a:gd name="T1" fmla="*/ 4 h 4"/>
                <a:gd name="T2" fmla="*/ 2 w 15"/>
                <a:gd name="T3" fmla="*/ 4 h 4"/>
                <a:gd name="T4" fmla="*/ 0 w 15"/>
                <a:gd name="T5" fmla="*/ 2 h 4"/>
                <a:gd name="T6" fmla="*/ 2 w 15"/>
                <a:gd name="T7" fmla="*/ 0 h 4"/>
                <a:gd name="T8" fmla="*/ 14 w 15"/>
                <a:gd name="T9" fmla="*/ 0 h 4"/>
                <a:gd name="T10" fmla="*/ 15 w 15"/>
                <a:gd name="T11" fmla="*/ 2 h 4"/>
                <a:gd name="T12" fmla="*/ 14 w 15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4">
                  <a:moveTo>
                    <a:pt x="14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1"/>
                    <a:pt x="15" y="2"/>
                  </a:cubicBezTo>
                  <a:cubicBezTo>
                    <a:pt x="15" y="3"/>
                    <a:pt x="14" y="4"/>
                    <a:pt x="14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2181534" y="4791015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934006" y="5191125"/>
            <a:ext cx="1763352" cy="88684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printing.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209255" y="4791015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961241" y="5191125"/>
            <a:ext cx="1763352" cy="88684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printing.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988476" y="5191125"/>
            <a:ext cx="1763352" cy="88684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printing.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015711" y="5191125"/>
            <a:ext cx="1763352" cy="88684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printing.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236004" y="4791015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264529" y="4791015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113741" y="357089"/>
            <a:ext cx="39645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Infographic</a:t>
            </a:r>
            <a:r>
              <a:rPr lang="en-US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Slide</a:t>
            </a:r>
            <a:endParaRPr 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393179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>
            <a:spLocks noEditPoints="1"/>
          </p:cNvSpPr>
          <p:nvPr/>
        </p:nvSpPr>
        <p:spPr bwMode="auto">
          <a:xfrm>
            <a:off x="1949450" y="2061029"/>
            <a:ext cx="1036638" cy="1154113"/>
          </a:xfrm>
          <a:custGeom>
            <a:avLst/>
            <a:gdLst>
              <a:gd name="T0" fmla="*/ 25 w 51"/>
              <a:gd name="T1" fmla="*/ 0 h 56"/>
              <a:gd name="T2" fmla="*/ 51 w 51"/>
              <a:gd name="T3" fmla="*/ 25 h 56"/>
              <a:gd name="T4" fmla="*/ 25 w 51"/>
              <a:gd name="T5" fmla="*/ 56 h 56"/>
              <a:gd name="T6" fmla="*/ 0 w 51"/>
              <a:gd name="T7" fmla="*/ 25 h 56"/>
              <a:gd name="T8" fmla="*/ 25 w 51"/>
              <a:gd name="T9" fmla="*/ 0 h 56"/>
              <a:gd name="T10" fmla="*/ 25 w 51"/>
              <a:gd name="T11" fmla="*/ 7 h 56"/>
              <a:gd name="T12" fmla="*/ 43 w 51"/>
              <a:gd name="T13" fmla="*/ 25 h 56"/>
              <a:gd name="T14" fmla="*/ 25 w 51"/>
              <a:gd name="T15" fmla="*/ 42 h 56"/>
              <a:gd name="T16" fmla="*/ 8 w 51"/>
              <a:gd name="T17" fmla="*/ 25 h 56"/>
              <a:gd name="T18" fmla="*/ 25 w 51"/>
              <a:gd name="T19" fmla="*/ 7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1" h="56">
                <a:moveTo>
                  <a:pt x="25" y="0"/>
                </a:moveTo>
                <a:cubicBezTo>
                  <a:pt x="39" y="0"/>
                  <a:pt x="50" y="11"/>
                  <a:pt x="51" y="25"/>
                </a:cubicBezTo>
                <a:cubicBezTo>
                  <a:pt x="51" y="45"/>
                  <a:pt x="26" y="56"/>
                  <a:pt x="25" y="56"/>
                </a:cubicBezTo>
                <a:cubicBezTo>
                  <a:pt x="25" y="56"/>
                  <a:pt x="0" y="43"/>
                  <a:pt x="0" y="25"/>
                </a:cubicBezTo>
                <a:cubicBezTo>
                  <a:pt x="0" y="11"/>
                  <a:pt x="12" y="0"/>
                  <a:pt x="25" y="0"/>
                </a:cubicBezTo>
                <a:close/>
                <a:moveTo>
                  <a:pt x="25" y="7"/>
                </a:moveTo>
                <a:cubicBezTo>
                  <a:pt x="35" y="7"/>
                  <a:pt x="43" y="15"/>
                  <a:pt x="43" y="25"/>
                </a:cubicBezTo>
                <a:cubicBezTo>
                  <a:pt x="43" y="34"/>
                  <a:pt x="35" y="42"/>
                  <a:pt x="25" y="42"/>
                </a:cubicBezTo>
                <a:cubicBezTo>
                  <a:pt x="16" y="42"/>
                  <a:pt x="8" y="34"/>
                  <a:pt x="8" y="25"/>
                </a:cubicBezTo>
                <a:cubicBezTo>
                  <a:pt x="8" y="15"/>
                  <a:pt x="16" y="7"/>
                  <a:pt x="25" y="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reeform 6"/>
          <p:cNvSpPr>
            <a:spLocks noEditPoints="1"/>
          </p:cNvSpPr>
          <p:nvPr/>
        </p:nvSpPr>
        <p:spPr bwMode="auto">
          <a:xfrm>
            <a:off x="3778250" y="2061029"/>
            <a:ext cx="1036638" cy="1154113"/>
          </a:xfrm>
          <a:custGeom>
            <a:avLst/>
            <a:gdLst>
              <a:gd name="T0" fmla="*/ 25 w 51"/>
              <a:gd name="T1" fmla="*/ 0 h 56"/>
              <a:gd name="T2" fmla="*/ 50 w 51"/>
              <a:gd name="T3" fmla="*/ 25 h 56"/>
              <a:gd name="T4" fmla="*/ 25 w 51"/>
              <a:gd name="T5" fmla="*/ 56 h 56"/>
              <a:gd name="T6" fmla="*/ 0 w 51"/>
              <a:gd name="T7" fmla="*/ 25 h 56"/>
              <a:gd name="T8" fmla="*/ 25 w 51"/>
              <a:gd name="T9" fmla="*/ 0 h 56"/>
              <a:gd name="T10" fmla="*/ 25 w 51"/>
              <a:gd name="T11" fmla="*/ 7 h 56"/>
              <a:gd name="T12" fmla="*/ 43 w 51"/>
              <a:gd name="T13" fmla="*/ 25 h 56"/>
              <a:gd name="T14" fmla="*/ 25 w 51"/>
              <a:gd name="T15" fmla="*/ 42 h 56"/>
              <a:gd name="T16" fmla="*/ 7 w 51"/>
              <a:gd name="T17" fmla="*/ 25 h 56"/>
              <a:gd name="T18" fmla="*/ 25 w 51"/>
              <a:gd name="T19" fmla="*/ 7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1" h="56">
                <a:moveTo>
                  <a:pt x="25" y="0"/>
                </a:moveTo>
                <a:cubicBezTo>
                  <a:pt x="39" y="0"/>
                  <a:pt x="50" y="11"/>
                  <a:pt x="50" y="25"/>
                </a:cubicBezTo>
                <a:cubicBezTo>
                  <a:pt x="51" y="45"/>
                  <a:pt x="26" y="56"/>
                  <a:pt x="25" y="56"/>
                </a:cubicBezTo>
                <a:cubicBezTo>
                  <a:pt x="24" y="56"/>
                  <a:pt x="0" y="43"/>
                  <a:pt x="0" y="25"/>
                </a:cubicBezTo>
                <a:cubicBezTo>
                  <a:pt x="0" y="11"/>
                  <a:pt x="11" y="0"/>
                  <a:pt x="25" y="0"/>
                </a:cubicBezTo>
                <a:close/>
                <a:moveTo>
                  <a:pt x="25" y="7"/>
                </a:moveTo>
                <a:cubicBezTo>
                  <a:pt x="35" y="7"/>
                  <a:pt x="43" y="15"/>
                  <a:pt x="43" y="25"/>
                </a:cubicBezTo>
                <a:cubicBezTo>
                  <a:pt x="43" y="34"/>
                  <a:pt x="35" y="42"/>
                  <a:pt x="25" y="42"/>
                </a:cubicBezTo>
                <a:cubicBezTo>
                  <a:pt x="15" y="42"/>
                  <a:pt x="7" y="34"/>
                  <a:pt x="7" y="25"/>
                </a:cubicBezTo>
                <a:cubicBezTo>
                  <a:pt x="7" y="15"/>
                  <a:pt x="15" y="7"/>
                  <a:pt x="25" y="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7"/>
          <p:cNvSpPr>
            <a:spLocks noEditPoints="1"/>
          </p:cNvSpPr>
          <p:nvPr/>
        </p:nvSpPr>
        <p:spPr bwMode="auto">
          <a:xfrm>
            <a:off x="5607050" y="2061029"/>
            <a:ext cx="1017588" cy="1154113"/>
          </a:xfrm>
          <a:custGeom>
            <a:avLst/>
            <a:gdLst>
              <a:gd name="T0" fmla="*/ 25 w 50"/>
              <a:gd name="T1" fmla="*/ 0 h 56"/>
              <a:gd name="T2" fmla="*/ 50 w 50"/>
              <a:gd name="T3" fmla="*/ 25 h 56"/>
              <a:gd name="T4" fmla="*/ 25 w 50"/>
              <a:gd name="T5" fmla="*/ 56 h 56"/>
              <a:gd name="T6" fmla="*/ 0 w 50"/>
              <a:gd name="T7" fmla="*/ 25 h 56"/>
              <a:gd name="T8" fmla="*/ 25 w 50"/>
              <a:gd name="T9" fmla="*/ 0 h 56"/>
              <a:gd name="T10" fmla="*/ 25 w 50"/>
              <a:gd name="T11" fmla="*/ 7 h 56"/>
              <a:gd name="T12" fmla="*/ 43 w 50"/>
              <a:gd name="T13" fmla="*/ 25 h 56"/>
              <a:gd name="T14" fmla="*/ 25 w 50"/>
              <a:gd name="T15" fmla="*/ 42 h 56"/>
              <a:gd name="T16" fmla="*/ 7 w 50"/>
              <a:gd name="T17" fmla="*/ 25 h 56"/>
              <a:gd name="T18" fmla="*/ 25 w 50"/>
              <a:gd name="T19" fmla="*/ 7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0" h="56">
                <a:moveTo>
                  <a:pt x="25" y="0"/>
                </a:moveTo>
                <a:cubicBezTo>
                  <a:pt x="39" y="0"/>
                  <a:pt x="50" y="11"/>
                  <a:pt x="50" y="25"/>
                </a:cubicBezTo>
                <a:cubicBezTo>
                  <a:pt x="50" y="45"/>
                  <a:pt x="26" y="56"/>
                  <a:pt x="25" y="56"/>
                </a:cubicBezTo>
                <a:cubicBezTo>
                  <a:pt x="24" y="56"/>
                  <a:pt x="0" y="43"/>
                  <a:pt x="0" y="25"/>
                </a:cubicBezTo>
                <a:cubicBezTo>
                  <a:pt x="0" y="11"/>
                  <a:pt x="11" y="0"/>
                  <a:pt x="25" y="0"/>
                </a:cubicBezTo>
                <a:close/>
                <a:moveTo>
                  <a:pt x="25" y="7"/>
                </a:moveTo>
                <a:cubicBezTo>
                  <a:pt x="35" y="7"/>
                  <a:pt x="43" y="15"/>
                  <a:pt x="43" y="25"/>
                </a:cubicBezTo>
                <a:cubicBezTo>
                  <a:pt x="43" y="34"/>
                  <a:pt x="35" y="42"/>
                  <a:pt x="25" y="42"/>
                </a:cubicBezTo>
                <a:cubicBezTo>
                  <a:pt x="15" y="42"/>
                  <a:pt x="7" y="34"/>
                  <a:pt x="7" y="25"/>
                </a:cubicBezTo>
                <a:cubicBezTo>
                  <a:pt x="7" y="15"/>
                  <a:pt x="15" y="7"/>
                  <a:pt x="25" y="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8"/>
          <p:cNvSpPr>
            <a:spLocks noEditPoints="1"/>
          </p:cNvSpPr>
          <p:nvPr/>
        </p:nvSpPr>
        <p:spPr bwMode="auto">
          <a:xfrm>
            <a:off x="7416800" y="2061029"/>
            <a:ext cx="1036638" cy="1154113"/>
          </a:xfrm>
          <a:custGeom>
            <a:avLst/>
            <a:gdLst>
              <a:gd name="T0" fmla="*/ 26 w 51"/>
              <a:gd name="T1" fmla="*/ 0 h 56"/>
              <a:gd name="T2" fmla="*/ 51 w 51"/>
              <a:gd name="T3" fmla="*/ 25 h 56"/>
              <a:gd name="T4" fmla="*/ 26 w 51"/>
              <a:gd name="T5" fmla="*/ 56 h 56"/>
              <a:gd name="T6" fmla="*/ 0 w 51"/>
              <a:gd name="T7" fmla="*/ 25 h 56"/>
              <a:gd name="T8" fmla="*/ 26 w 51"/>
              <a:gd name="T9" fmla="*/ 0 h 56"/>
              <a:gd name="T10" fmla="*/ 26 w 51"/>
              <a:gd name="T11" fmla="*/ 7 h 56"/>
              <a:gd name="T12" fmla="*/ 43 w 51"/>
              <a:gd name="T13" fmla="*/ 25 h 56"/>
              <a:gd name="T14" fmla="*/ 26 w 51"/>
              <a:gd name="T15" fmla="*/ 42 h 56"/>
              <a:gd name="T16" fmla="*/ 8 w 51"/>
              <a:gd name="T17" fmla="*/ 25 h 56"/>
              <a:gd name="T18" fmla="*/ 26 w 51"/>
              <a:gd name="T19" fmla="*/ 7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1" h="56">
                <a:moveTo>
                  <a:pt x="26" y="0"/>
                </a:moveTo>
                <a:cubicBezTo>
                  <a:pt x="39" y="0"/>
                  <a:pt x="50" y="11"/>
                  <a:pt x="51" y="25"/>
                </a:cubicBezTo>
                <a:cubicBezTo>
                  <a:pt x="51" y="45"/>
                  <a:pt x="26" y="56"/>
                  <a:pt x="26" y="56"/>
                </a:cubicBezTo>
                <a:cubicBezTo>
                  <a:pt x="25" y="56"/>
                  <a:pt x="0" y="43"/>
                  <a:pt x="0" y="25"/>
                </a:cubicBezTo>
                <a:cubicBezTo>
                  <a:pt x="0" y="11"/>
                  <a:pt x="12" y="0"/>
                  <a:pt x="26" y="0"/>
                </a:cubicBezTo>
                <a:close/>
                <a:moveTo>
                  <a:pt x="26" y="7"/>
                </a:moveTo>
                <a:cubicBezTo>
                  <a:pt x="35" y="7"/>
                  <a:pt x="43" y="15"/>
                  <a:pt x="43" y="25"/>
                </a:cubicBezTo>
                <a:cubicBezTo>
                  <a:pt x="43" y="34"/>
                  <a:pt x="35" y="42"/>
                  <a:pt x="26" y="42"/>
                </a:cubicBezTo>
                <a:cubicBezTo>
                  <a:pt x="16" y="42"/>
                  <a:pt x="8" y="34"/>
                  <a:pt x="8" y="25"/>
                </a:cubicBezTo>
                <a:cubicBezTo>
                  <a:pt x="8" y="15"/>
                  <a:pt x="16" y="7"/>
                  <a:pt x="26" y="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9"/>
          <p:cNvSpPr>
            <a:spLocks noEditPoints="1"/>
          </p:cNvSpPr>
          <p:nvPr/>
        </p:nvSpPr>
        <p:spPr bwMode="auto">
          <a:xfrm>
            <a:off x="9245600" y="2061029"/>
            <a:ext cx="1036638" cy="1154113"/>
          </a:xfrm>
          <a:custGeom>
            <a:avLst/>
            <a:gdLst>
              <a:gd name="T0" fmla="*/ 25 w 51"/>
              <a:gd name="T1" fmla="*/ 0 h 56"/>
              <a:gd name="T2" fmla="*/ 50 w 51"/>
              <a:gd name="T3" fmla="*/ 25 h 56"/>
              <a:gd name="T4" fmla="*/ 25 w 51"/>
              <a:gd name="T5" fmla="*/ 56 h 56"/>
              <a:gd name="T6" fmla="*/ 0 w 51"/>
              <a:gd name="T7" fmla="*/ 25 h 56"/>
              <a:gd name="T8" fmla="*/ 25 w 51"/>
              <a:gd name="T9" fmla="*/ 0 h 56"/>
              <a:gd name="T10" fmla="*/ 25 w 51"/>
              <a:gd name="T11" fmla="*/ 7 h 56"/>
              <a:gd name="T12" fmla="*/ 43 w 51"/>
              <a:gd name="T13" fmla="*/ 25 h 56"/>
              <a:gd name="T14" fmla="*/ 25 w 51"/>
              <a:gd name="T15" fmla="*/ 42 h 56"/>
              <a:gd name="T16" fmla="*/ 7 w 51"/>
              <a:gd name="T17" fmla="*/ 25 h 56"/>
              <a:gd name="T18" fmla="*/ 25 w 51"/>
              <a:gd name="T19" fmla="*/ 7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1" h="56">
                <a:moveTo>
                  <a:pt x="25" y="0"/>
                </a:moveTo>
                <a:cubicBezTo>
                  <a:pt x="39" y="0"/>
                  <a:pt x="50" y="11"/>
                  <a:pt x="50" y="25"/>
                </a:cubicBezTo>
                <a:cubicBezTo>
                  <a:pt x="51" y="45"/>
                  <a:pt x="26" y="56"/>
                  <a:pt x="25" y="56"/>
                </a:cubicBezTo>
                <a:cubicBezTo>
                  <a:pt x="24" y="56"/>
                  <a:pt x="0" y="43"/>
                  <a:pt x="0" y="25"/>
                </a:cubicBezTo>
                <a:cubicBezTo>
                  <a:pt x="0" y="11"/>
                  <a:pt x="11" y="0"/>
                  <a:pt x="25" y="0"/>
                </a:cubicBezTo>
                <a:close/>
                <a:moveTo>
                  <a:pt x="25" y="7"/>
                </a:moveTo>
                <a:cubicBezTo>
                  <a:pt x="35" y="7"/>
                  <a:pt x="43" y="15"/>
                  <a:pt x="43" y="25"/>
                </a:cubicBezTo>
                <a:cubicBezTo>
                  <a:pt x="43" y="34"/>
                  <a:pt x="35" y="42"/>
                  <a:pt x="25" y="42"/>
                </a:cubicBezTo>
                <a:cubicBezTo>
                  <a:pt x="15" y="42"/>
                  <a:pt x="7" y="34"/>
                  <a:pt x="7" y="25"/>
                </a:cubicBezTo>
                <a:cubicBezTo>
                  <a:pt x="7" y="15"/>
                  <a:pt x="15" y="7"/>
                  <a:pt x="25" y="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Freeform 33"/>
          <p:cNvSpPr>
            <a:spLocks/>
          </p:cNvSpPr>
          <p:nvPr/>
        </p:nvSpPr>
        <p:spPr bwMode="auto">
          <a:xfrm>
            <a:off x="4103688" y="4616904"/>
            <a:ext cx="4003675" cy="392113"/>
          </a:xfrm>
          <a:custGeom>
            <a:avLst/>
            <a:gdLst>
              <a:gd name="T0" fmla="*/ 190 w 197"/>
              <a:gd name="T1" fmla="*/ 0 h 19"/>
              <a:gd name="T2" fmla="*/ 197 w 197"/>
              <a:gd name="T3" fmla="*/ 10 h 19"/>
              <a:gd name="T4" fmla="*/ 190 w 197"/>
              <a:gd name="T5" fmla="*/ 19 h 19"/>
              <a:gd name="T6" fmla="*/ 8 w 197"/>
              <a:gd name="T7" fmla="*/ 19 h 19"/>
              <a:gd name="T8" fmla="*/ 0 w 197"/>
              <a:gd name="T9" fmla="*/ 10 h 19"/>
              <a:gd name="T10" fmla="*/ 8 w 197"/>
              <a:gd name="T11" fmla="*/ 0 h 19"/>
              <a:gd name="T12" fmla="*/ 190 w 197"/>
              <a:gd name="T13" fmla="*/ 0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97" h="19">
                <a:moveTo>
                  <a:pt x="190" y="0"/>
                </a:moveTo>
                <a:cubicBezTo>
                  <a:pt x="192" y="0"/>
                  <a:pt x="196" y="8"/>
                  <a:pt x="197" y="10"/>
                </a:cubicBezTo>
                <a:cubicBezTo>
                  <a:pt x="196" y="12"/>
                  <a:pt x="192" y="19"/>
                  <a:pt x="190" y="19"/>
                </a:cubicBezTo>
                <a:cubicBezTo>
                  <a:pt x="8" y="19"/>
                  <a:pt x="8" y="19"/>
                  <a:pt x="8" y="19"/>
                </a:cubicBezTo>
                <a:cubicBezTo>
                  <a:pt x="5" y="19"/>
                  <a:pt x="2" y="12"/>
                  <a:pt x="0" y="10"/>
                </a:cubicBezTo>
                <a:cubicBezTo>
                  <a:pt x="2" y="8"/>
                  <a:pt x="5" y="0"/>
                  <a:pt x="8" y="0"/>
                </a:cubicBezTo>
                <a:cubicBezTo>
                  <a:pt x="190" y="0"/>
                  <a:pt x="190" y="0"/>
                  <a:pt x="190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Freeform 34"/>
          <p:cNvSpPr>
            <a:spLocks/>
          </p:cNvSpPr>
          <p:nvPr/>
        </p:nvSpPr>
        <p:spPr bwMode="auto">
          <a:xfrm>
            <a:off x="9104313" y="2515054"/>
            <a:ext cx="80963" cy="165100"/>
          </a:xfrm>
          <a:custGeom>
            <a:avLst/>
            <a:gdLst>
              <a:gd name="T0" fmla="*/ 0 w 51"/>
              <a:gd name="T1" fmla="*/ 0 h 104"/>
              <a:gd name="T2" fmla="*/ 51 w 51"/>
              <a:gd name="T3" fmla="*/ 52 h 104"/>
              <a:gd name="T4" fmla="*/ 0 w 51"/>
              <a:gd name="T5" fmla="*/ 104 h 104"/>
              <a:gd name="T6" fmla="*/ 0 w 51"/>
              <a:gd name="T7" fmla="*/ 0 h 104"/>
              <a:gd name="T8" fmla="*/ 0 w 5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" h="104">
                <a:moveTo>
                  <a:pt x="0" y="0"/>
                </a:moveTo>
                <a:lnTo>
                  <a:pt x="51" y="52"/>
                </a:lnTo>
                <a:lnTo>
                  <a:pt x="0" y="10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Freeform 35"/>
          <p:cNvSpPr>
            <a:spLocks noEditPoints="1"/>
          </p:cNvSpPr>
          <p:nvPr/>
        </p:nvSpPr>
        <p:spPr bwMode="auto">
          <a:xfrm>
            <a:off x="8513763" y="2576967"/>
            <a:ext cx="528638" cy="41275"/>
          </a:xfrm>
          <a:custGeom>
            <a:avLst/>
            <a:gdLst>
              <a:gd name="T0" fmla="*/ 1 w 26"/>
              <a:gd name="T1" fmla="*/ 2 h 2"/>
              <a:gd name="T2" fmla="*/ 1 w 26"/>
              <a:gd name="T3" fmla="*/ 2 h 2"/>
              <a:gd name="T4" fmla="*/ 1 w 26"/>
              <a:gd name="T5" fmla="*/ 0 h 2"/>
              <a:gd name="T6" fmla="*/ 2 w 26"/>
              <a:gd name="T7" fmla="*/ 1 h 2"/>
              <a:gd name="T8" fmla="*/ 1 w 26"/>
              <a:gd name="T9" fmla="*/ 2 h 2"/>
              <a:gd name="T10" fmla="*/ 5 w 26"/>
              <a:gd name="T11" fmla="*/ 2 h 2"/>
              <a:gd name="T12" fmla="*/ 5 w 26"/>
              <a:gd name="T13" fmla="*/ 2 h 2"/>
              <a:gd name="T14" fmla="*/ 4 w 26"/>
              <a:gd name="T15" fmla="*/ 1 h 2"/>
              <a:gd name="T16" fmla="*/ 5 w 26"/>
              <a:gd name="T17" fmla="*/ 0 h 2"/>
              <a:gd name="T18" fmla="*/ 6 w 26"/>
              <a:gd name="T19" fmla="*/ 1 h 2"/>
              <a:gd name="T20" fmla="*/ 5 w 26"/>
              <a:gd name="T21" fmla="*/ 2 h 2"/>
              <a:gd name="T22" fmla="*/ 9 w 26"/>
              <a:gd name="T23" fmla="*/ 2 h 2"/>
              <a:gd name="T24" fmla="*/ 9 w 26"/>
              <a:gd name="T25" fmla="*/ 2 h 2"/>
              <a:gd name="T26" fmla="*/ 8 w 26"/>
              <a:gd name="T27" fmla="*/ 1 h 2"/>
              <a:gd name="T28" fmla="*/ 9 w 26"/>
              <a:gd name="T29" fmla="*/ 0 h 2"/>
              <a:gd name="T30" fmla="*/ 9 w 26"/>
              <a:gd name="T31" fmla="*/ 0 h 2"/>
              <a:gd name="T32" fmla="*/ 10 w 26"/>
              <a:gd name="T33" fmla="*/ 1 h 2"/>
              <a:gd name="T34" fmla="*/ 9 w 26"/>
              <a:gd name="T35" fmla="*/ 2 h 2"/>
              <a:gd name="T36" fmla="*/ 13 w 26"/>
              <a:gd name="T37" fmla="*/ 2 h 2"/>
              <a:gd name="T38" fmla="*/ 13 w 26"/>
              <a:gd name="T39" fmla="*/ 2 h 2"/>
              <a:gd name="T40" fmla="*/ 12 w 26"/>
              <a:gd name="T41" fmla="*/ 1 h 2"/>
              <a:gd name="T42" fmla="*/ 13 w 26"/>
              <a:gd name="T43" fmla="*/ 0 h 2"/>
              <a:gd name="T44" fmla="*/ 13 w 26"/>
              <a:gd name="T45" fmla="*/ 0 h 2"/>
              <a:gd name="T46" fmla="*/ 14 w 26"/>
              <a:gd name="T47" fmla="*/ 1 h 2"/>
              <a:gd name="T48" fmla="*/ 13 w 26"/>
              <a:gd name="T49" fmla="*/ 2 h 2"/>
              <a:gd name="T50" fmla="*/ 17 w 26"/>
              <a:gd name="T51" fmla="*/ 2 h 2"/>
              <a:gd name="T52" fmla="*/ 17 w 26"/>
              <a:gd name="T53" fmla="*/ 2 h 2"/>
              <a:gd name="T54" fmla="*/ 16 w 26"/>
              <a:gd name="T55" fmla="*/ 1 h 2"/>
              <a:gd name="T56" fmla="*/ 17 w 26"/>
              <a:gd name="T57" fmla="*/ 0 h 2"/>
              <a:gd name="T58" fmla="*/ 18 w 26"/>
              <a:gd name="T59" fmla="*/ 1 h 2"/>
              <a:gd name="T60" fmla="*/ 17 w 26"/>
              <a:gd name="T61" fmla="*/ 2 h 2"/>
              <a:gd name="T62" fmla="*/ 21 w 26"/>
              <a:gd name="T63" fmla="*/ 2 h 2"/>
              <a:gd name="T64" fmla="*/ 21 w 26"/>
              <a:gd name="T65" fmla="*/ 2 h 2"/>
              <a:gd name="T66" fmla="*/ 20 w 26"/>
              <a:gd name="T67" fmla="*/ 1 h 2"/>
              <a:gd name="T68" fmla="*/ 21 w 26"/>
              <a:gd name="T69" fmla="*/ 0 h 2"/>
              <a:gd name="T70" fmla="*/ 22 w 26"/>
              <a:gd name="T71" fmla="*/ 1 h 2"/>
              <a:gd name="T72" fmla="*/ 21 w 26"/>
              <a:gd name="T73" fmla="*/ 2 h 2"/>
              <a:gd name="T74" fmla="*/ 25 w 26"/>
              <a:gd name="T75" fmla="*/ 2 h 2"/>
              <a:gd name="T76" fmla="*/ 25 w 26"/>
              <a:gd name="T77" fmla="*/ 2 h 2"/>
              <a:gd name="T78" fmla="*/ 25 w 26"/>
              <a:gd name="T79" fmla="*/ 1 h 2"/>
              <a:gd name="T80" fmla="*/ 25 w 26"/>
              <a:gd name="T81" fmla="*/ 0 h 2"/>
              <a:gd name="T82" fmla="*/ 25 w 26"/>
              <a:gd name="T83" fmla="*/ 0 h 2"/>
              <a:gd name="T84" fmla="*/ 26 w 26"/>
              <a:gd name="T85" fmla="*/ 1 h 2"/>
              <a:gd name="T86" fmla="*/ 25 w 26"/>
              <a:gd name="T8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6" h="2">
                <a:moveTo>
                  <a:pt x="1" y="2"/>
                </a:move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0"/>
                  <a:pt x="1" y="0"/>
                </a:cubicBezTo>
                <a:cubicBezTo>
                  <a:pt x="1" y="0"/>
                  <a:pt x="2" y="0"/>
                  <a:pt x="2" y="1"/>
                </a:cubicBezTo>
                <a:cubicBezTo>
                  <a:pt x="2" y="1"/>
                  <a:pt x="1" y="2"/>
                  <a:pt x="1" y="2"/>
                </a:cubicBezTo>
                <a:close/>
                <a:moveTo>
                  <a:pt x="5" y="2"/>
                </a:moveTo>
                <a:cubicBezTo>
                  <a:pt x="5" y="2"/>
                  <a:pt x="5" y="2"/>
                  <a:pt x="5" y="2"/>
                </a:cubicBezTo>
                <a:cubicBezTo>
                  <a:pt x="5" y="2"/>
                  <a:pt x="4" y="1"/>
                  <a:pt x="4" y="1"/>
                </a:cubicBezTo>
                <a:cubicBezTo>
                  <a:pt x="4" y="0"/>
                  <a:pt x="5" y="0"/>
                  <a:pt x="5" y="0"/>
                </a:cubicBezTo>
                <a:cubicBezTo>
                  <a:pt x="5" y="0"/>
                  <a:pt x="6" y="0"/>
                  <a:pt x="6" y="1"/>
                </a:cubicBezTo>
                <a:cubicBezTo>
                  <a:pt x="6" y="1"/>
                  <a:pt x="6" y="2"/>
                  <a:pt x="5" y="2"/>
                </a:cubicBezTo>
                <a:close/>
                <a:moveTo>
                  <a:pt x="9" y="2"/>
                </a:moveTo>
                <a:cubicBezTo>
                  <a:pt x="9" y="2"/>
                  <a:pt x="9" y="2"/>
                  <a:pt x="9" y="2"/>
                </a:cubicBezTo>
                <a:cubicBezTo>
                  <a:pt x="9" y="2"/>
                  <a:pt x="8" y="1"/>
                  <a:pt x="8" y="1"/>
                </a:cubicBezTo>
                <a:cubicBezTo>
                  <a:pt x="8" y="0"/>
                  <a:pt x="9" y="0"/>
                  <a:pt x="9" y="0"/>
                </a:cubicBezTo>
                <a:cubicBezTo>
                  <a:pt x="9" y="0"/>
                  <a:pt x="9" y="0"/>
                  <a:pt x="9" y="0"/>
                </a:cubicBezTo>
                <a:cubicBezTo>
                  <a:pt x="10" y="0"/>
                  <a:pt x="10" y="0"/>
                  <a:pt x="10" y="1"/>
                </a:cubicBezTo>
                <a:cubicBezTo>
                  <a:pt x="10" y="1"/>
                  <a:pt x="10" y="2"/>
                  <a:pt x="9" y="2"/>
                </a:cubicBezTo>
                <a:close/>
                <a:moveTo>
                  <a:pt x="13" y="2"/>
                </a:moveTo>
                <a:cubicBezTo>
                  <a:pt x="13" y="2"/>
                  <a:pt x="13" y="2"/>
                  <a:pt x="13" y="2"/>
                </a:cubicBezTo>
                <a:cubicBezTo>
                  <a:pt x="13" y="2"/>
                  <a:pt x="12" y="1"/>
                  <a:pt x="12" y="1"/>
                </a:cubicBezTo>
                <a:cubicBezTo>
                  <a:pt x="12" y="0"/>
                  <a:pt x="13" y="0"/>
                  <a:pt x="13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4" y="0"/>
                  <a:pt x="14" y="0"/>
                  <a:pt x="14" y="1"/>
                </a:cubicBezTo>
                <a:cubicBezTo>
                  <a:pt x="14" y="1"/>
                  <a:pt x="14" y="2"/>
                  <a:pt x="13" y="2"/>
                </a:cubicBezTo>
                <a:close/>
                <a:moveTo>
                  <a:pt x="17" y="2"/>
                </a:moveTo>
                <a:cubicBezTo>
                  <a:pt x="17" y="2"/>
                  <a:pt x="17" y="2"/>
                  <a:pt x="17" y="2"/>
                </a:cubicBezTo>
                <a:cubicBezTo>
                  <a:pt x="17" y="2"/>
                  <a:pt x="16" y="1"/>
                  <a:pt x="16" y="1"/>
                </a:cubicBezTo>
                <a:cubicBezTo>
                  <a:pt x="16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1"/>
                  <a:pt x="18" y="2"/>
                  <a:pt x="17" y="2"/>
                </a:cubicBezTo>
                <a:close/>
                <a:moveTo>
                  <a:pt x="21" y="2"/>
                </a:moveTo>
                <a:cubicBezTo>
                  <a:pt x="21" y="2"/>
                  <a:pt x="21" y="2"/>
                  <a:pt x="21" y="2"/>
                </a:cubicBezTo>
                <a:cubicBezTo>
                  <a:pt x="21" y="2"/>
                  <a:pt x="20" y="1"/>
                  <a:pt x="20" y="1"/>
                </a:cubicBezTo>
                <a:cubicBezTo>
                  <a:pt x="20" y="0"/>
                  <a:pt x="21" y="0"/>
                  <a:pt x="21" y="0"/>
                </a:cubicBezTo>
                <a:cubicBezTo>
                  <a:pt x="22" y="0"/>
                  <a:pt x="22" y="0"/>
                  <a:pt x="22" y="1"/>
                </a:cubicBezTo>
                <a:cubicBezTo>
                  <a:pt x="22" y="1"/>
                  <a:pt x="22" y="2"/>
                  <a:pt x="21" y="2"/>
                </a:cubicBezTo>
                <a:close/>
                <a:moveTo>
                  <a:pt x="25" y="2"/>
                </a:moveTo>
                <a:cubicBezTo>
                  <a:pt x="25" y="2"/>
                  <a:pt x="25" y="2"/>
                  <a:pt x="25" y="2"/>
                </a:cubicBezTo>
                <a:cubicBezTo>
                  <a:pt x="25" y="2"/>
                  <a:pt x="25" y="1"/>
                  <a:pt x="25" y="1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6" y="0"/>
                  <a:pt x="26" y="0"/>
                  <a:pt x="26" y="1"/>
                </a:cubicBezTo>
                <a:cubicBezTo>
                  <a:pt x="26" y="1"/>
                  <a:pt x="26" y="2"/>
                  <a:pt x="25" y="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Freeform 36"/>
          <p:cNvSpPr>
            <a:spLocks/>
          </p:cNvSpPr>
          <p:nvPr/>
        </p:nvSpPr>
        <p:spPr bwMode="auto">
          <a:xfrm>
            <a:off x="7294563" y="2515054"/>
            <a:ext cx="80963" cy="165100"/>
          </a:xfrm>
          <a:custGeom>
            <a:avLst/>
            <a:gdLst>
              <a:gd name="T0" fmla="*/ 0 w 51"/>
              <a:gd name="T1" fmla="*/ 0 h 104"/>
              <a:gd name="T2" fmla="*/ 51 w 51"/>
              <a:gd name="T3" fmla="*/ 52 h 104"/>
              <a:gd name="T4" fmla="*/ 0 w 51"/>
              <a:gd name="T5" fmla="*/ 104 h 104"/>
              <a:gd name="T6" fmla="*/ 0 w 51"/>
              <a:gd name="T7" fmla="*/ 0 h 104"/>
              <a:gd name="T8" fmla="*/ 0 w 5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" h="104">
                <a:moveTo>
                  <a:pt x="0" y="0"/>
                </a:moveTo>
                <a:lnTo>
                  <a:pt x="51" y="52"/>
                </a:lnTo>
                <a:lnTo>
                  <a:pt x="0" y="10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Freeform 37"/>
          <p:cNvSpPr>
            <a:spLocks noEditPoints="1"/>
          </p:cNvSpPr>
          <p:nvPr/>
        </p:nvSpPr>
        <p:spPr bwMode="auto">
          <a:xfrm>
            <a:off x="6705600" y="2576967"/>
            <a:ext cx="528638" cy="41275"/>
          </a:xfrm>
          <a:custGeom>
            <a:avLst/>
            <a:gdLst>
              <a:gd name="T0" fmla="*/ 1 w 26"/>
              <a:gd name="T1" fmla="*/ 2 h 2"/>
              <a:gd name="T2" fmla="*/ 1 w 26"/>
              <a:gd name="T3" fmla="*/ 2 h 2"/>
              <a:gd name="T4" fmla="*/ 1 w 26"/>
              <a:gd name="T5" fmla="*/ 0 h 2"/>
              <a:gd name="T6" fmla="*/ 2 w 26"/>
              <a:gd name="T7" fmla="*/ 1 h 2"/>
              <a:gd name="T8" fmla="*/ 1 w 26"/>
              <a:gd name="T9" fmla="*/ 2 h 2"/>
              <a:gd name="T10" fmla="*/ 5 w 26"/>
              <a:gd name="T11" fmla="*/ 2 h 2"/>
              <a:gd name="T12" fmla="*/ 5 w 26"/>
              <a:gd name="T13" fmla="*/ 2 h 2"/>
              <a:gd name="T14" fmla="*/ 4 w 26"/>
              <a:gd name="T15" fmla="*/ 1 h 2"/>
              <a:gd name="T16" fmla="*/ 5 w 26"/>
              <a:gd name="T17" fmla="*/ 0 h 2"/>
              <a:gd name="T18" fmla="*/ 6 w 26"/>
              <a:gd name="T19" fmla="*/ 1 h 2"/>
              <a:gd name="T20" fmla="*/ 5 w 26"/>
              <a:gd name="T21" fmla="*/ 2 h 2"/>
              <a:gd name="T22" fmla="*/ 9 w 26"/>
              <a:gd name="T23" fmla="*/ 2 h 2"/>
              <a:gd name="T24" fmla="*/ 9 w 26"/>
              <a:gd name="T25" fmla="*/ 2 h 2"/>
              <a:gd name="T26" fmla="*/ 8 w 26"/>
              <a:gd name="T27" fmla="*/ 1 h 2"/>
              <a:gd name="T28" fmla="*/ 9 w 26"/>
              <a:gd name="T29" fmla="*/ 0 h 2"/>
              <a:gd name="T30" fmla="*/ 9 w 26"/>
              <a:gd name="T31" fmla="*/ 0 h 2"/>
              <a:gd name="T32" fmla="*/ 10 w 26"/>
              <a:gd name="T33" fmla="*/ 1 h 2"/>
              <a:gd name="T34" fmla="*/ 9 w 26"/>
              <a:gd name="T35" fmla="*/ 2 h 2"/>
              <a:gd name="T36" fmla="*/ 13 w 26"/>
              <a:gd name="T37" fmla="*/ 2 h 2"/>
              <a:gd name="T38" fmla="*/ 13 w 26"/>
              <a:gd name="T39" fmla="*/ 2 h 2"/>
              <a:gd name="T40" fmla="*/ 12 w 26"/>
              <a:gd name="T41" fmla="*/ 1 h 2"/>
              <a:gd name="T42" fmla="*/ 13 w 26"/>
              <a:gd name="T43" fmla="*/ 0 h 2"/>
              <a:gd name="T44" fmla="*/ 13 w 26"/>
              <a:gd name="T45" fmla="*/ 0 h 2"/>
              <a:gd name="T46" fmla="*/ 14 w 26"/>
              <a:gd name="T47" fmla="*/ 1 h 2"/>
              <a:gd name="T48" fmla="*/ 13 w 26"/>
              <a:gd name="T49" fmla="*/ 2 h 2"/>
              <a:gd name="T50" fmla="*/ 17 w 26"/>
              <a:gd name="T51" fmla="*/ 2 h 2"/>
              <a:gd name="T52" fmla="*/ 17 w 26"/>
              <a:gd name="T53" fmla="*/ 2 h 2"/>
              <a:gd name="T54" fmla="*/ 16 w 26"/>
              <a:gd name="T55" fmla="*/ 1 h 2"/>
              <a:gd name="T56" fmla="*/ 17 w 26"/>
              <a:gd name="T57" fmla="*/ 0 h 2"/>
              <a:gd name="T58" fmla="*/ 18 w 26"/>
              <a:gd name="T59" fmla="*/ 1 h 2"/>
              <a:gd name="T60" fmla="*/ 17 w 26"/>
              <a:gd name="T61" fmla="*/ 2 h 2"/>
              <a:gd name="T62" fmla="*/ 21 w 26"/>
              <a:gd name="T63" fmla="*/ 2 h 2"/>
              <a:gd name="T64" fmla="*/ 21 w 26"/>
              <a:gd name="T65" fmla="*/ 2 h 2"/>
              <a:gd name="T66" fmla="*/ 20 w 26"/>
              <a:gd name="T67" fmla="*/ 1 h 2"/>
              <a:gd name="T68" fmla="*/ 21 w 26"/>
              <a:gd name="T69" fmla="*/ 0 h 2"/>
              <a:gd name="T70" fmla="*/ 22 w 26"/>
              <a:gd name="T71" fmla="*/ 1 h 2"/>
              <a:gd name="T72" fmla="*/ 21 w 26"/>
              <a:gd name="T73" fmla="*/ 2 h 2"/>
              <a:gd name="T74" fmla="*/ 25 w 26"/>
              <a:gd name="T75" fmla="*/ 2 h 2"/>
              <a:gd name="T76" fmla="*/ 25 w 26"/>
              <a:gd name="T77" fmla="*/ 2 h 2"/>
              <a:gd name="T78" fmla="*/ 24 w 26"/>
              <a:gd name="T79" fmla="*/ 1 h 2"/>
              <a:gd name="T80" fmla="*/ 25 w 26"/>
              <a:gd name="T81" fmla="*/ 0 h 2"/>
              <a:gd name="T82" fmla="*/ 25 w 26"/>
              <a:gd name="T83" fmla="*/ 0 h 2"/>
              <a:gd name="T84" fmla="*/ 26 w 26"/>
              <a:gd name="T85" fmla="*/ 1 h 2"/>
              <a:gd name="T86" fmla="*/ 25 w 26"/>
              <a:gd name="T8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6" h="2">
                <a:moveTo>
                  <a:pt x="1" y="2"/>
                </a:move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0"/>
                  <a:pt x="1" y="0"/>
                </a:cubicBezTo>
                <a:cubicBezTo>
                  <a:pt x="1" y="0"/>
                  <a:pt x="2" y="0"/>
                  <a:pt x="2" y="1"/>
                </a:cubicBezTo>
                <a:cubicBezTo>
                  <a:pt x="2" y="1"/>
                  <a:pt x="1" y="2"/>
                  <a:pt x="1" y="2"/>
                </a:cubicBezTo>
                <a:close/>
                <a:moveTo>
                  <a:pt x="5" y="2"/>
                </a:moveTo>
                <a:cubicBezTo>
                  <a:pt x="5" y="2"/>
                  <a:pt x="5" y="2"/>
                  <a:pt x="5" y="2"/>
                </a:cubicBezTo>
                <a:cubicBezTo>
                  <a:pt x="4" y="2"/>
                  <a:pt x="4" y="1"/>
                  <a:pt x="4" y="1"/>
                </a:cubicBezTo>
                <a:cubicBezTo>
                  <a:pt x="4" y="0"/>
                  <a:pt x="4" y="0"/>
                  <a:pt x="5" y="0"/>
                </a:cubicBezTo>
                <a:cubicBezTo>
                  <a:pt x="5" y="0"/>
                  <a:pt x="6" y="0"/>
                  <a:pt x="6" y="1"/>
                </a:cubicBezTo>
                <a:cubicBezTo>
                  <a:pt x="6" y="1"/>
                  <a:pt x="5" y="2"/>
                  <a:pt x="5" y="2"/>
                </a:cubicBezTo>
                <a:close/>
                <a:moveTo>
                  <a:pt x="9" y="2"/>
                </a:moveTo>
                <a:cubicBezTo>
                  <a:pt x="9" y="2"/>
                  <a:pt x="9" y="2"/>
                  <a:pt x="9" y="2"/>
                </a:cubicBezTo>
                <a:cubicBezTo>
                  <a:pt x="9" y="2"/>
                  <a:pt x="8" y="1"/>
                  <a:pt x="8" y="1"/>
                </a:cubicBezTo>
                <a:cubicBezTo>
                  <a:pt x="8" y="0"/>
                  <a:pt x="9" y="0"/>
                  <a:pt x="9" y="0"/>
                </a:cubicBezTo>
                <a:cubicBezTo>
                  <a:pt x="9" y="0"/>
                  <a:pt x="9" y="0"/>
                  <a:pt x="9" y="0"/>
                </a:cubicBezTo>
                <a:cubicBezTo>
                  <a:pt x="10" y="0"/>
                  <a:pt x="10" y="0"/>
                  <a:pt x="10" y="1"/>
                </a:cubicBezTo>
                <a:cubicBezTo>
                  <a:pt x="10" y="1"/>
                  <a:pt x="10" y="2"/>
                  <a:pt x="9" y="2"/>
                </a:cubicBezTo>
                <a:close/>
                <a:moveTo>
                  <a:pt x="13" y="2"/>
                </a:moveTo>
                <a:cubicBezTo>
                  <a:pt x="13" y="2"/>
                  <a:pt x="13" y="2"/>
                  <a:pt x="13" y="2"/>
                </a:cubicBezTo>
                <a:cubicBezTo>
                  <a:pt x="13" y="2"/>
                  <a:pt x="12" y="1"/>
                  <a:pt x="12" y="1"/>
                </a:cubicBezTo>
                <a:cubicBezTo>
                  <a:pt x="12" y="0"/>
                  <a:pt x="13" y="0"/>
                  <a:pt x="13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4" y="0"/>
                  <a:pt x="14" y="0"/>
                  <a:pt x="14" y="1"/>
                </a:cubicBezTo>
                <a:cubicBezTo>
                  <a:pt x="14" y="1"/>
                  <a:pt x="14" y="2"/>
                  <a:pt x="13" y="2"/>
                </a:cubicBezTo>
                <a:close/>
                <a:moveTo>
                  <a:pt x="17" y="2"/>
                </a:moveTo>
                <a:cubicBezTo>
                  <a:pt x="17" y="2"/>
                  <a:pt x="17" y="2"/>
                  <a:pt x="17" y="2"/>
                </a:cubicBezTo>
                <a:cubicBezTo>
                  <a:pt x="17" y="2"/>
                  <a:pt x="16" y="1"/>
                  <a:pt x="16" y="1"/>
                </a:cubicBezTo>
                <a:cubicBezTo>
                  <a:pt x="16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1"/>
                  <a:pt x="18" y="2"/>
                  <a:pt x="17" y="2"/>
                </a:cubicBezTo>
                <a:close/>
                <a:moveTo>
                  <a:pt x="21" y="2"/>
                </a:moveTo>
                <a:cubicBezTo>
                  <a:pt x="21" y="2"/>
                  <a:pt x="21" y="2"/>
                  <a:pt x="21" y="2"/>
                </a:cubicBezTo>
                <a:cubicBezTo>
                  <a:pt x="21" y="2"/>
                  <a:pt x="20" y="1"/>
                  <a:pt x="20" y="1"/>
                </a:cubicBezTo>
                <a:cubicBezTo>
                  <a:pt x="20" y="0"/>
                  <a:pt x="21" y="0"/>
                  <a:pt x="21" y="0"/>
                </a:cubicBezTo>
                <a:cubicBezTo>
                  <a:pt x="22" y="0"/>
                  <a:pt x="22" y="0"/>
                  <a:pt x="22" y="1"/>
                </a:cubicBezTo>
                <a:cubicBezTo>
                  <a:pt x="22" y="1"/>
                  <a:pt x="22" y="2"/>
                  <a:pt x="21" y="2"/>
                </a:cubicBezTo>
                <a:close/>
                <a:moveTo>
                  <a:pt x="25" y="2"/>
                </a:moveTo>
                <a:cubicBezTo>
                  <a:pt x="25" y="2"/>
                  <a:pt x="25" y="2"/>
                  <a:pt x="25" y="2"/>
                </a:cubicBezTo>
                <a:cubicBezTo>
                  <a:pt x="25" y="2"/>
                  <a:pt x="24" y="1"/>
                  <a:pt x="24" y="1"/>
                </a:cubicBezTo>
                <a:cubicBezTo>
                  <a:pt x="24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6" y="0"/>
                  <a:pt x="26" y="0"/>
                  <a:pt x="26" y="1"/>
                </a:cubicBezTo>
                <a:cubicBezTo>
                  <a:pt x="26" y="1"/>
                  <a:pt x="26" y="2"/>
                  <a:pt x="25" y="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Freeform 38"/>
          <p:cNvSpPr>
            <a:spLocks/>
          </p:cNvSpPr>
          <p:nvPr/>
        </p:nvSpPr>
        <p:spPr bwMode="auto">
          <a:xfrm>
            <a:off x="5465763" y="2515054"/>
            <a:ext cx="80963" cy="165100"/>
          </a:xfrm>
          <a:custGeom>
            <a:avLst/>
            <a:gdLst>
              <a:gd name="T0" fmla="*/ 0 w 51"/>
              <a:gd name="T1" fmla="*/ 0 h 104"/>
              <a:gd name="T2" fmla="*/ 51 w 51"/>
              <a:gd name="T3" fmla="*/ 52 h 104"/>
              <a:gd name="T4" fmla="*/ 0 w 51"/>
              <a:gd name="T5" fmla="*/ 104 h 104"/>
              <a:gd name="T6" fmla="*/ 0 w 51"/>
              <a:gd name="T7" fmla="*/ 0 h 104"/>
              <a:gd name="T8" fmla="*/ 0 w 5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" h="104">
                <a:moveTo>
                  <a:pt x="0" y="0"/>
                </a:moveTo>
                <a:lnTo>
                  <a:pt x="51" y="52"/>
                </a:lnTo>
                <a:lnTo>
                  <a:pt x="0" y="10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Freeform 39"/>
          <p:cNvSpPr>
            <a:spLocks noEditPoints="1"/>
          </p:cNvSpPr>
          <p:nvPr/>
        </p:nvSpPr>
        <p:spPr bwMode="auto">
          <a:xfrm>
            <a:off x="4875213" y="2576967"/>
            <a:ext cx="549275" cy="41275"/>
          </a:xfrm>
          <a:custGeom>
            <a:avLst/>
            <a:gdLst>
              <a:gd name="T0" fmla="*/ 1 w 27"/>
              <a:gd name="T1" fmla="*/ 2 h 2"/>
              <a:gd name="T2" fmla="*/ 1 w 27"/>
              <a:gd name="T3" fmla="*/ 2 h 2"/>
              <a:gd name="T4" fmla="*/ 1 w 27"/>
              <a:gd name="T5" fmla="*/ 0 h 2"/>
              <a:gd name="T6" fmla="*/ 2 w 27"/>
              <a:gd name="T7" fmla="*/ 1 h 2"/>
              <a:gd name="T8" fmla="*/ 1 w 27"/>
              <a:gd name="T9" fmla="*/ 2 h 2"/>
              <a:gd name="T10" fmla="*/ 5 w 27"/>
              <a:gd name="T11" fmla="*/ 2 h 2"/>
              <a:gd name="T12" fmla="*/ 5 w 27"/>
              <a:gd name="T13" fmla="*/ 2 h 2"/>
              <a:gd name="T14" fmla="*/ 4 w 27"/>
              <a:gd name="T15" fmla="*/ 1 h 2"/>
              <a:gd name="T16" fmla="*/ 5 w 27"/>
              <a:gd name="T17" fmla="*/ 0 h 2"/>
              <a:gd name="T18" fmla="*/ 6 w 27"/>
              <a:gd name="T19" fmla="*/ 1 h 2"/>
              <a:gd name="T20" fmla="*/ 5 w 27"/>
              <a:gd name="T21" fmla="*/ 2 h 2"/>
              <a:gd name="T22" fmla="*/ 9 w 27"/>
              <a:gd name="T23" fmla="*/ 2 h 2"/>
              <a:gd name="T24" fmla="*/ 9 w 27"/>
              <a:gd name="T25" fmla="*/ 2 h 2"/>
              <a:gd name="T26" fmla="*/ 8 w 27"/>
              <a:gd name="T27" fmla="*/ 1 h 2"/>
              <a:gd name="T28" fmla="*/ 9 w 27"/>
              <a:gd name="T29" fmla="*/ 0 h 2"/>
              <a:gd name="T30" fmla="*/ 9 w 27"/>
              <a:gd name="T31" fmla="*/ 0 h 2"/>
              <a:gd name="T32" fmla="*/ 10 w 27"/>
              <a:gd name="T33" fmla="*/ 1 h 2"/>
              <a:gd name="T34" fmla="*/ 9 w 27"/>
              <a:gd name="T35" fmla="*/ 2 h 2"/>
              <a:gd name="T36" fmla="*/ 13 w 27"/>
              <a:gd name="T37" fmla="*/ 2 h 2"/>
              <a:gd name="T38" fmla="*/ 13 w 27"/>
              <a:gd name="T39" fmla="*/ 2 h 2"/>
              <a:gd name="T40" fmla="*/ 13 w 27"/>
              <a:gd name="T41" fmla="*/ 1 h 2"/>
              <a:gd name="T42" fmla="*/ 13 w 27"/>
              <a:gd name="T43" fmla="*/ 0 h 2"/>
              <a:gd name="T44" fmla="*/ 13 w 27"/>
              <a:gd name="T45" fmla="*/ 0 h 2"/>
              <a:gd name="T46" fmla="*/ 14 w 27"/>
              <a:gd name="T47" fmla="*/ 1 h 2"/>
              <a:gd name="T48" fmla="*/ 13 w 27"/>
              <a:gd name="T49" fmla="*/ 2 h 2"/>
              <a:gd name="T50" fmla="*/ 18 w 27"/>
              <a:gd name="T51" fmla="*/ 2 h 2"/>
              <a:gd name="T52" fmla="*/ 18 w 27"/>
              <a:gd name="T53" fmla="*/ 2 h 2"/>
              <a:gd name="T54" fmla="*/ 17 w 27"/>
              <a:gd name="T55" fmla="*/ 1 h 2"/>
              <a:gd name="T56" fmla="*/ 18 w 27"/>
              <a:gd name="T57" fmla="*/ 0 h 2"/>
              <a:gd name="T58" fmla="*/ 18 w 27"/>
              <a:gd name="T59" fmla="*/ 1 h 2"/>
              <a:gd name="T60" fmla="*/ 18 w 27"/>
              <a:gd name="T61" fmla="*/ 2 h 2"/>
              <a:gd name="T62" fmla="*/ 22 w 27"/>
              <a:gd name="T63" fmla="*/ 2 h 2"/>
              <a:gd name="T64" fmla="*/ 22 w 27"/>
              <a:gd name="T65" fmla="*/ 2 h 2"/>
              <a:gd name="T66" fmla="*/ 21 w 27"/>
              <a:gd name="T67" fmla="*/ 1 h 2"/>
              <a:gd name="T68" fmla="*/ 22 w 27"/>
              <a:gd name="T69" fmla="*/ 0 h 2"/>
              <a:gd name="T70" fmla="*/ 22 w 27"/>
              <a:gd name="T71" fmla="*/ 1 h 2"/>
              <a:gd name="T72" fmla="*/ 22 w 27"/>
              <a:gd name="T73" fmla="*/ 2 h 2"/>
              <a:gd name="T74" fmla="*/ 26 w 27"/>
              <a:gd name="T75" fmla="*/ 2 h 2"/>
              <a:gd name="T76" fmla="*/ 26 w 27"/>
              <a:gd name="T77" fmla="*/ 2 h 2"/>
              <a:gd name="T78" fmla="*/ 25 w 27"/>
              <a:gd name="T79" fmla="*/ 1 h 2"/>
              <a:gd name="T80" fmla="*/ 26 w 27"/>
              <a:gd name="T81" fmla="*/ 0 h 2"/>
              <a:gd name="T82" fmla="*/ 26 w 27"/>
              <a:gd name="T83" fmla="*/ 0 h 2"/>
              <a:gd name="T84" fmla="*/ 27 w 27"/>
              <a:gd name="T85" fmla="*/ 1 h 2"/>
              <a:gd name="T86" fmla="*/ 26 w 27"/>
              <a:gd name="T8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7" h="2">
                <a:moveTo>
                  <a:pt x="1" y="2"/>
                </a:move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0"/>
                  <a:pt x="1" y="0"/>
                </a:cubicBezTo>
                <a:cubicBezTo>
                  <a:pt x="2" y="0"/>
                  <a:pt x="2" y="0"/>
                  <a:pt x="2" y="1"/>
                </a:cubicBezTo>
                <a:cubicBezTo>
                  <a:pt x="2" y="1"/>
                  <a:pt x="2" y="2"/>
                  <a:pt x="1" y="2"/>
                </a:cubicBezTo>
                <a:close/>
                <a:moveTo>
                  <a:pt x="5" y="2"/>
                </a:moveTo>
                <a:cubicBezTo>
                  <a:pt x="5" y="2"/>
                  <a:pt x="5" y="2"/>
                  <a:pt x="5" y="2"/>
                </a:cubicBezTo>
                <a:cubicBezTo>
                  <a:pt x="5" y="2"/>
                  <a:pt x="4" y="1"/>
                  <a:pt x="4" y="1"/>
                </a:cubicBezTo>
                <a:cubicBezTo>
                  <a:pt x="4" y="0"/>
                  <a:pt x="5" y="0"/>
                  <a:pt x="5" y="0"/>
                </a:cubicBezTo>
                <a:cubicBezTo>
                  <a:pt x="6" y="0"/>
                  <a:pt x="6" y="0"/>
                  <a:pt x="6" y="1"/>
                </a:cubicBezTo>
                <a:cubicBezTo>
                  <a:pt x="6" y="1"/>
                  <a:pt x="6" y="2"/>
                  <a:pt x="5" y="2"/>
                </a:cubicBezTo>
                <a:close/>
                <a:moveTo>
                  <a:pt x="9" y="2"/>
                </a:moveTo>
                <a:cubicBezTo>
                  <a:pt x="9" y="2"/>
                  <a:pt x="9" y="2"/>
                  <a:pt x="9" y="2"/>
                </a:cubicBezTo>
                <a:cubicBezTo>
                  <a:pt x="9" y="2"/>
                  <a:pt x="8" y="1"/>
                  <a:pt x="8" y="1"/>
                </a:cubicBezTo>
                <a:cubicBezTo>
                  <a:pt x="8" y="0"/>
                  <a:pt x="9" y="0"/>
                  <a:pt x="9" y="0"/>
                </a:cubicBezTo>
                <a:cubicBezTo>
                  <a:pt x="9" y="0"/>
                  <a:pt x="9" y="0"/>
                  <a:pt x="9" y="0"/>
                </a:cubicBezTo>
                <a:cubicBezTo>
                  <a:pt x="10" y="0"/>
                  <a:pt x="10" y="0"/>
                  <a:pt x="10" y="1"/>
                </a:cubicBezTo>
                <a:cubicBezTo>
                  <a:pt x="10" y="1"/>
                  <a:pt x="10" y="2"/>
                  <a:pt x="9" y="2"/>
                </a:cubicBezTo>
                <a:close/>
                <a:moveTo>
                  <a:pt x="13" y="2"/>
                </a:moveTo>
                <a:cubicBezTo>
                  <a:pt x="13" y="2"/>
                  <a:pt x="13" y="2"/>
                  <a:pt x="13" y="2"/>
                </a:cubicBezTo>
                <a:cubicBezTo>
                  <a:pt x="13" y="2"/>
                  <a:pt x="13" y="1"/>
                  <a:pt x="13" y="1"/>
                </a:cubicBezTo>
                <a:cubicBezTo>
                  <a:pt x="13" y="0"/>
                  <a:pt x="13" y="0"/>
                  <a:pt x="13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4" y="0"/>
                  <a:pt x="14" y="0"/>
                  <a:pt x="14" y="1"/>
                </a:cubicBezTo>
                <a:cubicBezTo>
                  <a:pt x="14" y="1"/>
                  <a:pt x="14" y="2"/>
                  <a:pt x="13" y="2"/>
                </a:cubicBezTo>
                <a:close/>
                <a:moveTo>
                  <a:pt x="18" y="2"/>
                </a:moveTo>
                <a:cubicBezTo>
                  <a:pt x="18" y="2"/>
                  <a:pt x="18" y="2"/>
                  <a:pt x="18" y="2"/>
                </a:cubicBezTo>
                <a:cubicBezTo>
                  <a:pt x="17" y="2"/>
                  <a:pt x="17" y="1"/>
                  <a:pt x="17" y="1"/>
                </a:cubicBezTo>
                <a:cubicBezTo>
                  <a:pt x="17" y="0"/>
                  <a:pt x="17" y="0"/>
                  <a:pt x="18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1"/>
                  <a:pt x="18" y="2"/>
                  <a:pt x="18" y="2"/>
                </a:cubicBezTo>
                <a:close/>
                <a:moveTo>
                  <a:pt x="22" y="2"/>
                </a:moveTo>
                <a:cubicBezTo>
                  <a:pt x="22" y="2"/>
                  <a:pt x="22" y="2"/>
                  <a:pt x="22" y="2"/>
                </a:cubicBezTo>
                <a:cubicBezTo>
                  <a:pt x="21" y="2"/>
                  <a:pt x="21" y="1"/>
                  <a:pt x="21" y="1"/>
                </a:cubicBezTo>
                <a:cubicBezTo>
                  <a:pt x="21" y="0"/>
                  <a:pt x="21" y="0"/>
                  <a:pt x="22" y="0"/>
                </a:cubicBezTo>
                <a:cubicBezTo>
                  <a:pt x="22" y="0"/>
                  <a:pt x="22" y="0"/>
                  <a:pt x="22" y="1"/>
                </a:cubicBezTo>
                <a:cubicBezTo>
                  <a:pt x="22" y="1"/>
                  <a:pt x="22" y="2"/>
                  <a:pt x="22" y="2"/>
                </a:cubicBezTo>
                <a:close/>
                <a:moveTo>
                  <a:pt x="26" y="2"/>
                </a:moveTo>
                <a:cubicBezTo>
                  <a:pt x="26" y="2"/>
                  <a:pt x="26" y="2"/>
                  <a:pt x="26" y="2"/>
                </a:cubicBezTo>
                <a:cubicBezTo>
                  <a:pt x="25" y="2"/>
                  <a:pt x="25" y="1"/>
                  <a:pt x="25" y="1"/>
                </a:cubicBezTo>
                <a:cubicBezTo>
                  <a:pt x="25" y="0"/>
                  <a:pt x="25" y="0"/>
                  <a:pt x="26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6" y="0"/>
                  <a:pt x="27" y="0"/>
                  <a:pt x="27" y="1"/>
                </a:cubicBezTo>
                <a:cubicBezTo>
                  <a:pt x="27" y="1"/>
                  <a:pt x="26" y="2"/>
                  <a:pt x="26" y="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Freeform 40"/>
          <p:cNvSpPr>
            <a:spLocks/>
          </p:cNvSpPr>
          <p:nvPr/>
        </p:nvSpPr>
        <p:spPr bwMode="auto">
          <a:xfrm>
            <a:off x="3635375" y="2515054"/>
            <a:ext cx="82550" cy="165100"/>
          </a:xfrm>
          <a:custGeom>
            <a:avLst/>
            <a:gdLst>
              <a:gd name="T0" fmla="*/ 0 w 52"/>
              <a:gd name="T1" fmla="*/ 0 h 104"/>
              <a:gd name="T2" fmla="*/ 52 w 52"/>
              <a:gd name="T3" fmla="*/ 52 h 104"/>
              <a:gd name="T4" fmla="*/ 0 w 52"/>
              <a:gd name="T5" fmla="*/ 104 h 104"/>
              <a:gd name="T6" fmla="*/ 0 w 52"/>
              <a:gd name="T7" fmla="*/ 0 h 104"/>
              <a:gd name="T8" fmla="*/ 0 w 52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" h="104">
                <a:moveTo>
                  <a:pt x="0" y="0"/>
                </a:moveTo>
                <a:lnTo>
                  <a:pt x="52" y="52"/>
                </a:lnTo>
                <a:lnTo>
                  <a:pt x="0" y="10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Freeform 41"/>
          <p:cNvSpPr>
            <a:spLocks noEditPoints="1"/>
          </p:cNvSpPr>
          <p:nvPr/>
        </p:nvSpPr>
        <p:spPr bwMode="auto">
          <a:xfrm>
            <a:off x="3046413" y="2576967"/>
            <a:ext cx="528638" cy="41275"/>
          </a:xfrm>
          <a:custGeom>
            <a:avLst/>
            <a:gdLst>
              <a:gd name="T0" fmla="*/ 1 w 26"/>
              <a:gd name="T1" fmla="*/ 2 h 2"/>
              <a:gd name="T2" fmla="*/ 1 w 26"/>
              <a:gd name="T3" fmla="*/ 2 h 2"/>
              <a:gd name="T4" fmla="*/ 1 w 26"/>
              <a:gd name="T5" fmla="*/ 0 h 2"/>
              <a:gd name="T6" fmla="*/ 2 w 26"/>
              <a:gd name="T7" fmla="*/ 1 h 2"/>
              <a:gd name="T8" fmla="*/ 1 w 26"/>
              <a:gd name="T9" fmla="*/ 2 h 2"/>
              <a:gd name="T10" fmla="*/ 5 w 26"/>
              <a:gd name="T11" fmla="*/ 2 h 2"/>
              <a:gd name="T12" fmla="*/ 5 w 26"/>
              <a:gd name="T13" fmla="*/ 2 h 2"/>
              <a:gd name="T14" fmla="*/ 4 w 26"/>
              <a:gd name="T15" fmla="*/ 1 h 2"/>
              <a:gd name="T16" fmla="*/ 5 w 26"/>
              <a:gd name="T17" fmla="*/ 0 h 2"/>
              <a:gd name="T18" fmla="*/ 6 w 26"/>
              <a:gd name="T19" fmla="*/ 1 h 2"/>
              <a:gd name="T20" fmla="*/ 5 w 26"/>
              <a:gd name="T21" fmla="*/ 2 h 2"/>
              <a:gd name="T22" fmla="*/ 9 w 26"/>
              <a:gd name="T23" fmla="*/ 2 h 2"/>
              <a:gd name="T24" fmla="*/ 9 w 26"/>
              <a:gd name="T25" fmla="*/ 2 h 2"/>
              <a:gd name="T26" fmla="*/ 8 w 26"/>
              <a:gd name="T27" fmla="*/ 1 h 2"/>
              <a:gd name="T28" fmla="*/ 9 w 26"/>
              <a:gd name="T29" fmla="*/ 0 h 2"/>
              <a:gd name="T30" fmla="*/ 9 w 26"/>
              <a:gd name="T31" fmla="*/ 0 h 2"/>
              <a:gd name="T32" fmla="*/ 10 w 26"/>
              <a:gd name="T33" fmla="*/ 1 h 2"/>
              <a:gd name="T34" fmla="*/ 9 w 26"/>
              <a:gd name="T35" fmla="*/ 2 h 2"/>
              <a:gd name="T36" fmla="*/ 13 w 26"/>
              <a:gd name="T37" fmla="*/ 2 h 2"/>
              <a:gd name="T38" fmla="*/ 13 w 26"/>
              <a:gd name="T39" fmla="*/ 2 h 2"/>
              <a:gd name="T40" fmla="*/ 12 w 26"/>
              <a:gd name="T41" fmla="*/ 1 h 2"/>
              <a:gd name="T42" fmla="*/ 13 w 26"/>
              <a:gd name="T43" fmla="*/ 0 h 2"/>
              <a:gd name="T44" fmla="*/ 13 w 26"/>
              <a:gd name="T45" fmla="*/ 0 h 2"/>
              <a:gd name="T46" fmla="*/ 14 w 26"/>
              <a:gd name="T47" fmla="*/ 1 h 2"/>
              <a:gd name="T48" fmla="*/ 13 w 26"/>
              <a:gd name="T49" fmla="*/ 2 h 2"/>
              <a:gd name="T50" fmla="*/ 17 w 26"/>
              <a:gd name="T51" fmla="*/ 2 h 2"/>
              <a:gd name="T52" fmla="*/ 17 w 26"/>
              <a:gd name="T53" fmla="*/ 2 h 2"/>
              <a:gd name="T54" fmla="*/ 16 w 26"/>
              <a:gd name="T55" fmla="*/ 1 h 2"/>
              <a:gd name="T56" fmla="*/ 17 w 26"/>
              <a:gd name="T57" fmla="*/ 0 h 2"/>
              <a:gd name="T58" fmla="*/ 18 w 26"/>
              <a:gd name="T59" fmla="*/ 1 h 2"/>
              <a:gd name="T60" fmla="*/ 17 w 26"/>
              <a:gd name="T61" fmla="*/ 2 h 2"/>
              <a:gd name="T62" fmla="*/ 21 w 26"/>
              <a:gd name="T63" fmla="*/ 2 h 2"/>
              <a:gd name="T64" fmla="*/ 21 w 26"/>
              <a:gd name="T65" fmla="*/ 2 h 2"/>
              <a:gd name="T66" fmla="*/ 20 w 26"/>
              <a:gd name="T67" fmla="*/ 1 h 2"/>
              <a:gd name="T68" fmla="*/ 21 w 26"/>
              <a:gd name="T69" fmla="*/ 0 h 2"/>
              <a:gd name="T70" fmla="*/ 22 w 26"/>
              <a:gd name="T71" fmla="*/ 1 h 2"/>
              <a:gd name="T72" fmla="*/ 21 w 26"/>
              <a:gd name="T73" fmla="*/ 2 h 2"/>
              <a:gd name="T74" fmla="*/ 25 w 26"/>
              <a:gd name="T75" fmla="*/ 2 h 2"/>
              <a:gd name="T76" fmla="*/ 25 w 26"/>
              <a:gd name="T77" fmla="*/ 2 h 2"/>
              <a:gd name="T78" fmla="*/ 25 w 26"/>
              <a:gd name="T79" fmla="*/ 1 h 2"/>
              <a:gd name="T80" fmla="*/ 25 w 26"/>
              <a:gd name="T81" fmla="*/ 0 h 2"/>
              <a:gd name="T82" fmla="*/ 25 w 26"/>
              <a:gd name="T83" fmla="*/ 0 h 2"/>
              <a:gd name="T84" fmla="*/ 26 w 26"/>
              <a:gd name="T85" fmla="*/ 1 h 2"/>
              <a:gd name="T86" fmla="*/ 25 w 26"/>
              <a:gd name="T8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6" h="2">
                <a:moveTo>
                  <a:pt x="1" y="2"/>
                </a:move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0"/>
                  <a:pt x="1" y="0"/>
                </a:cubicBezTo>
                <a:cubicBezTo>
                  <a:pt x="1" y="0"/>
                  <a:pt x="2" y="0"/>
                  <a:pt x="2" y="1"/>
                </a:cubicBezTo>
                <a:cubicBezTo>
                  <a:pt x="2" y="1"/>
                  <a:pt x="1" y="2"/>
                  <a:pt x="1" y="2"/>
                </a:cubicBezTo>
                <a:close/>
                <a:moveTo>
                  <a:pt x="5" y="2"/>
                </a:moveTo>
                <a:cubicBezTo>
                  <a:pt x="5" y="2"/>
                  <a:pt x="5" y="2"/>
                  <a:pt x="5" y="2"/>
                </a:cubicBezTo>
                <a:cubicBezTo>
                  <a:pt x="4" y="2"/>
                  <a:pt x="4" y="1"/>
                  <a:pt x="4" y="1"/>
                </a:cubicBezTo>
                <a:cubicBezTo>
                  <a:pt x="4" y="0"/>
                  <a:pt x="4" y="0"/>
                  <a:pt x="5" y="0"/>
                </a:cubicBezTo>
                <a:cubicBezTo>
                  <a:pt x="5" y="0"/>
                  <a:pt x="6" y="0"/>
                  <a:pt x="6" y="1"/>
                </a:cubicBezTo>
                <a:cubicBezTo>
                  <a:pt x="6" y="1"/>
                  <a:pt x="5" y="2"/>
                  <a:pt x="5" y="2"/>
                </a:cubicBezTo>
                <a:close/>
                <a:moveTo>
                  <a:pt x="9" y="2"/>
                </a:moveTo>
                <a:cubicBezTo>
                  <a:pt x="9" y="2"/>
                  <a:pt x="9" y="2"/>
                  <a:pt x="9" y="2"/>
                </a:cubicBezTo>
                <a:cubicBezTo>
                  <a:pt x="9" y="2"/>
                  <a:pt x="8" y="1"/>
                  <a:pt x="8" y="1"/>
                </a:cubicBezTo>
                <a:cubicBezTo>
                  <a:pt x="8" y="0"/>
                  <a:pt x="9" y="0"/>
                  <a:pt x="9" y="0"/>
                </a:cubicBezTo>
                <a:cubicBezTo>
                  <a:pt x="9" y="0"/>
                  <a:pt x="9" y="0"/>
                  <a:pt x="9" y="0"/>
                </a:cubicBezTo>
                <a:cubicBezTo>
                  <a:pt x="10" y="0"/>
                  <a:pt x="10" y="0"/>
                  <a:pt x="10" y="1"/>
                </a:cubicBezTo>
                <a:cubicBezTo>
                  <a:pt x="10" y="1"/>
                  <a:pt x="10" y="2"/>
                  <a:pt x="9" y="2"/>
                </a:cubicBezTo>
                <a:close/>
                <a:moveTo>
                  <a:pt x="13" y="2"/>
                </a:moveTo>
                <a:cubicBezTo>
                  <a:pt x="13" y="2"/>
                  <a:pt x="13" y="2"/>
                  <a:pt x="13" y="2"/>
                </a:cubicBezTo>
                <a:cubicBezTo>
                  <a:pt x="13" y="2"/>
                  <a:pt x="12" y="1"/>
                  <a:pt x="12" y="1"/>
                </a:cubicBezTo>
                <a:cubicBezTo>
                  <a:pt x="12" y="0"/>
                  <a:pt x="13" y="0"/>
                  <a:pt x="13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4" y="0"/>
                  <a:pt x="14" y="0"/>
                  <a:pt x="14" y="1"/>
                </a:cubicBezTo>
                <a:cubicBezTo>
                  <a:pt x="14" y="1"/>
                  <a:pt x="14" y="2"/>
                  <a:pt x="13" y="2"/>
                </a:cubicBezTo>
                <a:close/>
                <a:moveTo>
                  <a:pt x="17" y="2"/>
                </a:moveTo>
                <a:cubicBezTo>
                  <a:pt x="17" y="2"/>
                  <a:pt x="17" y="2"/>
                  <a:pt x="17" y="2"/>
                </a:cubicBezTo>
                <a:cubicBezTo>
                  <a:pt x="17" y="2"/>
                  <a:pt x="16" y="1"/>
                  <a:pt x="16" y="1"/>
                </a:cubicBezTo>
                <a:cubicBezTo>
                  <a:pt x="16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1"/>
                  <a:pt x="18" y="2"/>
                  <a:pt x="17" y="2"/>
                </a:cubicBezTo>
                <a:close/>
                <a:moveTo>
                  <a:pt x="21" y="2"/>
                </a:moveTo>
                <a:cubicBezTo>
                  <a:pt x="21" y="2"/>
                  <a:pt x="21" y="2"/>
                  <a:pt x="21" y="2"/>
                </a:cubicBezTo>
                <a:cubicBezTo>
                  <a:pt x="21" y="2"/>
                  <a:pt x="20" y="1"/>
                  <a:pt x="20" y="1"/>
                </a:cubicBezTo>
                <a:cubicBezTo>
                  <a:pt x="20" y="0"/>
                  <a:pt x="21" y="0"/>
                  <a:pt x="21" y="0"/>
                </a:cubicBezTo>
                <a:cubicBezTo>
                  <a:pt x="22" y="0"/>
                  <a:pt x="22" y="0"/>
                  <a:pt x="22" y="1"/>
                </a:cubicBezTo>
                <a:cubicBezTo>
                  <a:pt x="22" y="1"/>
                  <a:pt x="22" y="2"/>
                  <a:pt x="21" y="2"/>
                </a:cubicBezTo>
                <a:close/>
                <a:moveTo>
                  <a:pt x="25" y="2"/>
                </a:moveTo>
                <a:cubicBezTo>
                  <a:pt x="25" y="2"/>
                  <a:pt x="25" y="2"/>
                  <a:pt x="25" y="2"/>
                </a:cubicBezTo>
                <a:cubicBezTo>
                  <a:pt x="25" y="2"/>
                  <a:pt x="25" y="1"/>
                  <a:pt x="25" y="1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6" y="0"/>
                  <a:pt x="26" y="0"/>
                  <a:pt x="26" y="1"/>
                </a:cubicBezTo>
                <a:cubicBezTo>
                  <a:pt x="26" y="1"/>
                  <a:pt x="26" y="2"/>
                  <a:pt x="25" y="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Freeform 42"/>
          <p:cNvSpPr>
            <a:spLocks noEditPoints="1"/>
          </p:cNvSpPr>
          <p:nvPr/>
        </p:nvSpPr>
        <p:spPr bwMode="auto">
          <a:xfrm>
            <a:off x="1400175" y="2576967"/>
            <a:ext cx="2601913" cy="2266950"/>
          </a:xfrm>
          <a:custGeom>
            <a:avLst/>
            <a:gdLst>
              <a:gd name="T0" fmla="*/ 123 w 128"/>
              <a:gd name="T1" fmla="*/ 108 h 110"/>
              <a:gd name="T2" fmla="*/ 17 w 128"/>
              <a:gd name="T3" fmla="*/ 2 h 110"/>
              <a:gd name="T4" fmla="*/ 13 w 128"/>
              <a:gd name="T5" fmla="*/ 2 h 110"/>
              <a:gd name="T6" fmla="*/ 9 w 128"/>
              <a:gd name="T7" fmla="*/ 3 h 110"/>
              <a:gd name="T8" fmla="*/ 5 w 128"/>
              <a:gd name="T9" fmla="*/ 6 h 110"/>
              <a:gd name="T10" fmla="*/ 3 w 128"/>
              <a:gd name="T11" fmla="*/ 9 h 110"/>
              <a:gd name="T12" fmla="*/ 2 w 128"/>
              <a:gd name="T13" fmla="*/ 12 h 110"/>
              <a:gd name="T14" fmla="*/ 2 w 128"/>
              <a:gd name="T15" fmla="*/ 16 h 110"/>
              <a:gd name="T16" fmla="*/ 2 w 128"/>
              <a:gd name="T17" fmla="*/ 20 h 110"/>
              <a:gd name="T18" fmla="*/ 2 w 128"/>
              <a:gd name="T19" fmla="*/ 24 h 110"/>
              <a:gd name="T20" fmla="*/ 2 w 128"/>
              <a:gd name="T21" fmla="*/ 28 h 110"/>
              <a:gd name="T22" fmla="*/ 2 w 128"/>
              <a:gd name="T23" fmla="*/ 32 h 110"/>
              <a:gd name="T24" fmla="*/ 1 w 128"/>
              <a:gd name="T25" fmla="*/ 37 h 110"/>
              <a:gd name="T26" fmla="*/ 1 w 128"/>
              <a:gd name="T27" fmla="*/ 45 h 110"/>
              <a:gd name="T28" fmla="*/ 1 w 128"/>
              <a:gd name="T29" fmla="*/ 49 h 110"/>
              <a:gd name="T30" fmla="*/ 0 w 128"/>
              <a:gd name="T31" fmla="*/ 53 h 110"/>
              <a:gd name="T32" fmla="*/ 0 w 128"/>
              <a:gd name="T33" fmla="*/ 57 h 110"/>
              <a:gd name="T34" fmla="*/ 0 w 128"/>
              <a:gd name="T35" fmla="*/ 61 h 110"/>
              <a:gd name="T36" fmla="*/ 127 w 128"/>
              <a:gd name="T37" fmla="*/ 108 h 110"/>
              <a:gd name="T38" fmla="*/ 17 w 128"/>
              <a:gd name="T39" fmla="*/ 108 h 110"/>
              <a:gd name="T40" fmla="*/ 12 w 128"/>
              <a:gd name="T41" fmla="*/ 108 h 110"/>
              <a:gd name="T42" fmla="*/ 8 w 128"/>
              <a:gd name="T43" fmla="*/ 107 h 110"/>
              <a:gd name="T44" fmla="*/ 5 w 128"/>
              <a:gd name="T45" fmla="*/ 104 h 110"/>
              <a:gd name="T46" fmla="*/ 3 w 128"/>
              <a:gd name="T47" fmla="*/ 101 h 110"/>
              <a:gd name="T48" fmla="*/ 1 w 128"/>
              <a:gd name="T49" fmla="*/ 97 h 110"/>
              <a:gd name="T50" fmla="*/ 1 w 128"/>
              <a:gd name="T51" fmla="*/ 97 h 110"/>
              <a:gd name="T52" fmla="*/ 1 w 128"/>
              <a:gd name="T53" fmla="*/ 93 h 110"/>
              <a:gd name="T54" fmla="*/ 1 w 128"/>
              <a:gd name="T55" fmla="*/ 89 h 110"/>
              <a:gd name="T56" fmla="*/ 1 w 128"/>
              <a:gd name="T57" fmla="*/ 85 h 110"/>
              <a:gd name="T58" fmla="*/ 1 w 128"/>
              <a:gd name="T59" fmla="*/ 80 h 110"/>
              <a:gd name="T60" fmla="*/ 1 w 128"/>
              <a:gd name="T61" fmla="*/ 72 h 110"/>
              <a:gd name="T62" fmla="*/ 0 w 128"/>
              <a:gd name="T63" fmla="*/ 69 h 110"/>
              <a:gd name="T64" fmla="*/ 0 w 128"/>
              <a:gd name="T65" fmla="*/ 65 h 110"/>
              <a:gd name="T66" fmla="*/ 120 w 128"/>
              <a:gd name="T67" fmla="*/ 109 h 110"/>
              <a:gd name="T68" fmla="*/ 116 w 128"/>
              <a:gd name="T69" fmla="*/ 109 h 110"/>
              <a:gd name="T70" fmla="*/ 111 w 128"/>
              <a:gd name="T71" fmla="*/ 110 h 110"/>
              <a:gd name="T72" fmla="*/ 106 w 128"/>
              <a:gd name="T73" fmla="*/ 109 h 110"/>
              <a:gd name="T74" fmla="*/ 102 w 128"/>
              <a:gd name="T75" fmla="*/ 109 h 110"/>
              <a:gd name="T76" fmla="*/ 98 w 128"/>
              <a:gd name="T77" fmla="*/ 108 h 110"/>
              <a:gd name="T78" fmla="*/ 90 w 128"/>
              <a:gd name="T79" fmla="*/ 108 h 110"/>
              <a:gd name="T80" fmla="*/ 86 w 128"/>
              <a:gd name="T81" fmla="*/ 108 h 110"/>
              <a:gd name="T82" fmla="*/ 82 w 128"/>
              <a:gd name="T83" fmla="*/ 108 h 110"/>
              <a:gd name="T84" fmla="*/ 78 w 128"/>
              <a:gd name="T85" fmla="*/ 108 h 110"/>
              <a:gd name="T86" fmla="*/ 75 w 128"/>
              <a:gd name="T87" fmla="*/ 109 h 110"/>
              <a:gd name="T88" fmla="*/ 70 w 128"/>
              <a:gd name="T89" fmla="*/ 110 h 110"/>
              <a:gd name="T90" fmla="*/ 66 w 128"/>
              <a:gd name="T91" fmla="*/ 110 h 110"/>
              <a:gd name="T92" fmla="*/ 62 w 128"/>
              <a:gd name="T93" fmla="*/ 110 h 110"/>
              <a:gd name="T94" fmla="*/ 57 w 128"/>
              <a:gd name="T95" fmla="*/ 109 h 110"/>
              <a:gd name="T96" fmla="*/ 53 w 128"/>
              <a:gd name="T97" fmla="*/ 109 h 110"/>
              <a:gd name="T98" fmla="*/ 49 w 128"/>
              <a:gd name="T99" fmla="*/ 109 h 110"/>
              <a:gd name="T100" fmla="*/ 45 w 128"/>
              <a:gd name="T101" fmla="*/ 108 h 110"/>
              <a:gd name="T102" fmla="*/ 37 w 128"/>
              <a:gd name="T103" fmla="*/ 108 h 110"/>
              <a:gd name="T104" fmla="*/ 33 w 128"/>
              <a:gd name="T105" fmla="*/ 108 h 110"/>
              <a:gd name="T106" fmla="*/ 29 w 128"/>
              <a:gd name="T107" fmla="*/ 108 h 110"/>
              <a:gd name="T108" fmla="*/ 25 w 128"/>
              <a:gd name="T109" fmla="*/ 108 h 110"/>
              <a:gd name="T110" fmla="*/ 22 w 128"/>
              <a:gd name="T111" fmla="*/ 109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28" h="110">
                <a:moveTo>
                  <a:pt x="123" y="108"/>
                </a:moveTo>
                <a:cubicBezTo>
                  <a:pt x="123" y="108"/>
                  <a:pt x="123" y="108"/>
                  <a:pt x="123" y="108"/>
                </a:cubicBezTo>
                <a:cubicBezTo>
                  <a:pt x="123" y="108"/>
                  <a:pt x="124" y="108"/>
                  <a:pt x="124" y="109"/>
                </a:cubicBezTo>
                <a:cubicBezTo>
                  <a:pt x="124" y="109"/>
                  <a:pt x="123" y="110"/>
                  <a:pt x="123" y="110"/>
                </a:cubicBezTo>
                <a:cubicBezTo>
                  <a:pt x="123" y="110"/>
                  <a:pt x="123" y="110"/>
                  <a:pt x="123" y="110"/>
                </a:cubicBezTo>
                <a:cubicBezTo>
                  <a:pt x="122" y="110"/>
                  <a:pt x="122" y="109"/>
                  <a:pt x="122" y="109"/>
                </a:cubicBezTo>
                <a:cubicBezTo>
                  <a:pt x="122" y="108"/>
                  <a:pt x="122" y="108"/>
                  <a:pt x="123" y="108"/>
                </a:cubicBezTo>
                <a:close/>
                <a:moveTo>
                  <a:pt x="17" y="2"/>
                </a:moveTo>
                <a:cubicBezTo>
                  <a:pt x="17" y="2"/>
                  <a:pt x="17" y="2"/>
                  <a:pt x="17" y="2"/>
                </a:cubicBezTo>
                <a:cubicBezTo>
                  <a:pt x="16" y="2"/>
                  <a:pt x="16" y="1"/>
                  <a:pt x="16" y="1"/>
                </a:cubicBezTo>
                <a:cubicBezTo>
                  <a:pt x="16" y="0"/>
                  <a:pt x="16" y="0"/>
                  <a:pt x="17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7" y="0"/>
                  <a:pt x="18" y="0"/>
                  <a:pt x="18" y="1"/>
                </a:cubicBezTo>
                <a:cubicBezTo>
                  <a:pt x="18" y="1"/>
                  <a:pt x="17" y="2"/>
                  <a:pt x="17" y="2"/>
                </a:cubicBezTo>
                <a:close/>
                <a:moveTo>
                  <a:pt x="13" y="2"/>
                </a:moveTo>
                <a:cubicBezTo>
                  <a:pt x="12" y="2"/>
                  <a:pt x="12" y="2"/>
                  <a:pt x="12" y="1"/>
                </a:cubicBezTo>
                <a:cubicBezTo>
                  <a:pt x="12" y="1"/>
                  <a:pt x="12" y="0"/>
                  <a:pt x="12" y="0"/>
                </a:cubicBezTo>
                <a:cubicBezTo>
                  <a:pt x="13" y="0"/>
                  <a:pt x="13" y="0"/>
                  <a:pt x="13" y="1"/>
                </a:cubicBezTo>
                <a:cubicBezTo>
                  <a:pt x="14" y="1"/>
                  <a:pt x="13" y="2"/>
                  <a:pt x="13" y="2"/>
                </a:cubicBezTo>
                <a:cubicBezTo>
                  <a:pt x="13" y="2"/>
                  <a:pt x="13" y="2"/>
                  <a:pt x="13" y="2"/>
                </a:cubicBezTo>
                <a:cubicBezTo>
                  <a:pt x="13" y="2"/>
                  <a:pt x="13" y="2"/>
                  <a:pt x="13" y="2"/>
                </a:cubicBezTo>
                <a:close/>
                <a:moveTo>
                  <a:pt x="9" y="3"/>
                </a:moveTo>
                <a:cubicBezTo>
                  <a:pt x="8" y="3"/>
                  <a:pt x="8" y="3"/>
                  <a:pt x="8" y="3"/>
                </a:cubicBezTo>
                <a:cubicBezTo>
                  <a:pt x="8" y="2"/>
                  <a:pt x="8" y="2"/>
                  <a:pt x="8" y="2"/>
                </a:cubicBezTo>
                <a:cubicBezTo>
                  <a:pt x="9" y="1"/>
                  <a:pt x="9" y="2"/>
                  <a:pt x="10" y="2"/>
                </a:cubicBezTo>
                <a:cubicBezTo>
                  <a:pt x="10" y="2"/>
                  <a:pt x="10" y="3"/>
                  <a:pt x="9" y="3"/>
                </a:cubicBezTo>
                <a:cubicBezTo>
                  <a:pt x="9" y="3"/>
                  <a:pt x="9" y="3"/>
                  <a:pt x="9" y="3"/>
                </a:cubicBezTo>
                <a:cubicBezTo>
                  <a:pt x="9" y="3"/>
                  <a:pt x="9" y="3"/>
                  <a:pt x="9" y="3"/>
                </a:cubicBezTo>
                <a:close/>
                <a:moveTo>
                  <a:pt x="5" y="6"/>
                </a:moveTo>
                <a:cubicBezTo>
                  <a:pt x="5" y="6"/>
                  <a:pt x="5" y="6"/>
                  <a:pt x="5" y="5"/>
                </a:cubicBezTo>
                <a:cubicBezTo>
                  <a:pt x="5" y="5"/>
                  <a:pt x="5" y="5"/>
                  <a:pt x="5" y="4"/>
                </a:cubicBezTo>
                <a:cubicBezTo>
                  <a:pt x="5" y="4"/>
                  <a:pt x="6" y="4"/>
                  <a:pt x="6" y="4"/>
                </a:cubicBezTo>
                <a:cubicBezTo>
                  <a:pt x="6" y="5"/>
                  <a:pt x="6" y="5"/>
                  <a:pt x="6" y="5"/>
                </a:cubicBezTo>
                <a:cubicBezTo>
                  <a:pt x="6" y="6"/>
                  <a:pt x="6" y="6"/>
                  <a:pt x="6" y="6"/>
                </a:cubicBezTo>
                <a:cubicBezTo>
                  <a:pt x="6" y="6"/>
                  <a:pt x="6" y="6"/>
                  <a:pt x="5" y="6"/>
                </a:cubicBezTo>
                <a:close/>
                <a:moveTo>
                  <a:pt x="3" y="9"/>
                </a:moveTo>
                <a:cubicBezTo>
                  <a:pt x="3" y="9"/>
                  <a:pt x="3" y="9"/>
                  <a:pt x="3" y="9"/>
                </a:cubicBezTo>
                <a:cubicBezTo>
                  <a:pt x="2" y="9"/>
                  <a:pt x="2" y="8"/>
                  <a:pt x="2" y="8"/>
                </a:cubicBezTo>
                <a:cubicBezTo>
                  <a:pt x="2" y="7"/>
                  <a:pt x="3" y="7"/>
                  <a:pt x="3" y="7"/>
                </a:cubicBezTo>
                <a:cubicBezTo>
                  <a:pt x="4" y="8"/>
                  <a:pt x="4" y="8"/>
                  <a:pt x="4" y="8"/>
                </a:cubicBezTo>
                <a:cubicBezTo>
                  <a:pt x="4" y="9"/>
                  <a:pt x="4" y="9"/>
                  <a:pt x="4" y="9"/>
                </a:cubicBezTo>
                <a:cubicBezTo>
                  <a:pt x="4" y="9"/>
                  <a:pt x="3" y="9"/>
                  <a:pt x="3" y="9"/>
                </a:cubicBezTo>
                <a:close/>
                <a:moveTo>
                  <a:pt x="1" y="13"/>
                </a:moveTo>
                <a:cubicBezTo>
                  <a:pt x="1" y="13"/>
                  <a:pt x="1" y="13"/>
                  <a:pt x="1" y="13"/>
                </a:cubicBezTo>
                <a:cubicBezTo>
                  <a:pt x="1" y="13"/>
                  <a:pt x="1" y="12"/>
                  <a:pt x="1" y="12"/>
                </a:cubicBezTo>
                <a:cubicBezTo>
                  <a:pt x="1" y="12"/>
                  <a:pt x="1" y="12"/>
                  <a:pt x="1" y="12"/>
                </a:cubicBezTo>
                <a:cubicBezTo>
                  <a:pt x="1" y="11"/>
                  <a:pt x="1" y="11"/>
                  <a:pt x="2" y="11"/>
                </a:cubicBezTo>
                <a:cubicBezTo>
                  <a:pt x="2" y="11"/>
                  <a:pt x="2" y="12"/>
                  <a:pt x="2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2" y="13"/>
                  <a:pt x="2" y="13"/>
                  <a:pt x="1" y="13"/>
                </a:cubicBezTo>
                <a:close/>
                <a:moveTo>
                  <a:pt x="1" y="17"/>
                </a:moveTo>
                <a:cubicBezTo>
                  <a:pt x="1" y="17"/>
                  <a:pt x="0" y="16"/>
                  <a:pt x="0" y="16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5"/>
                  <a:pt x="1" y="15"/>
                  <a:pt x="1" y="15"/>
                </a:cubicBezTo>
                <a:cubicBezTo>
                  <a:pt x="2" y="15"/>
                  <a:pt x="2" y="15"/>
                  <a:pt x="2" y="16"/>
                </a:cubicBezTo>
                <a:cubicBezTo>
                  <a:pt x="2" y="16"/>
                  <a:pt x="2" y="16"/>
                  <a:pt x="2" y="16"/>
                </a:cubicBezTo>
                <a:cubicBezTo>
                  <a:pt x="2" y="16"/>
                  <a:pt x="2" y="17"/>
                  <a:pt x="1" y="17"/>
                </a:cubicBezTo>
                <a:close/>
                <a:moveTo>
                  <a:pt x="1" y="21"/>
                </a:moveTo>
                <a:cubicBezTo>
                  <a:pt x="1" y="21"/>
                  <a:pt x="0" y="21"/>
                  <a:pt x="0" y="20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19"/>
                  <a:pt x="1" y="19"/>
                  <a:pt x="1" y="19"/>
                </a:cubicBezTo>
                <a:cubicBezTo>
                  <a:pt x="2" y="19"/>
                  <a:pt x="2" y="19"/>
                  <a:pt x="2" y="20"/>
                </a:cubicBezTo>
                <a:cubicBezTo>
                  <a:pt x="2" y="20"/>
                  <a:pt x="2" y="20"/>
                  <a:pt x="2" y="20"/>
                </a:cubicBezTo>
                <a:cubicBezTo>
                  <a:pt x="2" y="21"/>
                  <a:pt x="2" y="21"/>
                  <a:pt x="1" y="21"/>
                </a:cubicBezTo>
                <a:close/>
                <a:moveTo>
                  <a:pt x="1" y="25"/>
                </a:moveTo>
                <a:cubicBezTo>
                  <a:pt x="1" y="25"/>
                  <a:pt x="0" y="25"/>
                  <a:pt x="0" y="24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4"/>
                  <a:pt x="1" y="23"/>
                  <a:pt x="1" y="23"/>
                </a:cubicBezTo>
                <a:cubicBezTo>
                  <a:pt x="2" y="23"/>
                  <a:pt x="2" y="24"/>
                  <a:pt x="2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2" y="25"/>
                  <a:pt x="2" y="25"/>
                  <a:pt x="1" y="25"/>
                </a:cubicBezTo>
                <a:close/>
                <a:moveTo>
                  <a:pt x="1" y="29"/>
                </a:moveTo>
                <a:cubicBezTo>
                  <a:pt x="1" y="29"/>
                  <a:pt x="0" y="29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8"/>
                  <a:pt x="1" y="27"/>
                  <a:pt x="1" y="27"/>
                </a:cubicBezTo>
                <a:cubicBezTo>
                  <a:pt x="2" y="27"/>
                  <a:pt x="2" y="28"/>
                  <a:pt x="2" y="28"/>
                </a:cubicBezTo>
                <a:cubicBezTo>
                  <a:pt x="2" y="28"/>
                  <a:pt x="2" y="28"/>
                  <a:pt x="2" y="28"/>
                </a:cubicBezTo>
                <a:cubicBezTo>
                  <a:pt x="2" y="29"/>
                  <a:pt x="2" y="29"/>
                  <a:pt x="1" y="29"/>
                </a:cubicBezTo>
                <a:close/>
                <a:moveTo>
                  <a:pt x="1" y="33"/>
                </a:moveTo>
                <a:cubicBezTo>
                  <a:pt x="1" y="33"/>
                  <a:pt x="0" y="33"/>
                  <a:pt x="0" y="32"/>
                </a:cubicBezTo>
                <a:cubicBezTo>
                  <a:pt x="0" y="32"/>
                  <a:pt x="1" y="31"/>
                  <a:pt x="1" y="31"/>
                </a:cubicBezTo>
                <a:cubicBezTo>
                  <a:pt x="2" y="31"/>
                  <a:pt x="2" y="32"/>
                  <a:pt x="2" y="32"/>
                </a:cubicBezTo>
                <a:cubicBezTo>
                  <a:pt x="2" y="32"/>
                  <a:pt x="2" y="32"/>
                  <a:pt x="2" y="32"/>
                </a:cubicBezTo>
                <a:cubicBezTo>
                  <a:pt x="2" y="33"/>
                  <a:pt x="2" y="33"/>
                  <a:pt x="1" y="33"/>
                </a:cubicBezTo>
                <a:close/>
                <a:moveTo>
                  <a:pt x="1" y="37"/>
                </a:moveTo>
                <a:cubicBezTo>
                  <a:pt x="1" y="37"/>
                  <a:pt x="0" y="37"/>
                  <a:pt x="0" y="36"/>
                </a:cubicBezTo>
                <a:cubicBezTo>
                  <a:pt x="0" y="36"/>
                  <a:pt x="1" y="35"/>
                  <a:pt x="1" y="35"/>
                </a:cubicBezTo>
                <a:cubicBezTo>
                  <a:pt x="2" y="35"/>
                  <a:pt x="2" y="36"/>
                  <a:pt x="2" y="36"/>
                </a:cubicBezTo>
                <a:cubicBezTo>
                  <a:pt x="2" y="36"/>
                  <a:pt x="2" y="36"/>
                  <a:pt x="2" y="36"/>
                </a:cubicBezTo>
                <a:cubicBezTo>
                  <a:pt x="2" y="37"/>
                  <a:pt x="2" y="37"/>
                  <a:pt x="1" y="37"/>
                </a:cubicBezTo>
                <a:close/>
                <a:moveTo>
                  <a:pt x="1" y="41"/>
                </a:moveTo>
                <a:cubicBezTo>
                  <a:pt x="1" y="41"/>
                  <a:pt x="0" y="41"/>
                  <a:pt x="0" y="40"/>
                </a:cubicBezTo>
                <a:cubicBezTo>
                  <a:pt x="0" y="40"/>
                  <a:pt x="1" y="40"/>
                  <a:pt x="1" y="40"/>
                </a:cubicBezTo>
                <a:cubicBezTo>
                  <a:pt x="2" y="40"/>
                  <a:pt x="2" y="40"/>
                  <a:pt x="2" y="40"/>
                </a:cubicBezTo>
                <a:cubicBezTo>
                  <a:pt x="2" y="40"/>
                  <a:pt x="2" y="40"/>
                  <a:pt x="2" y="40"/>
                </a:cubicBezTo>
                <a:cubicBezTo>
                  <a:pt x="2" y="41"/>
                  <a:pt x="2" y="41"/>
                  <a:pt x="1" y="41"/>
                </a:cubicBezTo>
                <a:close/>
                <a:moveTo>
                  <a:pt x="1" y="45"/>
                </a:moveTo>
                <a:cubicBezTo>
                  <a:pt x="1" y="45"/>
                  <a:pt x="0" y="45"/>
                  <a:pt x="0" y="45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4"/>
                  <a:pt x="1" y="44"/>
                  <a:pt x="1" y="44"/>
                </a:cubicBezTo>
                <a:cubicBezTo>
                  <a:pt x="2" y="44"/>
                  <a:pt x="2" y="44"/>
                  <a:pt x="2" y="45"/>
                </a:cubicBezTo>
                <a:cubicBezTo>
                  <a:pt x="2" y="45"/>
                  <a:pt x="2" y="45"/>
                  <a:pt x="2" y="45"/>
                </a:cubicBezTo>
                <a:cubicBezTo>
                  <a:pt x="2" y="45"/>
                  <a:pt x="2" y="45"/>
                  <a:pt x="1" y="45"/>
                </a:cubicBezTo>
                <a:close/>
                <a:moveTo>
                  <a:pt x="1" y="49"/>
                </a:moveTo>
                <a:cubicBezTo>
                  <a:pt x="1" y="49"/>
                  <a:pt x="0" y="49"/>
                  <a:pt x="0" y="49"/>
                </a:cubicBezTo>
                <a:cubicBezTo>
                  <a:pt x="0" y="49"/>
                  <a:pt x="0" y="49"/>
                  <a:pt x="0" y="49"/>
                </a:cubicBezTo>
                <a:cubicBezTo>
                  <a:pt x="0" y="47"/>
                  <a:pt x="2" y="47"/>
                  <a:pt x="2" y="49"/>
                </a:cubicBezTo>
                <a:cubicBezTo>
                  <a:pt x="2" y="49"/>
                  <a:pt x="2" y="49"/>
                  <a:pt x="2" y="49"/>
                </a:cubicBezTo>
                <a:cubicBezTo>
                  <a:pt x="2" y="49"/>
                  <a:pt x="2" y="49"/>
                  <a:pt x="1" y="49"/>
                </a:cubicBezTo>
                <a:close/>
                <a:moveTo>
                  <a:pt x="1" y="54"/>
                </a:moveTo>
                <a:cubicBezTo>
                  <a:pt x="1" y="54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2"/>
                  <a:pt x="1" y="52"/>
                  <a:pt x="1" y="52"/>
                </a:cubicBezTo>
                <a:cubicBezTo>
                  <a:pt x="2" y="52"/>
                  <a:pt x="2" y="52"/>
                  <a:pt x="2" y="53"/>
                </a:cubicBezTo>
                <a:cubicBezTo>
                  <a:pt x="2" y="53"/>
                  <a:pt x="2" y="53"/>
                  <a:pt x="2" y="53"/>
                </a:cubicBezTo>
                <a:cubicBezTo>
                  <a:pt x="2" y="53"/>
                  <a:pt x="2" y="54"/>
                  <a:pt x="1" y="54"/>
                </a:cubicBezTo>
                <a:close/>
                <a:moveTo>
                  <a:pt x="1" y="58"/>
                </a:moveTo>
                <a:cubicBezTo>
                  <a:pt x="1" y="58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6"/>
                  <a:pt x="1" y="56"/>
                  <a:pt x="1" y="56"/>
                </a:cubicBezTo>
                <a:cubicBezTo>
                  <a:pt x="2" y="56"/>
                  <a:pt x="2" y="56"/>
                  <a:pt x="2" y="57"/>
                </a:cubicBezTo>
                <a:cubicBezTo>
                  <a:pt x="2" y="57"/>
                  <a:pt x="2" y="57"/>
                  <a:pt x="2" y="57"/>
                </a:cubicBezTo>
                <a:cubicBezTo>
                  <a:pt x="2" y="57"/>
                  <a:pt x="2" y="58"/>
                  <a:pt x="1" y="58"/>
                </a:cubicBezTo>
                <a:close/>
                <a:moveTo>
                  <a:pt x="1" y="62"/>
                </a:moveTo>
                <a:cubicBezTo>
                  <a:pt x="1" y="62"/>
                  <a:pt x="0" y="61"/>
                  <a:pt x="0" y="61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0"/>
                  <a:pt x="1" y="60"/>
                  <a:pt x="1" y="60"/>
                </a:cubicBezTo>
                <a:cubicBezTo>
                  <a:pt x="2" y="60"/>
                  <a:pt x="2" y="60"/>
                  <a:pt x="2" y="61"/>
                </a:cubicBezTo>
                <a:cubicBezTo>
                  <a:pt x="2" y="61"/>
                  <a:pt x="2" y="61"/>
                  <a:pt x="2" y="61"/>
                </a:cubicBezTo>
                <a:cubicBezTo>
                  <a:pt x="2" y="61"/>
                  <a:pt x="2" y="62"/>
                  <a:pt x="1" y="62"/>
                </a:cubicBezTo>
                <a:close/>
                <a:moveTo>
                  <a:pt x="127" y="108"/>
                </a:moveTo>
                <a:cubicBezTo>
                  <a:pt x="127" y="108"/>
                  <a:pt x="127" y="108"/>
                  <a:pt x="127" y="108"/>
                </a:cubicBezTo>
                <a:cubicBezTo>
                  <a:pt x="127" y="108"/>
                  <a:pt x="128" y="108"/>
                  <a:pt x="128" y="109"/>
                </a:cubicBezTo>
                <a:cubicBezTo>
                  <a:pt x="128" y="109"/>
                  <a:pt x="127" y="110"/>
                  <a:pt x="127" y="110"/>
                </a:cubicBezTo>
                <a:cubicBezTo>
                  <a:pt x="127" y="110"/>
                  <a:pt x="127" y="110"/>
                  <a:pt x="127" y="110"/>
                </a:cubicBezTo>
                <a:cubicBezTo>
                  <a:pt x="126" y="110"/>
                  <a:pt x="126" y="109"/>
                  <a:pt x="126" y="109"/>
                </a:cubicBezTo>
                <a:cubicBezTo>
                  <a:pt x="126" y="108"/>
                  <a:pt x="126" y="108"/>
                  <a:pt x="127" y="108"/>
                </a:cubicBezTo>
                <a:close/>
                <a:moveTo>
                  <a:pt x="17" y="108"/>
                </a:moveTo>
                <a:cubicBezTo>
                  <a:pt x="17" y="108"/>
                  <a:pt x="17" y="108"/>
                  <a:pt x="17" y="108"/>
                </a:cubicBezTo>
                <a:cubicBezTo>
                  <a:pt x="16" y="108"/>
                  <a:pt x="16" y="108"/>
                  <a:pt x="16" y="109"/>
                </a:cubicBezTo>
                <a:cubicBezTo>
                  <a:pt x="16" y="109"/>
                  <a:pt x="16" y="110"/>
                  <a:pt x="17" y="110"/>
                </a:cubicBezTo>
                <a:cubicBezTo>
                  <a:pt x="17" y="110"/>
                  <a:pt x="17" y="110"/>
                  <a:pt x="17" y="110"/>
                </a:cubicBezTo>
                <a:cubicBezTo>
                  <a:pt x="17" y="110"/>
                  <a:pt x="18" y="109"/>
                  <a:pt x="18" y="109"/>
                </a:cubicBezTo>
                <a:cubicBezTo>
                  <a:pt x="18" y="108"/>
                  <a:pt x="17" y="108"/>
                  <a:pt x="17" y="108"/>
                </a:cubicBezTo>
                <a:close/>
                <a:moveTo>
                  <a:pt x="13" y="108"/>
                </a:moveTo>
                <a:cubicBezTo>
                  <a:pt x="12" y="108"/>
                  <a:pt x="12" y="108"/>
                  <a:pt x="12" y="108"/>
                </a:cubicBezTo>
                <a:cubicBezTo>
                  <a:pt x="12" y="109"/>
                  <a:pt x="12" y="109"/>
                  <a:pt x="12" y="109"/>
                </a:cubicBezTo>
                <a:cubicBezTo>
                  <a:pt x="13" y="109"/>
                  <a:pt x="13" y="109"/>
                  <a:pt x="13" y="109"/>
                </a:cubicBezTo>
                <a:cubicBezTo>
                  <a:pt x="14" y="108"/>
                  <a:pt x="13" y="108"/>
                  <a:pt x="13" y="108"/>
                </a:cubicBezTo>
                <a:cubicBezTo>
                  <a:pt x="13" y="108"/>
                  <a:pt x="13" y="108"/>
                  <a:pt x="13" y="108"/>
                </a:cubicBezTo>
                <a:cubicBezTo>
                  <a:pt x="13" y="108"/>
                  <a:pt x="13" y="108"/>
                  <a:pt x="13" y="108"/>
                </a:cubicBezTo>
                <a:close/>
                <a:moveTo>
                  <a:pt x="9" y="106"/>
                </a:moveTo>
                <a:cubicBezTo>
                  <a:pt x="8" y="106"/>
                  <a:pt x="8" y="106"/>
                  <a:pt x="8" y="107"/>
                </a:cubicBezTo>
                <a:cubicBezTo>
                  <a:pt x="8" y="107"/>
                  <a:pt x="8" y="108"/>
                  <a:pt x="8" y="108"/>
                </a:cubicBezTo>
                <a:cubicBezTo>
                  <a:pt x="9" y="108"/>
                  <a:pt x="9" y="108"/>
                  <a:pt x="10" y="107"/>
                </a:cubicBezTo>
                <a:cubicBezTo>
                  <a:pt x="10" y="107"/>
                  <a:pt x="10" y="107"/>
                  <a:pt x="9" y="106"/>
                </a:cubicBezTo>
                <a:cubicBezTo>
                  <a:pt x="9" y="106"/>
                  <a:pt x="9" y="106"/>
                  <a:pt x="9" y="106"/>
                </a:cubicBezTo>
                <a:cubicBezTo>
                  <a:pt x="9" y="106"/>
                  <a:pt x="9" y="106"/>
                  <a:pt x="9" y="106"/>
                </a:cubicBezTo>
                <a:close/>
                <a:moveTo>
                  <a:pt x="5" y="104"/>
                </a:moveTo>
                <a:cubicBezTo>
                  <a:pt x="5" y="104"/>
                  <a:pt x="5" y="104"/>
                  <a:pt x="5" y="104"/>
                </a:cubicBezTo>
                <a:cubicBezTo>
                  <a:pt x="5" y="104"/>
                  <a:pt x="5" y="105"/>
                  <a:pt x="5" y="105"/>
                </a:cubicBezTo>
                <a:cubicBezTo>
                  <a:pt x="5" y="106"/>
                  <a:pt x="6" y="106"/>
                  <a:pt x="6" y="105"/>
                </a:cubicBezTo>
                <a:cubicBezTo>
                  <a:pt x="6" y="105"/>
                  <a:pt x="6" y="104"/>
                  <a:pt x="6" y="104"/>
                </a:cubicBezTo>
                <a:cubicBezTo>
                  <a:pt x="6" y="104"/>
                  <a:pt x="6" y="104"/>
                  <a:pt x="6" y="104"/>
                </a:cubicBezTo>
                <a:cubicBezTo>
                  <a:pt x="6" y="104"/>
                  <a:pt x="6" y="104"/>
                  <a:pt x="5" y="104"/>
                </a:cubicBezTo>
                <a:close/>
                <a:moveTo>
                  <a:pt x="3" y="101"/>
                </a:moveTo>
                <a:cubicBezTo>
                  <a:pt x="3" y="101"/>
                  <a:pt x="3" y="101"/>
                  <a:pt x="3" y="101"/>
                </a:cubicBezTo>
                <a:cubicBezTo>
                  <a:pt x="2" y="101"/>
                  <a:pt x="2" y="101"/>
                  <a:pt x="2" y="102"/>
                </a:cubicBezTo>
                <a:cubicBezTo>
                  <a:pt x="2" y="102"/>
                  <a:pt x="3" y="102"/>
                  <a:pt x="3" y="102"/>
                </a:cubicBezTo>
                <a:cubicBezTo>
                  <a:pt x="4" y="102"/>
                  <a:pt x="4" y="101"/>
                  <a:pt x="4" y="101"/>
                </a:cubicBezTo>
                <a:cubicBezTo>
                  <a:pt x="4" y="101"/>
                  <a:pt x="4" y="101"/>
                  <a:pt x="4" y="101"/>
                </a:cubicBezTo>
                <a:cubicBezTo>
                  <a:pt x="4" y="101"/>
                  <a:pt x="3" y="101"/>
                  <a:pt x="3" y="101"/>
                </a:cubicBezTo>
                <a:close/>
                <a:moveTo>
                  <a:pt x="1" y="97"/>
                </a:moveTo>
                <a:cubicBezTo>
                  <a:pt x="1" y="97"/>
                  <a:pt x="1" y="97"/>
                  <a:pt x="1" y="97"/>
                </a:cubicBezTo>
                <a:cubicBezTo>
                  <a:pt x="1" y="97"/>
                  <a:pt x="1" y="97"/>
                  <a:pt x="1" y="98"/>
                </a:cubicBezTo>
                <a:cubicBezTo>
                  <a:pt x="1" y="98"/>
                  <a:pt x="1" y="98"/>
                  <a:pt x="1" y="98"/>
                </a:cubicBezTo>
                <a:cubicBezTo>
                  <a:pt x="1" y="98"/>
                  <a:pt x="1" y="99"/>
                  <a:pt x="2" y="99"/>
                </a:cubicBezTo>
                <a:cubicBezTo>
                  <a:pt x="2" y="98"/>
                  <a:pt x="2" y="98"/>
                  <a:pt x="2" y="97"/>
                </a:cubicBezTo>
                <a:cubicBezTo>
                  <a:pt x="2" y="98"/>
                  <a:pt x="2" y="98"/>
                  <a:pt x="2" y="98"/>
                </a:cubicBezTo>
                <a:cubicBezTo>
                  <a:pt x="2" y="97"/>
                  <a:pt x="2" y="97"/>
                  <a:pt x="2" y="97"/>
                </a:cubicBezTo>
                <a:cubicBezTo>
                  <a:pt x="2" y="97"/>
                  <a:pt x="2" y="97"/>
                  <a:pt x="1" y="97"/>
                </a:cubicBezTo>
                <a:close/>
                <a:moveTo>
                  <a:pt x="1" y="93"/>
                </a:moveTo>
                <a:cubicBezTo>
                  <a:pt x="1" y="93"/>
                  <a:pt x="0" y="93"/>
                  <a:pt x="0" y="94"/>
                </a:cubicBezTo>
                <a:cubicBezTo>
                  <a:pt x="0" y="94"/>
                  <a:pt x="0" y="94"/>
                  <a:pt x="0" y="94"/>
                </a:cubicBezTo>
                <a:cubicBezTo>
                  <a:pt x="0" y="94"/>
                  <a:pt x="1" y="94"/>
                  <a:pt x="1" y="94"/>
                </a:cubicBezTo>
                <a:cubicBezTo>
                  <a:pt x="2" y="94"/>
                  <a:pt x="2" y="94"/>
                  <a:pt x="2" y="94"/>
                </a:cubicBezTo>
                <a:cubicBezTo>
                  <a:pt x="2" y="94"/>
                  <a:pt x="2" y="94"/>
                  <a:pt x="2" y="94"/>
                </a:cubicBezTo>
                <a:cubicBezTo>
                  <a:pt x="2" y="93"/>
                  <a:pt x="2" y="93"/>
                  <a:pt x="1" y="93"/>
                </a:cubicBezTo>
                <a:close/>
                <a:moveTo>
                  <a:pt x="1" y="89"/>
                </a:moveTo>
                <a:cubicBezTo>
                  <a:pt x="1" y="89"/>
                  <a:pt x="0" y="89"/>
                  <a:pt x="0" y="89"/>
                </a:cubicBezTo>
                <a:cubicBezTo>
                  <a:pt x="0" y="90"/>
                  <a:pt x="0" y="90"/>
                  <a:pt x="0" y="90"/>
                </a:cubicBezTo>
                <a:cubicBezTo>
                  <a:pt x="0" y="90"/>
                  <a:pt x="1" y="90"/>
                  <a:pt x="1" y="90"/>
                </a:cubicBezTo>
                <a:cubicBezTo>
                  <a:pt x="2" y="90"/>
                  <a:pt x="2" y="90"/>
                  <a:pt x="2" y="90"/>
                </a:cubicBezTo>
                <a:cubicBezTo>
                  <a:pt x="2" y="89"/>
                  <a:pt x="2" y="89"/>
                  <a:pt x="2" y="89"/>
                </a:cubicBezTo>
                <a:cubicBezTo>
                  <a:pt x="2" y="89"/>
                  <a:pt x="2" y="89"/>
                  <a:pt x="1" y="89"/>
                </a:cubicBezTo>
                <a:close/>
                <a:moveTo>
                  <a:pt x="1" y="85"/>
                </a:moveTo>
                <a:cubicBezTo>
                  <a:pt x="1" y="85"/>
                  <a:pt x="0" y="85"/>
                  <a:pt x="0" y="85"/>
                </a:cubicBezTo>
                <a:cubicBezTo>
                  <a:pt x="0" y="85"/>
                  <a:pt x="0" y="85"/>
                  <a:pt x="0" y="85"/>
                </a:cubicBezTo>
                <a:cubicBezTo>
                  <a:pt x="0" y="86"/>
                  <a:pt x="1" y="86"/>
                  <a:pt x="1" y="86"/>
                </a:cubicBezTo>
                <a:cubicBezTo>
                  <a:pt x="2" y="86"/>
                  <a:pt x="2" y="86"/>
                  <a:pt x="2" y="85"/>
                </a:cubicBezTo>
                <a:cubicBezTo>
                  <a:pt x="2" y="85"/>
                  <a:pt x="2" y="85"/>
                  <a:pt x="2" y="85"/>
                </a:cubicBezTo>
                <a:cubicBezTo>
                  <a:pt x="2" y="85"/>
                  <a:pt x="2" y="85"/>
                  <a:pt x="1" y="85"/>
                </a:cubicBezTo>
                <a:close/>
                <a:moveTo>
                  <a:pt x="1" y="80"/>
                </a:moveTo>
                <a:cubicBezTo>
                  <a:pt x="1" y="80"/>
                  <a:pt x="0" y="81"/>
                  <a:pt x="0" y="81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82"/>
                  <a:pt x="1" y="82"/>
                  <a:pt x="1" y="82"/>
                </a:cubicBezTo>
                <a:cubicBezTo>
                  <a:pt x="2" y="82"/>
                  <a:pt x="2" y="82"/>
                  <a:pt x="2" y="81"/>
                </a:cubicBezTo>
                <a:cubicBezTo>
                  <a:pt x="2" y="81"/>
                  <a:pt x="2" y="81"/>
                  <a:pt x="2" y="81"/>
                </a:cubicBezTo>
                <a:cubicBezTo>
                  <a:pt x="2" y="81"/>
                  <a:pt x="2" y="80"/>
                  <a:pt x="1" y="80"/>
                </a:cubicBezTo>
                <a:close/>
                <a:moveTo>
                  <a:pt x="1" y="76"/>
                </a:moveTo>
                <a:cubicBezTo>
                  <a:pt x="1" y="76"/>
                  <a:pt x="0" y="77"/>
                  <a:pt x="0" y="77"/>
                </a:cubicBezTo>
                <a:cubicBezTo>
                  <a:pt x="0" y="78"/>
                  <a:pt x="1" y="78"/>
                  <a:pt x="1" y="78"/>
                </a:cubicBezTo>
                <a:cubicBezTo>
                  <a:pt x="2" y="78"/>
                  <a:pt x="2" y="78"/>
                  <a:pt x="2" y="77"/>
                </a:cubicBezTo>
                <a:cubicBezTo>
                  <a:pt x="2" y="77"/>
                  <a:pt x="2" y="77"/>
                  <a:pt x="2" y="77"/>
                </a:cubicBezTo>
                <a:cubicBezTo>
                  <a:pt x="2" y="77"/>
                  <a:pt x="2" y="76"/>
                  <a:pt x="1" y="76"/>
                </a:cubicBezTo>
                <a:close/>
                <a:moveTo>
                  <a:pt x="1" y="72"/>
                </a:moveTo>
                <a:cubicBezTo>
                  <a:pt x="1" y="72"/>
                  <a:pt x="0" y="73"/>
                  <a:pt x="0" y="73"/>
                </a:cubicBezTo>
                <a:cubicBezTo>
                  <a:pt x="0" y="74"/>
                  <a:pt x="1" y="74"/>
                  <a:pt x="1" y="74"/>
                </a:cubicBezTo>
                <a:cubicBezTo>
                  <a:pt x="2" y="74"/>
                  <a:pt x="2" y="74"/>
                  <a:pt x="2" y="73"/>
                </a:cubicBezTo>
                <a:cubicBezTo>
                  <a:pt x="2" y="73"/>
                  <a:pt x="2" y="73"/>
                  <a:pt x="2" y="73"/>
                </a:cubicBezTo>
                <a:cubicBezTo>
                  <a:pt x="2" y="73"/>
                  <a:pt x="2" y="72"/>
                  <a:pt x="1" y="72"/>
                </a:cubicBezTo>
                <a:close/>
                <a:moveTo>
                  <a:pt x="1" y="68"/>
                </a:moveTo>
                <a:cubicBezTo>
                  <a:pt x="1" y="68"/>
                  <a:pt x="0" y="69"/>
                  <a:pt x="0" y="69"/>
                </a:cubicBezTo>
                <a:cubicBezTo>
                  <a:pt x="0" y="70"/>
                  <a:pt x="1" y="70"/>
                  <a:pt x="1" y="70"/>
                </a:cubicBezTo>
                <a:cubicBezTo>
                  <a:pt x="2" y="70"/>
                  <a:pt x="2" y="70"/>
                  <a:pt x="2" y="69"/>
                </a:cubicBezTo>
                <a:cubicBezTo>
                  <a:pt x="2" y="69"/>
                  <a:pt x="2" y="69"/>
                  <a:pt x="2" y="69"/>
                </a:cubicBezTo>
                <a:cubicBezTo>
                  <a:pt x="2" y="69"/>
                  <a:pt x="2" y="68"/>
                  <a:pt x="1" y="68"/>
                </a:cubicBezTo>
                <a:close/>
                <a:moveTo>
                  <a:pt x="1" y="64"/>
                </a:moveTo>
                <a:cubicBezTo>
                  <a:pt x="1" y="64"/>
                  <a:pt x="0" y="64"/>
                  <a:pt x="0" y="65"/>
                </a:cubicBezTo>
                <a:cubicBezTo>
                  <a:pt x="0" y="65"/>
                  <a:pt x="0" y="65"/>
                  <a:pt x="0" y="65"/>
                </a:cubicBezTo>
                <a:cubicBezTo>
                  <a:pt x="0" y="65"/>
                  <a:pt x="1" y="66"/>
                  <a:pt x="1" y="66"/>
                </a:cubicBezTo>
                <a:cubicBezTo>
                  <a:pt x="2" y="66"/>
                  <a:pt x="2" y="65"/>
                  <a:pt x="2" y="65"/>
                </a:cubicBezTo>
                <a:cubicBezTo>
                  <a:pt x="2" y="65"/>
                  <a:pt x="2" y="65"/>
                  <a:pt x="2" y="65"/>
                </a:cubicBezTo>
                <a:cubicBezTo>
                  <a:pt x="2" y="64"/>
                  <a:pt x="2" y="64"/>
                  <a:pt x="1" y="64"/>
                </a:cubicBezTo>
                <a:close/>
                <a:moveTo>
                  <a:pt x="119" y="108"/>
                </a:moveTo>
                <a:cubicBezTo>
                  <a:pt x="119" y="108"/>
                  <a:pt x="119" y="108"/>
                  <a:pt x="119" y="108"/>
                </a:cubicBezTo>
                <a:cubicBezTo>
                  <a:pt x="119" y="108"/>
                  <a:pt x="120" y="108"/>
                  <a:pt x="120" y="109"/>
                </a:cubicBezTo>
                <a:cubicBezTo>
                  <a:pt x="120" y="109"/>
                  <a:pt x="119" y="110"/>
                  <a:pt x="119" y="110"/>
                </a:cubicBezTo>
                <a:cubicBezTo>
                  <a:pt x="119" y="110"/>
                  <a:pt x="119" y="110"/>
                  <a:pt x="119" y="110"/>
                </a:cubicBezTo>
                <a:cubicBezTo>
                  <a:pt x="118" y="110"/>
                  <a:pt x="118" y="109"/>
                  <a:pt x="118" y="109"/>
                </a:cubicBezTo>
                <a:cubicBezTo>
                  <a:pt x="118" y="108"/>
                  <a:pt x="118" y="108"/>
                  <a:pt x="119" y="108"/>
                </a:cubicBezTo>
                <a:close/>
                <a:moveTo>
                  <a:pt x="115" y="108"/>
                </a:moveTo>
                <a:cubicBezTo>
                  <a:pt x="115" y="108"/>
                  <a:pt x="115" y="108"/>
                  <a:pt x="115" y="108"/>
                </a:cubicBezTo>
                <a:cubicBezTo>
                  <a:pt x="115" y="108"/>
                  <a:pt x="116" y="108"/>
                  <a:pt x="116" y="109"/>
                </a:cubicBezTo>
                <a:cubicBezTo>
                  <a:pt x="116" y="109"/>
                  <a:pt x="115" y="110"/>
                  <a:pt x="115" y="110"/>
                </a:cubicBezTo>
                <a:cubicBezTo>
                  <a:pt x="114" y="110"/>
                  <a:pt x="114" y="109"/>
                  <a:pt x="114" y="109"/>
                </a:cubicBezTo>
                <a:cubicBezTo>
                  <a:pt x="114" y="108"/>
                  <a:pt x="114" y="108"/>
                  <a:pt x="115" y="108"/>
                </a:cubicBezTo>
                <a:close/>
                <a:moveTo>
                  <a:pt x="111" y="108"/>
                </a:moveTo>
                <a:cubicBezTo>
                  <a:pt x="111" y="108"/>
                  <a:pt x="111" y="108"/>
                  <a:pt x="111" y="108"/>
                </a:cubicBezTo>
                <a:cubicBezTo>
                  <a:pt x="111" y="108"/>
                  <a:pt x="112" y="108"/>
                  <a:pt x="112" y="109"/>
                </a:cubicBezTo>
                <a:cubicBezTo>
                  <a:pt x="112" y="109"/>
                  <a:pt x="111" y="110"/>
                  <a:pt x="111" y="110"/>
                </a:cubicBezTo>
                <a:cubicBezTo>
                  <a:pt x="110" y="110"/>
                  <a:pt x="110" y="109"/>
                  <a:pt x="110" y="109"/>
                </a:cubicBezTo>
                <a:cubicBezTo>
                  <a:pt x="110" y="108"/>
                  <a:pt x="110" y="108"/>
                  <a:pt x="111" y="108"/>
                </a:cubicBezTo>
                <a:close/>
                <a:moveTo>
                  <a:pt x="107" y="108"/>
                </a:move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8" y="108"/>
                  <a:pt x="108" y="109"/>
                </a:cubicBezTo>
                <a:cubicBezTo>
                  <a:pt x="108" y="109"/>
                  <a:pt x="107" y="110"/>
                  <a:pt x="107" y="110"/>
                </a:cubicBezTo>
                <a:cubicBezTo>
                  <a:pt x="106" y="110"/>
                  <a:pt x="106" y="109"/>
                  <a:pt x="106" y="109"/>
                </a:cubicBezTo>
                <a:cubicBezTo>
                  <a:pt x="106" y="108"/>
                  <a:pt x="106" y="108"/>
                  <a:pt x="107" y="108"/>
                </a:cubicBezTo>
                <a:close/>
                <a:moveTo>
                  <a:pt x="103" y="108"/>
                </a:moveTo>
                <a:cubicBezTo>
                  <a:pt x="103" y="108"/>
                  <a:pt x="103" y="108"/>
                  <a:pt x="103" y="108"/>
                </a:cubicBezTo>
                <a:cubicBezTo>
                  <a:pt x="103" y="108"/>
                  <a:pt x="103" y="108"/>
                  <a:pt x="103" y="109"/>
                </a:cubicBezTo>
                <a:cubicBezTo>
                  <a:pt x="103" y="109"/>
                  <a:pt x="103" y="110"/>
                  <a:pt x="103" y="110"/>
                </a:cubicBezTo>
                <a:cubicBezTo>
                  <a:pt x="103" y="110"/>
                  <a:pt x="103" y="110"/>
                  <a:pt x="103" y="110"/>
                </a:cubicBezTo>
                <a:cubicBezTo>
                  <a:pt x="102" y="110"/>
                  <a:pt x="102" y="109"/>
                  <a:pt x="102" y="109"/>
                </a:cubicBezTo>
                <a:cubicBezTo>
                  <a:pt x="102" y="108"/>
                  <a:pt x="102" y="108"/>
                  <a:pt x="103" y="108"/>
                </a:cubicBezTo>
                <a:close/>
                <a:moveTo>
                  <a:pt x="98" y="108"/>
                </a:moveTo>
                <a:cubicBezTo>
                  <a:pt x="98" y="108"/>
                  <a:pt x="98" y="108"/>
                  <a:pt x="98" y="108"/>
                </a:cubicBezTo>
                <a:cubicBezTo>
                  <a:pt x="99" y="108"/>
                  <a:pt x="99" y="108"/>
                  <a:pt x="99" y="109"/>
                </a:cubicBezTo>
                <a:cubicBezTo>
                  <a:pt x="99" y="109"/>
                  <a:pt x="99" y="110"/>
                  <a:pt x="98" y="110"/>
                </a:cubicBezTo>
                <a:cubicBezTo>
                  <a:pt x="98" y="110"/>
                  <a:pt x="98" y="109"/>
                  <a:pt x="98" y="109"/>
                </a:cubicBezTo>
                <a:cubicBezTo>
                  <a:pt x="98" y="108"/>
                  <a:pt x="98" y="108"/>
                  <a:pt x="98" y="108"/>
                </a:cubicBezTo>
                <a:close/>
                <a:moveTo>
                  <a:pt x="94" y="108"/>
                </a:moveTo>
                <a:cubicBezTo>
                  <a:pt x="94" y="108"/>
                  <a:pt x="94" y="108"/>
                  <a:pt x="94" y="108"/>
                </a:cubicBezTo>
                <a:cubicBezTo>
                  <a:pt x="95" y="108"/>
                  <a:pt x="95" y="108"/>
                  <a:pt x="95" y="109"/>
                </a:cubicBezTo>
                <a:cubicBezTo>
                  <a:pt x="95" y="109"/>
                  <a:pt x="95" y="110"/>
                  <a:pt x="94" y="110"/>
                </a:cubicBezTo>
                <a:cubicBezTo>
                  <a:pt x="94" y="110"/>
                  <a:pt x="93" y="109"/>
                  <a:pt x="93" y="109"/>
                </a:cubicBezTo>
                <a:cubicBezTo>
                  <a:pt x="93" y="108"/>
                  <a:pt x="94" y="108"/>
                  <a:pt x="94" y="108"/>
                </a:cubicBezTo>
                <a:close/>
                <a:moveTo>
                  <a:pt x="90" y="108"/>
                </a:moveTo>
                <a:cubicBezTo>
                  <a:pt x="90" y="108"/>
                  <a:pt x="90" y="108"/>
                  <a:pt x="90" y="108"/>
                </a:cubicBezTo>
                <a:cubicBezTo>
                  <a:pt x="91" y="108"/>
                  <a:pt x="91" y="108"/>
                  <a:pt x="91" y="109"/>
                </a:cubicBezTo>
                <a:cubicBezTo>
                  <a:pt x="91" y="109"/>
                  <a:pt x="91" y="110"/>
                  <a:pt x="90" y="110"/>
                </a:cubicBezTo>
                <a:cubicBezTo>
                  <a:pt x="90" y="110"/>
                  <a:pt x="89" y="109"/>
                  <a:pt x="89" y="109"/>
                </a:cubicBezTo>
                <a:cubicBezTo>
                  <a:pt x="89" y="108"/>
                  <a:pt x="90" y="108"/>
                  <a:pt x="90" y="108"/>
                </a:cubicBezTo>
                <a:close/>
                <a:moveTo>
                  <a:pt x="86" y="108"/>
                </a:moveTo>
                <a:cubicBezTo>
                  <a:pt x="86" y="108"/>
                  <a:pt x="86" y="108"/>
                  <a:pt x="86" y="108"/>
                </a:cubicBezTo>
                <a:cubicBezTo>
                  <a:pt x="87" y="108"/>
                  <a:pt x="87" y="108"/>
                  <a:pt x="87" y="109"/>
                </a:cubicBezTo>
                <a:cubicBezTo>
                  <a:pt x="87" y="109"/>
                  <a:pt x="87" y="110"/>
                  <a:pt x="86" y="110"/>
                </a:cubicBezTo>
                <a:cubicBezTo>
                  <a:pt x="86" y="110"/>
                  <a:pt x="86" y="110"/>
                  <a:pt x="86" y="110"/>
                </a:cubicBezTo>
                <a:cubicBezTo>
                  <a:pt x="86" y="110"/>
                  <a:pt x="85" y="109"/>
                  <a:pt x="85" y="109"/>
                </a:cubicBezTo>
                <a:cubicBezTo>
                  <a:pt x="85" y="108"/>
                  <a:pt x="86" y="108"/>
                  <a:pt x="86" y="108"/>
                </a:cubicBezTo>
                <a:close/>
                <a:moveTo>
                  <a:pt x="82" y="108"/>
                </a:moveTo>
                <a:cubicBezTo>
                  <a:pt x="82" y="108"/>
                  <a:pt x="82" y="108"/>
                  <a:pt x="82" y="108"/>
                </a:cubicBezTo>
                <a:cubicBezTo>
                  <a:pt x="83" y="108"/>
                  <a:pt x="83" y="108"/>
                  <a:pt x="83" y="109"/>
                </a:cubicBezTo>
                <a:cubicBezTo>
                  <a:pt x="83" y="109"/>
                  <a:pt x="83" y="110"/>
                  <a:pt x="82" y="110"/>
                </a:cubicBezTo>
                <a:cubicBezTo>
                  <a:pt x="82" y="110"/>
                  <a:pt x="82" y="110"/>
                  <a:pt x="82" y="110"/>
                </a:cubicBezTo>
                <a:cubicBezTo>
                  <a:pt x="82" y="110"/>
                  <a:pt x="81" y="109"/>
                  <a:pt x="81" y="109"/>
                </a:cubicBezTo>
                <a:cubicBezTo>
                  <a:pt x="81" y="108"/>
                  <a:pt x="82" y="108"/>
                  <a:pt x="82" y="108"/>
                </a:cubicBezTo>
                <a:close/>
                <a:moveTo>
                  <a:pt x="78" y="108"/>
                </a:moveTo>
                <a:cubicBezTo>
                  <a:pt x="78" y="108"/>
                  <a:pt x="78" y="108"/>
                  <a:pt x="78" y="108"/>
                </a:cubicBezTo>
                <a:cubicBezTo>
                  <a:pt x="79" y="108"/>
                  <a:pt x="79" y="108"/>
                  <a:pt x="79" y="109"/>
                </a:cubicBezTo>
                <a:cubicBezTo>
                  <a:pt x="79" y="109"/>
                  <a:pt x="79" y="110"/>
                  <a:pt x="78" y="110"/>
                </a:cubicBezTo>
                <a:cubicBezTo>
                  <a:pt x="78" y="110"/>
                  <a:pt x="77" y="109"/>
                  <a:pt x="77" y="109"/>
                </a:cubicBezTo>
                <a:cubicBezTo>
                  <a:pt x="77" y="108"/>
                  <a:pt x="78" y="108"/>
                  <a:pt x="78" y="108"/>
                </a:cubicBezTo>
                <a:close/>
                <a:moveTo>
                  <a:pt x="74" y="108"/>
                </a:moveTo>
                <a:cubicBezTo>
                  <a:pt x="74" y="108"/>
                  <a:pt x="74" y="108"/>
                  <a:pt x="74" y="108"/>
                </a:cubicBezTo>
                <a:cubicBezTo>
                  <a:pt x="74" y="108"/>
                  <a:pt x="75" y="108"/>
                  <a:pt x="75" y="109"/>
                </a:cubicBezTo>
                <a:cubicBezTo>
                  <a:pt x="75" y="109"/>
                  <a:pt x="74" y="110"/>
                  <a:pt x="74" y="110"/>
                </a:cubicBezTo>
                <a:cubicBezTo>
                  <a:pt x="73" y="110"/>
                  <a:pt x="73" y="109"/>
                  <a:pt x="73" y="109"/>
                </a:cubicBezTo>
                <a:cubicBezTo>
                  <a:pt x="73" y="108"/>
                  <a:pt x="73" y="108"/>
                  <a:pt x="74" y="108"/>
                </a:cubicBezTo>
                <a:close/>
                <a:moveTo>
                  <a:pt x="70" y="108"/>
                </a:moveTo>
                <a:cubicBezTo>
                  <a:pt x="70" y="108"/>
                  <a:pt x="70" y="108"/>
                  <a:pt x="70" y="108"/>
                </a:cubicBezTo>
                <a:cubicBezTo>
                  <a:pt x="70" y="108"/>
                  <a:pt x="71" y="108"/>
                  <a:pt x="71" y="109"/>
                </a:cubicBezTo>
                <a:cubicBezTo>
                  <a:pt x="71" y="109"/>
                  <a:pt x="70" y="110"/>
                  <a:pt x="70" y="110"/>
                </a:cubicBezTo>
                <a:cubicBezTo>
                  <a:pt x="70" y="110"/>
                  <a:pt x="70" y="110"/>
                  <a:pt x="70" y="110"/>
                </a:cubicBezTo>
                <a:cubicBezTo>
                  <a:pt x="69" y="110"/>
                  <a:pt x="69" y="109"/>
                  <a:pt x="69" y="109"/>
                </a:cubicBezTo>
                <a:cubicBezTo>
                  <a:pt x="69" y="108"/>
                  <a:pt x="69" y="108"/>
                  <a:pt x="70" y="108"/>
                </a:cubicBezTo>
                <a:close/>
                <a:moveTo>
                  <a:pt x="66" y="108"/>
                </a:moveTo>
                <a:cubicBezTo>
                  <a:pt x="66" y="108"/>
                  <a:pt x="66" y="108"/>
                  <a:pt x="66" y="108"/>
                </a:cubicBezTo>
                <a:cubicBezTo>
                  <a:pt x="66" y="108"/>
                  <a:pt x="67" y="108"/>
                  <a:pt x="67" y="109"/>
                </a:cubicBezTo>
                <a:cubicBezTo>
                  <a:pt x="67" y="109"/>
                  <a:pt x="66" y="110"/>
                  <a:pt x="66" y="110"/>
                </a:cubicBezTo>
                <a:cubicBezTo>
                  <a:pt x="66" y="110"/>
                  <a:pt x="66" y="110"/>
                  <a:pt x="66" y="110"/>
                </a:cubicBezTo>
                <a:cubicBezTo>
                  <a:pt x="65" y="110"/>
                  <a:pt x="65" y="109"/>
                  <a:pt x="65" y="109"/>
                </a:cubicBezTo>
                <a:cubicBezTo>
                  <a:pt x="65" y="108"/>
                  <a:pt x="65" y="108"/>
                  <a:pt x="66" y="108"/>
                </a:cubicBezTo>
                <a:close/>
                <a:moveTo>
                  <a:pt x="62" y="108"/>
                </a:moveTo>
                <a:cubicBezTo>
                  <a:pt x="62" y="108"/>
                  <a:pt x="62" y="108"/>
                  <a:pt x="62" y="108"/>
                </a:cubicBezTo>
                <a:cubicBezTo>
                  <a:pt x="62" y="108"/>
                  <a:pt x="63" y="108"/>
                  <a:pt x="63" y="109"/>
                </a:cubicBezTo>
                <a:cubicBezTo>
                  <a:pt x="63" y="109"/>
                  <a:pt x="62" y="110"/>
                  <a:pt x="62" y="110"/>
                </a:cubicBezTo>
                <a:cubicBezTo>
                  <a:pt x="61" y="110"/>
                  <a:pt x="61" y="109"/>
                  <a:pt x="61" y="109"/>
                </a:cubicBezTo>
                <a:cubicBezTo>
                  <a:pt x="61" y="108"/>
                  <a:pt x="61" y="108"/>
                  <a:pt x="62" y="108"/>
                </a:cubicBezTo>
                <a:close/>
                <a:moveTo>
                  <a:pt x="58" y="108"/>
                </a:moveTo>
                <a:cubicBezTo>
                  <a:pt x="58" y="108"/>
                  <a:pt x="58" y="108"/>
                  <a:pt x="58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8" y="110"/>
                </a:cubicBezTo>
                <a:cubicBezTo>
                  <a:pt x="57" y="110"/>
                  <a:pt x="57" y="109"/>
                  <a:pt x="57" y="109"/>
                </a:cubicBezTo>
                <a:cubicBezTo>
                  <a:pt x="57" y="108"/>
                  <a:pt x="57" y="108"/>
                  <a:pt x="58" y="108"/>
                </a:cubicBezTo>
                <a:close/>
                <a:moveTo>
                  <a:pt x="53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3" y="110"/>
                  <a:pt x="53" y="110"/>
                  <a:pt x="53" y="110"/>
                </a:cubicBezTo>
                <a:cubicBezTo>
                  <a:pt x="53" y="110"/>
                  <a:pt x="53" y="109"/>
                  <a:pt x="53" y="109"/>
                </a:cubicBezTo>
                <a:cubicBezTo>
                  <a:pt x="53" y="108"/>
                  <a:pt x="53" y="108"/>
                  <a:pt x="53" y="108"/>
                </a:cubicBezTo>
                <a:close/>
                <a:moveTo>
                  <a:pt x="49" y="108"/>
                </a:moveTo>
                <a:cubicBezTo>
                  <a:pt x="49" y="108"/>
                  <a:pt x="49" y="108"/>
                  <a:pt x="49" y="108"/>
                </a:cubicBezTo>
                <a:cubicBezTo>
                  <a:pt x="50" y="108"/>
                  <a:pt x="50" y="108"/>
                  <a:pt x="50" y="109"/>
                </a:cubicBezTo>
                <a:cubicBezTo>
                  <a:pt x="50" y="109"/>
                  <a:pt x="50" y="110"/>
                  <a:pt x="49" y="110"/>
                </a:cubicBezTo>
                <a:cubicBezTo>
                  <a:pt x="49" y="110"/>
                  <a:pt x="49" y="110"/>
                  <a:pt x="49" y="110"/>
                </a:cubicBezTo>
                <a:cubicBezTo>
                  <a:pt x="49" y="110"/>
                  <a:pt x="49" y="109"/>
                  <a:pt x="49" y="109"/>
                </a:cubicBezTo>
                <a:cubicBezTo>
                  <a:pt x="49" y="108"/>
                  <a:pt x="49" y="108"/>
                  <a:pt x="49" y="108"/>
                </a:cubicBezTo>
                <a:close/>
                <a:moveTo>
                  <a:pt x="45" y="108"/>
                </a:moveTo>
                <a:cubicBezTo>
                  <a:pt x="45" y="108"/>
                  <a:pt x="45" y="108"/>
                  <a:pt x="45" y="108"/>
                </a:cubicBezTo>
                <a:cubicBezTo>
                  <a:pt x="46" y="108"/>
                  <a:pt x="46" y="108"/>
                  <a:pt x="46" y="109"/>
                </a:cubicBezTo>
                <a:cubicBezTo>
                  <a:pt x="46" y="109"/>
                  <a:pt x="46" y="110"/>
                  <a:pt x="45" y="110"/>
                </a:cubicBezTo>
                <a:cubicBezTo>
                  <a:pt x="45" y="110"/>
                  <a:pt x="44" y="109"/>
                  <a:pt x="44" y="109"/>
                </a:cubicBezTo>
                <a:cubicBezTo>
                  <a:pt x="44" y="108"/>
                  <a:pt x="45" y="108"/>
                  <a:pt x="45" y="108"/>
                </a:cubicBezTo>
                <a:close/>
                <a:moveTo>
                  <a:pt x="41" y="108"/>
                </a:moveTo>
                <a:cubicBezTo>
                  <a:pt x="41" y="108"/>
                  <a:pt x="41" y="108"/>
                  <a:pt x="41" y="108"/>
                </a:cubicBezTo>
                <a:cubicBezTo>
                  <a:pt x="42" y="108"/>
                  <a:pt x="42" y="108"/>
                  <a:pt x="42" y="109"/>
                </a:cubicBezTo>
                <a:cubicBezTo>
                  <a:pt x="42" y="109"/>
                  <a:pt x="42" y="110"/>
                  <a:pt x="41" y="110"/>
                </a:cubicBezTo>
                <a:cubicBezTo>
                  <a:pt x="41" y="110"/>
                  <a:pt x="40" y="109"/>
                  <a:pt x="40" y="109"/>
                </a:cubicBezTo>
                <a:cubicBezTo>
                  <a:pt x="40" y="108"/>
                  <a:pt x="41" y="108"/>
                  <a:pt x="41" y="108"/>
                </a:cubicBezTo>
                <a:close/>
                <a:moveTo>
                  <a:pt x="37" y="108"/>
                </a:moveTo>
                <a:cubicBezTo>
                  <a:pt x="37" y="108"/>
                  <a:pt x="37" y="108"/>
                  <a:pt x="37" y="108"/>
                </a:cubicBezTo>
                <a:cubicBezTo>
                  <a:pt x="38" y="108"/>
                  <a:pt x="38" y="108"/>
                  <a:pt x="38" y="109"/>
                </a:cubicBezTo>
                <a:cubicBezTo>
                  <a:pt x="38" y="109"/>
                  <a:pt x="38" y="110"/>
                  <a:pt x="37" y="110"/>
                </a:cubicBezTo>
                <a:cubicBezTo>
                  <a:pt x="37" y="110"/>
                  <a:pt x="37" y="110"/>
                  <a:pt x="37" y="110"/>
                </a:cubicBezTo>
                <a:cubicBezTo>
                  <a:pt x="37" y="110"/>
                  <a:pt x="36" y="109"/>
                  <a:pt x="36" y="109"/>
                </a:cubicBezTo>
                <a:cubicBezTo>
                  <a:pt x="36" y="108"/>
                  <a:pt x="37" y="108"/>
                  <a:pt x="37" y="108"/>
                </a:cubicBezTo>
                <a:close/>
                <a:moveTo>
                  <a:pt x="33" y="108"/>
                </a:moveTo>
                <a:cubicBezTo>
                  <a:pt x="33" y="108"/>
                  <a:pt x="33" y="108"/>
                  <a:pt x="33" y="108"/>
                </a:cubicBezTo>
                <a:cubicBezTo>
                  <a:pt x="34" y="108"/>
                  <a:pt x="34" y="108"/>
                  <a:pt x="34" y="109"/>
                </a:cubicBezTo>
                <a:cubicBezTo>
                  <a:pt x="34" y="109"/>
                  <a:pt x="34" y="110"/>
                  <a:pt x="33" y="110"/>
                </a:cubicBezTo>
                <a:cubicBezTo>
                  <a:pt x="33" y="110"/>
                  <a:pt x="33" y="110"/>
                  <a:pt x="33" y="110"/>
                </a:cubicBezTo>
                <a:cubicBezTo>
                  <a:pt x="33" y="110"/>
                  <a:pt x="32" y="109"/>
                  <a:pt x="32" y="109"/>
                </a:cubicBezTo>
                <a:cubicBezTo>
                  <a:pt x="32" y="108"/>
                  <a:pt x="33" y="108"/>
                  <a:pt x="33" y="108"/>
                </a:cubicBezTo>
                <a:close/>
                <a:moveTo>
                  <a:pt x="29" y="108"/>
                </a:moveTo>
                <a:cubicBezTo>
                  <a:pt x="29" y="108"/>
                  <a:pt x="29" y="108"/>
                  <a:pt x="29" y="108"/>
                </a:cubicBezTo>
                <a:cubicBezTo>
                  <a:pt x="30" y="108"/>
                  <a:pt x="30" y="108"/>
                  <a:pt x="30" y="109"/>
                </a:cubicBezTo>
                <a:cubicBezTo>
                  <a:pt x="30" y="109"/>
                  <a:pt x="30" y="110"/>
                  <a:pt x="29" y="110"/>
                </a:cubicBezTo>
                <a:cubicBezTo>
                  <a:pt x="29" y="110"/>
                  <a:pt x="28" y="109"/>
                  <a:pt x="28" y="109"/>
                </a:cubicBezTo>
                <a:cubicBezTo>
                  <a:pt x="28" y="108"/>
                  <a:pt x="28" y="108"/>
                  <a:pt x="29" y="108"/>
                </a:cubicBezTo>
                <a:close/>
                <a:moveTo>
                  <a:pt x="25" y="108"/>
                </a:moveTo>
                <a:cubicBezTo>
                  <a:pt x="25" y="108"/>
                  <a:pt x="25" y="108"/>
                  <a:pt x="25" y="108"/>
                </a:cubicBezTo>
                <a:cubicBezTo>
                  <a:pt x="25" y="108"/>
                  <a:pt x="26" y="108"/>
                  <a:pt x="26" y="109"/>
                </a:cubicBezTo>
                <a:cubicBezTo>
                  <a:pt x="26" y="109"/>
                  <a:pt x="25" y="110"/>
                  <a:pt x="25" y="110"/>
                </a:cubicBezTo>
                <a:cubicBezTo>
                  <a:pt x="24" y="110"/>
                  <a:pt x="24" y="109"/>
                  <a:pt x="24" y="109"/>
                </a:cubicBezTo>
                <a:cubicBezTo>
                  <a:pt x="24" y="108"/>
                  <a:pt x="24" y="108"/>
                  <a:pt x="25" y="108"/>
                </a:cubicBezTo>
                <a:close/>
                <a:moveTo>
                  <a:pt x="21" y="108"/>
                </a:moveTo>
                <a:cubicBezTo>
                  <a:pt x="21" y="108"/>
                  <a:pt x="21" y="108"/>
                  <a:pt x="21" y="108"/>
                </a:cubicBezTo>
                <a:cubicBezTo>
                  <a:pt x="21" y="108"/>
                  <a:pt x="22" y="108"/>
                  <a:pt x="22" y="109"/>
                </a:cubicBezTo>
                <a:cubicBezTo>
                  <a:pt x="22" y="109"/>
                  <a:pt x="21" y="110"/>
                  <a:pt x="21" y="110"/>
                </a:cubicBezTo>
                <a:cubicBezTo>
                  <a:pt x="20" y="110"/>
                  <a:pt x="20" y="109"/>
                  <a:pt x="20" y="109"/>
                </a:cubicBezTo>
                <a:cubicBezTo>
                  <a:pt x="20" y="108"/>
                  <a:pt x="20" y="108"/>
                  <a:pt x="21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Freeform 43"/>
          <p:cNvSpPr>
            <a:spLocks/>
          </p:cNvSpPr>
          <p:nvPr/>
        </p:nvSpPr>
        <p:spPr bwMode="auto">
          <a:xfrm>
            <a:off x="1785938" y="2515054"/>
            <a:ext cx="80963" cy="165100"/>
          </a:xfrm>
          <a:custGeom>
            <a:avLst/>
            <a:gdLst>
              <a:gd name="T0" fmla="*/ 0 w 51"/>
              <a:gd name="T1" fmla="*/ 0 h 104"/>
              <a:gd name="T2" fmla="*/ 51 w 51"/>
              <a:gd name="T3" fmla="*/ 52 h 104"/>
              <a:gd name="T4" fmla="*/ 0 w 51"/>
              <a:gd name="T5" fmla="*/ 104 h 104"/>
              <a:gd name="T6" fmla="*/ 0 w 51"/>
              <a:gd name="T7" fmla="*/ 0 h 104"/>
              <a:gd name="T8" fmla="*/ 0 w 5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" h="104">
                <a:moveTo>
                  <a:pt x="0" y="0"/>
                </a:moveTo>
                <a:lnTo>
                  <a:pt x="51" y="52"/>
                </a:lnTo>
                <a:lnTo>
                  <a:pt x="0" y="10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Freeform 44"/>
          <p:cNvSpPr>
            <a:spLocks/>
          </p:cNvSpPr>
          <p:nvPr/>
        </p:nvSpPr>
        <p:spPr bwMode="auto">
          <a:xfrm>
            <a:off x="8208963" y="4740729"/>
            <a:ext cx="82550" cy="165100"/>
          </a:xfrm>
          <a:custGeom>
            <a:avLst/>
            <a:gdLst>
              <a:gd name="T0" fmla="*/ 52 w 52"/>
              <a:gd name="T1" fmla="*/ 0 h 104"/>
              <a:gd name="T2" fmla="*/ 0 w 52"/>
              <a:gd name="T3" fmla="*/ 52 h 104"/>
              <a:gd name="T4" fmla="*/ 52 w 52"/>
              <a:gd name="T5" fmla="*/ 104 h 104"/>
              <a:gd name="T6" fmla="*/ 52 w 52"/>
              <a:gd name="T7" fmla="*/ 0 h 104"/>
              <a:gd name="T8" fmla="*/ 52 w 52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" h="104">
                <a:moveTo>
                  <a:pt x="52" y="0"/>
                </a:moveTo>
                <a:lnTo>
                  <a:pt x="0" y="52"/>
                </a:lnTo>
                <a:lnTo>
                  <a:pt x="52" y="104"/>
                </a:lnTo>
                <a:lnTo>
                  <a:pt x="52" y="0"/>
                </a:lnTo>
                <a:lnTo>
                  <a:pt x="52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Freeform 45"/>
          <p:cNvSpPr>
            <a:spLocks noEditPoints="1"/>
          </p:cNvSpPr>
          <p:nvPr/>
        </p:nvSpPr>
        <p:spPr bwMode="auto">
          <a:xfrm>
            <a:off x="8331200" y="2576967"/>
            <a:ext cx="2439988" cy="2266950"/>
          </a:xfrm>
          <a:custGeom>
            <a:avLst/>
            <a:gdLst>
              <a:gd name="T0" fmla="*/ 103 w 120"/>
              <a:gd name="T1" fmla="*/ 2 h 110"/>
              <a:gd name="T2" fmla="*/ 99 w 120"/>
              <a:gd name="T3" fmla="*/ 2 h 110"/>
              <a:gd name="T4" fmla="*/ 108 w 120"/>
              <a:gd name="T5" fmla="*/ 2 h 110"/>
              <a:gd name="T6" fmla="*/ 111 w 120"/>
              <a:gd name="T7" fmla="*/ 3 h 110"/>
              <a:gd name="T8" fmla="*/ 115 w 120"/>
              <a:gd name="T9" fmla="*/ 6 h 110"/>
              <a:gd name="T10" fmla="*/ 117 w 120"/>
              <a:gd name="T11" fmla="*/ 9 h 110"/>
              <a:gd name="T12" fmla="*/ 119 w 120"/>
              <a:gd name="T13" fmla="*/ 13 h 110"/>
              <a:gd name="T14" fmla="*/ 118 w 120"/>
              <a:gd name="T15" fmla="*/ 12 h 110"/>
              <a:gd name="T16" fmla="*/ 118 w 120"/>
              <a:gd name="T17" fmla="*/ 16 h 110"/>
              <a:gd name="T18" fmla="*/ 118 w 120"/>
              <a:gd name="T19" fmla="*/ 20 h 110"/>
              <a:gd name="T20" fmla="*/ 118 w 120"/>
              <a:gd name="T21" fmla="*/ 24 h 110"/>
              <a:gd name="T22" fmla="*/ 118 w 120"/>
              <a:gd name="T23" fmla="*/ 28 h 110"/>
              <a:gd name="T24" fmla="*/ 119 w 120"/>
              <a:gd name="T25" fmla="*/ 33 h 110"/>
              <a:gd name="T26" fmla="*/ 119 w 120"/>
              <a:gd name="T27" fmla="*/ 41 h 110"/>
              <a:gd name="T28" fmla="*/ 120 w 120"/>
              <a:gd name="T29" fmla="*/ 45 h 110"/>
              <a:gd name="T30" fmla="*/ 120 w 120"/>
              <a:gd name="T31" fmla="*/ 53 h 110"/>
              <a:gd name="T32" fmla="*/ 120 w 120"/>
              <a:gd name="T33" fmla="*/ 57 h 110"/>
              <a:gd name="T34" fmla="*/ 120 w 120"/>
              <a:gd name="T35" fmla="*/ 61 h 110"/>
              <a:gd name="T36" fmla="*/ 104 w 120"/>
              <a:gd name="T37" fmla="*/ 108 h 110"/>
              <a:gd name="T38" fmla="*/ 108 w 120"/>
              <a:gd name="T39" fmla="*/ 108 h 110"/>
              <a:gd name="T40" fmla="*/ 112 w 120"/>
              <a:gd name="T41" fmla="*/ 107 h 110"/>
              <a:gd name="T42" fmla="*/ 115 w 120"/>
              <a:gd name="T43" fmla="*/ 104 h 110"/>
              <a:gd name="T44" fmla="*/ 118 w 120"/>
              <a:gd name="T45" fmla="*/ 101 h 110"/>
              <a:gd name="T46" fmla="*/ 119 w 120"/>
              <a:gd name="T47" fmla="*/ 97 h 110"/>
              <a:gd name="T48" fmla="*/ 119 w 120"/>
              <a:gd name="T49" fmla="*/ 97 h 110"/>
              <a:gd name="T50" fmla="*/ 119 w 120"/>
              <a:gd name="T51" fmla="*/ 93 h 110"/>
              <a:gd name="T52" fmla="*/ 119 w 120"/>
              <a:gd name="T53" fmla="*/ 89 h 110"/>
              <a:gd name="T54" fmla="*/ 119 w 120"/>
              <a:gd name="T55" fmla="*/ 85 h 110"/>
              <a:gd name="T56" fmla="*/ 119 w 120"/>
              <a:gd name="T57" fmla="*/ 80 h 110"/>
              <a:gd name="T58" fmla="*/ 119 w 120"/>
              <a:gd name="T59" fmla="*/ 72 h 110"/>
              <a:gd name="T60" fmla="*/ 120 w 120"/>
              <a:gd name="T61" fmla="*/ 69 h 110"/>
              <a:gd name="T62" fmla="*/ 120 w 120"/>
              <a:gd name="T63" fmla="*/ 65 h 110"/>
              <a:gd name="T64" fmla="*/ 1 w 120"/>
              <a:gd name="T65" fmla="*/ 110 h 110"/>
              <a:gd name="T66" fmla="*/ 5 w 120"/>
              <a:gd name="T67" fmla="*/ 110 h 110"/>
              <a:gd name="T68" fmla="*/ 10 w 120"/>
              <a:gd name="T69" fmla="*/ 109 h 110"/>
              <a:gd name="T70" fmla="*/ 14 w 120"/>
              <a:gd name="T71" fmla="*/ 108 h 110"/>
              <a:gd name="T72" fmla="*/ 18 w 120"/>
              <a:gd name="T73" fmla="*/ 108 h 110"/>
              <a:gd name="T74" fmla="*/ 26 w 120"/>
              <a:gd name="T75" fmla="*/ 108 h 110"/>
              <a:gd name="T76" fmla="*/ 30 w 120"/>
              <a:gd name="T77" fmla="*/ 108 h 110"/>
              <a:gd name="T78" fmla="*/ 33 w 120"/>
              <a:gd name="T79" fmla="*/ 109 h 110"/>
              <a:gd name="T80" fmla="*/ 37 w 120"/>
              <a:gd name="T81" fmla="*/ 109 h 110"/>
              <a:gd name="T82" fmla="*/ 41 w 120"/>
              <a:gd name="T83" fmla="*/ 109 h 110"/>
              <a:gd name="T84" fmla="*/ 46 w 120"/>
              <a:gd name="T85" fmla="*/ 110 h 110"/>
              <a:gd name="T86" fmla="*/ 50 w 120"/>
              <a:gd name="T87" fmla="*/ 110 h 110"/>
              <a:gd name="T88" fmla="*/ 54 w 120"/>
              <a:gd name="T89" fmla="*/ 110 h 110"/>
              <a:gd name="T90" fmla="*/ 59 w 120"/>
              <a:gd name="T91" fmla="*/ 109 h 110"/>
              <a:gd name="T92" fmla="*/ 63 w 120"/>
              <a:gd name="T93" fmla="*/ 108 h 110"/>
              <a:gd name="T94" fmla="*/ 67 w 120"/>
              <a:gd name="T95" fmla="*/ 108 h 110"/>
              <a:gd name="T96" fmla="*/ 71 w 120"/>
              <a:gd name="T97" fmla="*/ 108 h 110"/>
              <a:gd name="T98" fmla="*/ 79 w 120"/>
              <a:gd name="T99" fmla="*/ 108 h 110"/>
              <a:gd name="T100" fmla="*/ 83 w 120"/>
              <a:gd name="T101" fmla="*/ 108 h 110"/>
              <a:gd name="T102" fmla="*/ 87 w 120"/>
              <a:gd name="T103" fmla="*/ 108 h 110"/>
              <a:gd name="T104" fmla="*/ 91 w 120"/>
              <a:gd name="T105" fmla="*/ 108 h 110"/>
              <a:gd name="T106" fmla="*/ 94 w 120"/>
              <a:gd name="T107" fmla="*/ 109 h 110"/>
              <a:gd name="T108" fmla="*/ 99 w 120"/>
              <a:gd name="T10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0" h="110">
                <a:moveTo>
                  <a:pt x="119" y="49"/>
                </a:moveTo>
                <a:cubicBezTo>
                  <a:pt x="120" y="49"/>
                  <a:pt x="120" y="49"/>
                  <a:pt x="120" y="49"/>
                </a:cubicBezTo>
                <a:cubicBezTo>
                  <a:pt x="120" y="49"/>
                  <a:pt x="120" y="49"/>
                  <a:pt x="120" y="49"/>
                </a:cubicBezTo>
                <a:cubicBezTo>
                  <a:pt x="120" y="47"/>
                  <a:pt x="118" y="47"/>
                  <a:pt x="118" y="49"/>
                </a:cubicBezTo>
                <a:cubicBezTo>
                  <a:pt x="118" y="49"/>
                  <a:pt x="118" y="49"/>
                  <a:pt x="118" y="49"/>
                </a:cubicBezTo>
                <a:cubicBezTo>
                  <a:pt x="118" y="49"/>
                  <a:pt x="119" y="49"/>
                  <a:pt x="119" y="49"/>
                </a:cubicBezTo>
                <a:close/>
                <a:moveTo>
                  <a:pt x="103" y="2"/>
                </a:moveTo>
                <a:cubicBezTo>
                  <a:pt x="104" y="2"/>
                  <a:pt x="104" y="2"/>
                  <a:pt x="104" y="2"/>
                </a:cubicBezTo>
                <a:cubicBezTo>
                  <a:pt x="104" y="2"/>
                  <a:pt x="104" y="1"/>
                  <a:pt x="104" y="1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3" y="0"/>
                  <a:pt x="103" y="0"/>
                  <a:pt x="103" y="1"/>
                </a:cubicBezTo>
                <a:cubicBezTo>
                  <a:pt x="103" y="1"/>
                  <a:pt x="103" y="2"/>
                  <a:pt x="103" y="2"/>
                </a:cubicBezTo>
                <a:close/>
                <a:moveTo>
                  <a:pt x="99" y="2"/>
                </a:moveTo>
                <a:cubicBezTo>
                  <a:pt x="99" y="2"/>
                  <a:pt x="99" y="2"/>
                  <a:pt x="99" y="2"/>
                </a:cubicBezTo>
                <a:cubicBezTo>
                  <a:pt x="100" y="2"/>
                  <a:pt x="100" y="1"/>
                  <a:pt x="100" y="1"/>
                </a:cubicBezTo>
                <a:cubicBezTo>
                  <a:pt x="100" y="0"/>
                  <a:pt x="100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1"/>
                </a:cubicBezTo>
                <a:cubicBezTo>
                  <a:pt x="99" y="1"/>
                  <a:pt x="99" y="2"/>
                  <a:pt x="99" y="2"/>
                </a:cubicBezTo>
                <a:close/>
                <a:moveTo>
                  <a:pt x="108" y="2"/>
                </a:moveTo>
                <a:cubicBezTo>
                  <a:pt x="108" y="2"/>
                  <a:pt x="108" y="2"/>
                  <a:pt x="108" y="1"/>
                </a:cubicBezTo>
                <a:cubicBezTo>
                  <a:pt x="109" y="1"/>
                  <a:pt x="108" y="0"/>
                  <a:pt x="108" y="0"/>
                </a:cubicBezTo>
                <a:cubicBezTo>
                  <a:pt x="107" y="0"/>
                  <a:pt x="107" y="0"/>
                  <a:pt x="107" y="1"/>
                </a:cubicBezTo>
                <a:cubicBezTo>
                  <a:pt x="107" y="1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8" y="2"/>
                  <a:pt x="108" y="2"/>
                </a:cubicBezTo>
                <a:close/>
                <a:moveTo>
                  <a:pt x="111" y="3"/>
                </a:moveTo>
                <a:cubicBezTo>
                  <a:pt x="112" y="3"/>
                  <a:pt x="112" y="3"/>
                  <a:pt x="112" y="3"/>
                </a:cubicBezTo>
                <a:cubicBezTo>
                  <a:pt x="112" y="2"/>
                  <a:pt x="112" y="2"/>
                  <a:pt x="112" y="2"/>
                </a:cubicBezTo>
                <a:cubicBezTo>
                  <a:pt x="111" y="1"/>
                  <a:pt x="111" y="2"/>
                  <a:pt x="111" y="2"/>
                </a:cubicBezTo>
                <a:cubicBezTo>
                  <a:pt x="110" y="2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lose/>
                <a:moveTo>
                  <a:pt x="115" y="6"/>
                </a:moveTo>
                <a:cubicBezTo>
                  <a:pt x="115" y="6"/>
                  <a:pt x="115" y="6"/>
                  <a:pt x="115" y="5"/>
                </a:cubicBezTo>
                <a:cubicBezTo>
                  <a:pt x="116" y="5"/>
                  <a:pt x="116" y="5"/>
                  <a:pt x="115" y="4"/>
                </a:cubicBezTo>
                <a:cubicBezTo>
                  <a:pt x="115" y="4"/>
                  <a:pt x="114" y="4"/>
                  <a:pt x="114" y="4"/>
                </a:cubicBezTo>
                <a:cubicBezTo>
                  <a:pt x="114" y="5"/>
                  <a:pt x="114" y="5"/>
                  <a:pt x="114" y="5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6"/>
                  <a:pt x="114" y="6"/>
                  <a:pt x="115" y="6"/>
                </a:cubicBezTo>
                <a:close/>
                <a:moveTo>
                  <a:pt x="117" y="9"/>
                </a:moveTo>
                <a:cubicBezTo>
                  <a:pt x="117" y="9"/>
                  <a:pt x="117" y="9"/>
                  <a:pt x="118" y="9"/>
                </a:cubicBezTo>
                <a:cubicBezTo>
                  <a:pt x="118" y="9"/>
                  <a:pt x="118" y="8"/>
                  <a:pt x="118" y="8"/>
                </a:cubicBezTo>
                <a:cubicBezTo>
                  <a:pt x="118" y="7"/>
                  <a:pt x="117" y="7"/>
                  <a:pt x="117" y="7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7" y="9"/>
                  <a:pt x="117" y="9"/>
                  <a:pt x="117" y="9"/>
                </a:cubicBezTo>
                <a:close/>
                <a:moveTo>
                  <a:pt x="119" y="13"/>
                </a:moveTo>
                <a:cubicBezTo>
                  <a:pt x="119" y="13"/>
                  <a:pt x="119" y="13"/>
                  <a:pt x="119" y="13"/>
                </a:cubicBezTo>
                <a:cubicBezTo>
                  <a:pt x="119" y="13"/>
                  <a:pt x="120" y="12"/>
                  <a:pt x="120" y="12"/>
                </a:cubicBezTo>
                <a:cubicBezTo>
                  <a:pt x="120" y="12"/>
                  <a:pt x="120" y="12"/>
                  <a:pt x="120" y="12"/>
                </a:cubicBezTo>
                <a:cubicBezTo>
                  <a:pt x="119" y="11"/>
                  <a:pt x="119" y="11"/>
                  <a:pt x="118" y="11"/>
                </a:cubicBezTo>
                <a:cubicBezTo>
                  <a:pt x="118" y="11"/>
                  <a:pt x="118" y="12"/>
                  <a:pt x="118" y="12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118" y="12"/>
                  <a:pt x="118" y="12"/>
                  <a:pt x="118" y="12"/>
                </a:cubicBezTo>
                <a:cubicBezTo>
                  <a:pt x="118" y="13"/>
                  <a:pt x="118" y="13"/>
                  <a:pt x="119" y="13"/>
                </a:cubicBezTo>
                <a:close/>
                <a:moveTo>
                  <a:pt x="119" y="17"/>
                </a:moveTo>
                <a:cubicBezTo>
                  <a:pt x="120" y="17"/>
                  <a:pt x="120" y="16"/>
                  <a:pt x="120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15"/>
                  <a:pt x="120" y="15"/>
                  <a:pt x="119" y="15"/>
                </a:cubicBezTo>
                <a:cubicBezTo>
                  <a:pt x="119" y="15"/>
                  <a:pt x="118" y="15"/>
                  <a:pt x="118" y="16"/>
                </a:cubicBezTo>
                <a:cubicBezTo>
                  <a:pt x="118" y="16"/>
                  <a:pt x="118" y="16"/>
                  <a:pt x="118" y="16"/>
                </a:cubicBezTo>
                <a:cubicBezTo>
                  <a:pt x="118" y="16"/>
                  <a:pt x="119" y="17"/>
                  <a:pt x="119" y="17"/>
                </a:cubicBezTo>
                <a:close/>
                <a:moveTo>
                  <a:pt x="119" y="21"/>
                </a:moveTo>
                <a:cubicBezTo>
                  <a:pt x="120" y="21"/>
                  <a:pt x="120" y="21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19"/>
                  <a:pt x="120" y="19"/>
                  <a:pt x="119" y="19"/>
                </a:cubicBezTo>
                <a:cubicBezTo>
                  <a:pt x="119" y="19"/>
                  <a:pt x="118" y="19"/>
                  <a:pt x="118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21"/>
                  <a:pt x="119" y="21"/>
                  <a:pt x="119" y="21"/>
                </a:cubicBezTo>
                <a:close/>
                <a:moveTo>
                  <a:pt x="119" y="25"/>
                </a:moveTo>
                <a:cubicBezTo>
                  <a:pt x="120" y="25"/>
                  <a:pt x="120" y="25"/>
                  <a:pt x="120" y="24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20" y="24"/>
                  <a:pt x="120" y="23"/>
                  <a:pt x="119" y="23"/>
                </a:cubicBezTo>
                <a:cubicBezTo>
                  <a:pt x="119" y="23"/>
                  <a:pt x="118" y="24"/>
                  <a:pt x="118" y="24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8" y="25"/>
                  <a:pt x="119" y="25"/>
                  <a:pt x="119" y="25"/>
                </a:cubicBezTo>
                <a:close/>
                <a:moveTo>
                  <a:pt x="119" y="29"/>
                </a:moveTo>
                <a:cubicBezTo>
                  <a:pt x="120" y="29"/>
                  <a:pt x="120" y="29"/>
                  <a:pt x="120" y="28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28"/>
                  <a:pt x="120" y="27"/>
                  <a:pt x="119" y="27"/>
                </a:cubicBezTo>
                <a:cubicBezTo>
                  <a:pt x="119" y="27"/>
                  <a:pt x="118" y="28"/>
                  <a:pt x="118" y="28"/>
                </a:cubicBezTo>
                <a:cubicBezTo>
                  <a:pt x="118" y="28"/>
                  <a:pt x="118" y="28"/>
                  <a:pt x="118" y="28"/>
                </a:cubicBezTo>
                <a:cubicBezTo>
                  <a:pt x="118" y="29"/>
                  <a:pt x="119" y="29"/>
                  <a:pt x="119" y="29"/>
                </a:cubicBezTo>
                <a:close/>
                <a:moveTo>
                  <a:pt x="119" y="33"/>
                </a:moveTo>
                <a:cubicBezTo>
                  <a:pt x="120" y="33"/>
                  <a:pt x="120" y="33"/>
                  <a:pt x="120" y="32"/>
                </a:cubicBezTo>
                <a:cubicBezTo>
                  <a:pt x="120" y="32"/>
                  <a:pt x="120" y="31"/>
                  <a:pt x="119" y="31"/>
                </a:cubicBezTo>
                <a:cubicBezTo>
                  <a:pt x="119" y="31"/>
                  <a:pt x="118" y="32"/>
                  <a:pt x="118" y="32"/>
                </a:cubicBezTo>
                <a:cubicBezTo>
                  <a:pt x="118" y="32"/>
                  <a:pt x="118" y="32"/>
                  <a:pt x="118" y="32"/>
                </a:cubicBezTo>
                <a:cubicBezTo>
                  <a:pt x="118" y="33"/>
                  <a:pt x="119" y="33"/>
                  <a:pt x="119" y="33"/>
                </a:cubicBezTo>
                <a:close/>
                <a:moveTo>
                  <a:pt x="119" y="37"/>
                </a:moveTo>
                <a:cubicBezTo>
                  <a:pt x="120" y="37"/>
                  <a:pt x="120" y="37"/>
                  <a:pt x="120" y="36"/>
                </a:cubicBezTo>
                <a:cubicBezTo>
                  <a:pt x="120" y="36"/>
                  <a:pt x="120" y="35"/>
                  <a:pt x="119" y="35"/>
                </a:cubicBezTo>
                <a:cubicBezTo>
                  <a:pt x="119" y="35"/>
                  <a:pt x="118" y="36"/>
                  <a:pt x="118" y="36"/>
                </a:cubicBezTo>
                <a:cubicBezTo>
                  <a:pt x="118" y="36"/>
                  <a:pt x="118" y="36"/>
                  <a:pt x="118" y="36"/>
                </a:cubicBezTo>
                <a:cubicBezTo>
                  <a:pt x="118" y="37"/>
                  <a:pt x="119" y="37"/>
                  <a:pt x="119" y="37"/>
                </a:cubicBezTo>
                <a:close/>
                <a:moveTo>
                  <a:pt x="119" y="41"/>
                </a:moveTo>
                <a:cubicBezTo>
                  <a:pt x="120" y="41"/>
                  <a:pt x="120" y="41"/>
                  <a:pt x="120" y="40"/>
                </a:cubicBezTo>
                <a:cubicBezTo>
                  <a:pt x="120" y="40"/>
                  <a:pt x="120" y="40"/>
                  <a:pt x="119" y="40"/>
                </a:cubicBezTo>
                <a:cubicBezTo>
                  <a:pt x="119" y="40"/>
                  <a:pt x="118" y="40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8" y="41"/>
                  <a:pt x="119" y="41"/>
                  <a:pt x="119" y="41"/>
                </a:cubicBezTo>
                <a:close/>
                <a:moveTo>
                  <a:pt x="119" y="45"/>
                </a:moveTo>
                <a:cubicBezTo>
                  <a:pt x="120" y="45"/>
                  <a:pt x="120" y="45"/>
                  <a:pt x="120" y="45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44"/>
                  <a:pt x="120" y="44"/>
                  <a:pt x="119" y="44"/>
                </a:cubicBezTo>
                <a:cubicBezTo>
                  <a:pt x="119" y="44"/>
                  <a:pt x="118" y="44"/>
                  <a:pt x="118" y="45"/>
                </a:cubicBezTo>
                <a:cubicBezTo>
                  <a:pt x="118" y="45"/>
                  <a:pt x="118" y="45"/>
                  <a:pt x="118" y="45"/>
                </a:cubicBezTo>
                <a:cubicBezTo>
                  <a:pt x="118" y="45"/>
                  <a:pt x="119" y="45"/>
                  <a:pt x="119" y="45"/>
                </a:cubicBezTo>
                <a:close/>
                <a:moveTo>
                  <a:pt x="119" y="54"/>
                </a:moveTo>
                <a:cubicBezTo>
                  <a:pt x="120" y="54"/>
                  <a:pt x="120" y="53"/>
                  <a:pt x="120" y="53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0" y="52"/>
                  <a:pt x="120" y="52"/>
                  <a:pt x="119" y="52"/>
                </a:cubicBezTo>
                <a:cubicBezTo>
                  <a:pt x="119" y="52"/>
                  <a:pt x="118" y="52"/>
                  <a:pt x="118" y="53"/>
                </a:cubicBezTo>
                <a:cubicBezTo>
                  <a:pt x="118" y="53"/>
                  <a:pt x="118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lose/>
                <a:moveTo>
                  <a:pt x="119" y="58"/>
                </a:moveTo>
                <a:cubicBezTo>
                  <a:pt x="120" y="58"/>
                  <a:pt x="120" y="57"/>
                  <a:pt x="120" y="57"/>
                </a:cubicBezTo>
                <a:cubicBezTo>
                  <a:pt x="120" y="57"/>
                  <a:pt x="120" y="57"/>
                  <a:pt x="120" y="57"/>
                </a:cubicBezTo>
                <a:cubicBezTo>
                  <a:pt x="120" y="56"/>
                  <a:pt x="120" y="56"/>
                  <a:pt x="119" y="56"/>
                </a:cubicBezTo>
                <a:cubicBezTo>
                  <a:pt x="119" y="56"/>
                  <a:pt x="118" y="56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7"/>
                  <a:pt x="119" y="58"/>
                  <a:pt x="119" y="58"/>
                </a:cubicBezTo>
                <a:close/>
                <a:moveTo>
                  <a:pt x="119" y="62"/>
                </a:moveTo>
                <a:cubicBezTo>
                  <a:pt x="120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19" y="60"/>
                </a:cubicBezTo>
                <a:cubicBezTo>
                  <a:pt x="119" y="60"/>
                  <a:pt x="118" y="60"/>
                  <a:pt x="118" y="61"/>
                </a:cubicBezTo>
                <a:cubicBezTo>
                  <a:pt x="118" y="61"/>
                  <a:pt x="118" y="61"/>
                  <a:pt x="118" y="61"/>
                </a:cubicBezTo>
                <a:cubicBezTo>
                  <a:pt x="118" y="61"/>
                  <a:pt x="119" y="62"/>
                  <a:pt x="119" y="62"/>
                </a:cubicBezTo>
                <a:close/>
                <a:moveTo>
                  <a:pt x="104" y="108"/>
                </a:moveTo>
                <a:cubicBezTo>
                  <a:pt x="104" y="108"/>
                  <a:pt x="104" y="108"/>
                  <a:pt x="104" y="108"/>
                </a:cubicBezTo>
                <a:cubicBezTo>
                  <a:pt x="104" y="108"/>
                  <a:pt x="104" y="108"/>
                  <a:pt x="104" y="109"/>
                </a:cubicBezTo>
                <a:cubicBezTo>
                  <a:pt x="104" y="109"/>
                  <a:pt x="104" y="110"/>
                  <a:pt x="104" y="110"/>
                </a:cubicBezTo>
                <a:cubicBezTo>
                  <a:pt x="104" y="110"/>
                  <a:pt x="104" y="110"/>
                  <a:pt x="104" y="110"/>
                </a:cubicBezTo>
                <a:cubicBezTo>
                  <a:pt x="103" y="110"/>
                  <a:pt x="103" y="109"/>
                  <a:pt x="103" y="109"/>
                </a:cubicBezTo>
                <a:cubicBezTo>
                  <a:pt x="103" y="108"/>
                  <a:pt x="103" y="108"/>
                  <a:pt x="104" y="108"/>
                </a:cubicBezTo>
                <a:close/>
                <a:moveTo>
                  <a:pt x="108" y="108"/>
                </a:moveTo>
                <a:cubicBezTo>
                  <a:pt x="108" y="108"/>
                  <a:pt x="108" y="108"/>
                  <a:pt x="108" y="108"/>
                </a:cubicBezTo>
                <a:cubicBezTo>
                  <a:pt x="109" y="109"/>
                  <a:pt x="108" y="109"/>
                  <a:pt x="108" y="109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8" y="108"/>
                  <a:pt x="108" y="108"/>
                  <a:pt x="108" y="108"/>
                </a:cubicBezTo>
                <a:close/>
                <a:moveTo>
                  <a:pt x="111" y="106"/>
                </a:moveTo>
                <a:cubicBezTo>
                  <a:pt x="112" y="106"/>
                  <a:pt x="112" y="106"/>
                  <a:pt x="112" y="107"/>
                </a:cubicBezTo>
                <a:cubicBezTo>
                  <a:pt x="112" y="107"/>
                  <a:pt x="112" y="108"/>
                  <a:pt x="112" y="108"/>
                </a:cubicBezTo>
                <a:cubicBezTo>
                  <a:pt x="111" y="108"/>
                  <a:pt x="111" y="108"/>
                  <a:pt x="111" y="107"/>
                </a:cubicBezTo>
                <a:cubicBezTo>
                  <a:pt x="110" y="107"/>
                  <a:pt x="111" y="107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lose/>
                <a:moveTo>
                  <a:pt x="115" y="104"/>
                </a:moveTo>
                <a:cubicBezTo>
                  <a:pt x="115" y="104"/>
                  <a:pt x="115" y="104"/>
                  <a:pt x="115" y="104"/>
                </a:cubicBezTo>
                <a:cubicBezTo>
                  <a:pt x="116" y="104"/>
                  <a:pt x="116" y="105"/>
                  <a:pt x="115" y="105"/>
                </a:cubicBezTo>
                <a:cubicBezTo>
                  <a:pt x="115" y="106"/>
                  <a:pt x="114" y="106"/>
                  <a:pt x="114" y="105"/>
                </a:cubicBezTo>
                <a:cubicBezTo>
                  <a:pt x="114" y="105"/>
                  <a:pt x="114" y="104"/>
                  <a:pt x="114" y="104"/>
                </a:cubicBezTo>
                <a:cubicBezTo>
                  <a:pt x="114" y="104"/>
                  <a:pt x="114" y="104"/>
                  <a:pt x="114" y="104"/>
                </a:cubicBezTo>
                <a:cubicBezTo>
                  <a:pt x="114" y="104"/>
                  <a:pt x="114" y="104"/>
                  <a:pt x="115" y="104"/>
                </a:cubicBezTo>
                <a:close/>
                <a:moveTo>
                  <a:pt x="117" y="101"/>
                </a:moveTo>
                <a:cubicBezTo>
                  <a:pt x="117" y="101"/>
                  <a:pt x="117" y="101"/>
                  <a:pt x="118" y="101"/>
                </a:cubicBezTo>
                <a:cubicBezTo>
                  <a:pt x="118" y="101"/>
                  <a:pt x="118" y="101"/>
                  <a:pt x="118" y="102"/>
                </a:cubicBezTo>
                <a:cubicBezTo>
                  <a:pt x="118" y="102"/>
                  <a:pt x="117" y="102"/>
                  <a:pt x="117" y="102"/>
                </a:cubicBezTo>
                <a:cubicBezTo>
                  <a:pt x="116" y="102"/>
                  <a:pt x="116" y="101"/>
                  <a:pt x="116" y="101"/>
                </a:cubicBezTo>
                <a:cubicBezTo>
                  <a:pt x="116" y="101"/>
                  <a:pt x="116" y="101"/>
                  <a:pt x="116" y="101"/>
                </a:cubicBezTo>
                <a:cubicBezTo>
                  <a:pt x="117" y="101"/>
                  <a:pt x="117" y="101"/>
                  <a:pt x="117" y="101"/>
                </a:cubicBezTo>
                <a:close/>
                <a:moveTo>
                  <a:pt x="119" y="97"/>
                </a:moveTo>
                <a:cubicBezTo>
                  <a:pt x="119" y="97"/>
                  <a:pt x="119" y="97"/>
                  <a:pt x="119" y="97"/>
                </a:cubicBezTo>
                <a:cubicBezTo>
                  <a:pt x="119" y="97"/>
                  <a:pt x="120" y="97"/>
                  <a:pt x="120" y="98"/>
                </a:cubicBezTo>
                <a:cubicBezTo>
                  <a:pt x="120" y="98"/>
                  <a:pt x="120" y="98"/>
                  <a:pt x="120" y="98"/>
                </a:cubicBezTo>
                <a:cubicBezTo>
                  <a:pt x="119" y="98"/>
                  <a:pt x="119" y="99"/>
                  <a:pt x="118" y="99"/>
                </a:cubicBezTo>
                <a:cubicBezTo>
                  <a:pt x="118" y="98"/>
                  <a:pt x="118" y="98"/>
                  <a:pt x="118" y="97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7"/>
                  <a:pt x="118" y="97"/>
                  <a:pt x="119" y="97"/>
                </a:cubicBezTo>
                <a:close/>
                <a:moveTo>
                  <a:pt x="119" y="93"/>
                </a:moveTo>
                <a:cubicBezTo>
                  <a:pt x="120" y="93"/>
                  <a:pt x="120" y="93"/>
                  <a:pt x="120" y="94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0" y="94"/>
                  <a:pt x="120" y="94"/>
                  <a:pt x="119" y="94"/>
                </a:cubicBezTo>
                <a:cubicBezTo>
                  <a:pt x="119" y="94"/>
                  <a:pt x="118" y="94"/>
                  <a:pt x="118" y="94"/>
                </a:cubicBezTo>
                <a:cubicBezTo>
                  <a:pt x="118" y="94"/>
                  <a:pt x="118" y="94"/>
                  <a:pt x="118" y="94"/>
                </a:cubicBezTo>
                <a:cubicBezTo>
                  <a:pt x="118" y="93"/>
                  <a:pt x="119" y="93"/>
                  <a:pt x="119" y="93"/>
                </a:cubicBezTo>
                <a:close/>
                <a:moveTo>
                  <a:pt x="119" y="89"/>
                </a:moveTo>
                <a:cubicBezTo>
                  <a:pt x="120" y="89"/>
                  <a:pt x="120" y="89"/>
                  <a:pt x="120" y="89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20" y="90"/>
                  <a:pt x="120" y="90"/>
                  <a:pt x="119" y="90"/>
                </a:cubicBezTo>
                <a:cubicBezTo>
                  <a:pt x="119" y="90"/>
                  <a:pt x="118" y="90"/>
                  <a:pt x="118" y="9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18" y="89"/>
                  <a:pt x="119" y="89"/>
                  <a:pt x="119" y="89"/>
                </a:cubicBezTo>
                <a:close/>
                <a:moveTo>
                  <a:pt x="119" y="85"/>
                </a:moveTo>
                <a:cubicBezTo>
                  <a:pt x="120" y="85"/>
                  <a:pt x="120" y="85"/>
                  <a:pt x="120" y="85"/>
                </a:cubicBezTo>
                <a:cubicBezTo>
                  <a:pt x="120" y="85"/>
                  <a:pt x="120" y="85"/>
                  <a:pt x="120" y="85"/>
                </a:cubicBezTo>
                <a:cubicBezTo>
                  <a:pt x="120" y="86"/>
                  <a:pt x="120" y="86"/>
                  <a:pt x="119" y="86"/>
                </a:cubicBezTo>
                <a:cubicBezTo>
                  <a:pt x="119" y="86"/>
                  <a:pt x="118" y="86"/>
                  <a:pt x="118" y="85"/>
                </a:cubicBezTo>
                <a:cubicBezTo>
                  <a:pt x="118" y="85"/>
                  <a:pt x="118" y="85"/>
                  <a:pt x="118" y="85"/>
                </a:cubicBezTo>
                <a:cubicBezTo>
                  <a:pt x="118" y="85"/>
                  <a:pt x="119" y="85"/>
                  <a:pt x="119" y="85"/>
                </a:cubicBezTo>
                <a:close/>
                <a:moveTo>
                  <a:pt x="119" y="80"/>
                </a:moveTo>
                <a:cubicBezTo>
                  <a:pt x="120" y="80"/>
                  <a:pt x="120" y="81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0" y="82"/>
                  <a:pt x="120" y="82"/>
                  <a:pt x="119" y="82"/>
                </a:cubicBezTo>
                <a:cubicBezTo>
                  <a:pt x="119" y="82"/>
                  <a:pt x="118" y="82"/>
                  <a:pt x="118" y="81"/>
                </a:cubicBezTo>
                <a:cubicBezTo>
                  <a:pt x="118" y="81"/>
                  <a:pt x="118" y="81"/>
                  <a:pt x="118" y="81"/>
                </a:cubicBezTo>
                <a:cubicBezTo>
                  <a:pt x="118" y="81"/>
                  <a:pt x="119" y="80"/>
                  <a:pt x="119" y="80"/>
                </a:cubicBezTo>
                <a:close/>
                <a:moveTo>
                  <a:pt x="119" y="76"/>
                </a:moveTo>
                <a:cubicBezTo>
                  <a:pt x="120" y="76"/>
                  <a:pt x="120" y="77"/>
                  <a:pt x="120" y="77"/>
                </a:cubicBezTo>
                <a:cubicBezTo>
                  <a:pt x="120" y="78"/>
                  <a:pt x="120" y="78"/>
                  <a:pt x="119" y="78"/>
                </a:cubicBezTo>
                <a:cubicBezTo>
                  <a:pt x="119" y="78"/>
                  <a:pt x="118" y="78"/>
                  <a:pt x="118" y="77"/>
                </a:cubicBezTo>
                <a:cubicBezTo>
                  <a:pt x="118" y="77"/>
                  <a:pt x="118" y="77"/>
                  <a:pt x="118" y="77"/>
                </a:cubicBezTo>
                <a:cubicBezTo>
                  <a:pt x="118" y="77"/>
                  <a:pt x="119" y="76"/>
                  <a:pt x="119" y="76"/>
                </a:cubicBezTo>
                <a:close/>
                <a:moveTo>
                  <a:pt x="119" y="72"/>
                </a:moveTo>
                <a:cubicBezTo>
                  <a:pt x="120" y="72"/>
                  <a:pt x="120" y="73"/>
                  <a:pt x="120" y="73"/>
                </a:cubicBezTo>
                <a:cubicBezTo>
                  <a:pt x="120" y="74"/>
                  <a:pt x="120" y="74"/>
                  <a:pt x="119" y="74"/>
                </a:cubicBezTo>
                <a:cubicBezTo>
                  <a:pt x="119" y="74"/>
                  <a:pt x="118" y="74"/>
                  <a:pt x="118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9" y="72"/>
                  <a:pt x="119" y="72"/>
                </a:cubicBezTo>
                <a:close/>
                <a:moveTo>
                  <a:pt x="119" y="68"/>
                </a:moveTo>
                <a:cubicBezTo>
                  <a:pt x="120" y="68"/>
                  <a:pt x="120" y="69"/>
                  <a:pt x="120" y="69"/>
                </a:cubicBezTo>
                <a:cubicBezTo>
                  <a:pt x="120" y="70"/>
                  <a:pt x="120" y="70"/>
                  <a:pt x="119" y="70"/>
                </a:cubicBezTo>
                <a:cubicBezTo>
                  <a:pt x="119" y="70"/>
                  <a:pt x="118" y="70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9" y="68"/>
                  <a:pt x="119" y="68"/>
                </a:cubicBezTo>
                <a:close/>
                <a:moveTo>
                  <a:pt x="119" y="64"/>
                </a:moveTo>
                <a:cubicBezTo>
                  <a:pt x="120" y="64"/>
                  <a:pt x="120" y="64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0" y="65"/>
                  <a:pt x="120" y="66"/>
                  <a:pt x="119" y="66"/>
                </a:cubicBezTo>
                <a:cubicBezTo>
                  <a:pt x="119" y="66"/>
                  <a:pt x="118" y="65"/>
                  <a:pt x="118" y="65"/>
                </a:cubicBezTo>
                <a:cubicBezTo>
                  <a:pt x="118" y="65"/>
                  <a:pt x="118" y="65"/>
                  <a:pt x="118" y="65"/>
                </a:cubicBezTo>
                <a:cubicBezTo>
                  <a:pt x="118" y="64"/>
                  <a:pt x="119" y="64"/>
                  <a:pt x="119" y="64"/>
                </a:cubicBezTo>
                <a:close/>
                <a:moveTo>
                  <a:pt x="1" y="108"/>
                </a:moveTo>
                <a:cubicBezTo>
                  <a:pt x="1" y="108"/>
                  <a:pt x="1" y="108"/>
                  <a:pt x="1" y="108"/>
                </a:cubicBezTo>
                <a:cubicBezTo>
                  <a:pt x="0" y="108"/>
                  <a:pt x="0" y="110"/>
                  <a:pt x="1" y="110"/>
                </a:cubicBezTo>
                <a:cubicBezTo>
                  <a:pt x="1" y="110"/>
                  <a:pt x="1" y="110"/>
                  <a:pt x="1" y="110"/>
                </a:cubicBezTo>
                <a:cubicBezTo>
                  <a:pt x="2" y="110"/>
                  <a:pt x="2" y="109"/>
                  <a:pt x="2" y="109"/>
                </a:cubicBezTo>
                <a:cubicBezTo>
                  <a:pt x="2" y="108"/>
                  <a:pt x="2" y="108"/>
                  <a:pt x="1" y="108"/>
                </a:cubicBezTo>
                <a:close/>
                <a:moveTo>
                  <a:pt x="5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108"/>
                  <a:pt x="5" y="108"/>
                  <a:pt x="5" y="109"/>
                </a:cubicBezTo>
                <a:cubicBezTo>
                  <a:pt x="5" y="109"/>
                  <a:pt x="5" y="110"/>
                  <a:pt x="5" y="110"/>
                </a:cubicBezTo>
                <a:cubicBezTo>
                  <a:pt x="6" y="110"/>
                  <a:pt x="6" y="109"/>
                  <a:pt x="6" y="109"/>
                </a:cubicBezTo>
                <a:cubicBezTo>
                  <a:pt x="6" y="108"/>
                  <a:pt x="6" y="108"/>
                  <a:pt x="5" y="108"/>
                </a:cubicBezTo>
                <a:close/>
                <a:moveTo>
                  <a:pt x="10" y="108"/>
                </a:moveTo>
                <a:cubicBezTo>
                  <a:pt x="9" y="108"/>
                  <a:pt x="9" y="108"/>
                  <a:pt x="9" y="108"/>
                </a:cubicBezTo>
                <a:cubicBezTo>
                  <a:pt x="9" y="108"/>
                  <a:pt x="9" y="108"/>
                  <a:pt x="9" y="109"/>
                </a:cubicBezTo>
                <a:cubicBezTo>
                  <a:pt x="9" y="109"/>
                  <a:pt x="9" y="110"/>
                  <a:pt x="9" y="110"/>
                </a:cubicBezTo>
                <a:cubicBezTo>
                  <a:pt x="10" y="110"/>
                  <a:pt x="10" y="109"/>
                  <a:pt x="10" y="109"/>
                </a:cubicBezTo>
                <a:cubicBezTo>
                  <a:pt x="10" y="108"/>
                  <a:pt x="10" y="108"/>
                  <a:pt x="10" y="108"/>
                </a:cubicBezTo>
                <a:close/>
                <a:moveTo>
                  <a:pt x="14" y="108"/>
                </a:moveTo>
                <a:cubicBezTo>
                  <a:pt x="14" y="108"/>
                  <a:pt x="14" y="108"/>
                  <a:pt x="14" y="108"/>
                </a:cubicBezTo>
                <a:cubicBezTo>
                  <a:pt x="13" y="108"/>
                  <a:pt x="13" y="108"/>
                  <a:pt x="13" y="109"/>
                </a:cubicBezTo>
                <a:cubicBezTo>
                  <a:pt x="13" y="109"/>
                  <a:pt x="13" y="110"/>
                  <a:pt x="14" y="110"/>
                </a:cubicBezTo>
                <a:cubicBezTo>
                  <a:pt x="14" y="110"/>
                  <a:pt x="14" y="109"/>
                  <a:pt x="14" y="109"/>
                </a:cubicBezTo>
                <a:cubicBezTo>
                  <a:pt x="14" y="108"/>
                  <a:pt x="14" y="108"/>
                  <a:pt x="14" y="108"/>
                </a:cubicBezTo>
                <a:close/>
                <a:moveTo>
                  <a:pt x="18" y="108"/>
                </a:moveTo>
                <a:cubicBezTo>
                  <a:pt x="18" y="108"/>
                  <a:pt x="18" y="108"/>
                  <a:pt x="18" y="108"/>
                </a:cubicBezTo>
                <a:cubicBezTo>
                  <a:pt x="17" y="108"/>
                  <a:pt x="17" y="108"/>
                  <a:pt x="17" y="109"/>
                </a:cubicBezTo>
                <a:cubicBezTo>
                  <a:pt x="17" y="109"/>
                  <a:pt x="17" y="110"/>
                  <a:pt x="18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18" y="110"/>
                  <a:pt x="19" y="109"/>
                  <a:pt x="19" y="109"/>
                </a:cubicBezTo>
                <a:cubicBezTo>
                  <a:pt x="19" y="108"/>
                  <a:pt x="18" y="108"/>
                  <a:pt x="18" y="108"/>
                </a:cubicBezTo>
                <a:close/>
                <a:moveTo>
                  <a:pt x="22" y="108"/>
                </a:moveTo>
                <a:cubicBezTo>
                  <a:pt x="22" y="108"/>
                  <a:pt x="22" y="108"/>
                  <a:pt x="22" y="108"/>
                </a:cubicBezTo>
                <a:cubicBezTo>
                  <a:pt x="21" y="108"/>
                  <a:pt x="21" y="108"/>
                  <a:pt x="21" y="109"/>
                </a:cubicBezTo>
                <a:cubicBezTo>
                  <a:pt x="21" y="109"/>
                  <a:pt x="21" y="110"/>
                  <a:pt x="22" y="110"/>
                </a:cubicBezTo>
                <a:cubicBezTo>
                  <a:pt x="22" y="110"/>
                  <a:pt x="23" y="109"/>
                  <a:pt x="23" y="109"/>
                </a:cubicBezTo>
                <a:cubicBezTo>
                  <a:pt x="23" y="108"/>
                  <a:pt x="22" y="108"/>
                  <a:pt x="22" y="108"/>
                </a:cubicBezTo>
                <a:close/>
                <a:moveTo>
                  <a:pt x="26" y="108"/>
                </a:moveTo>
                <a:cubicBezTo>
                  <a:pt x="26" y="108"/>
                  <a:pt x="26" y="108"/>
                  <a:pt x="26" y="108"/>
                </a:cubicBezTo>
                <a:cubicBezTo>
                  <a:pt x="25" y="108"/>
                  <a:pt x="25" y="108"/>
                  <a:pt x="25" y="109"/>
                </a:cubicBezTo>
                <a:cubicBezTo>
                  <a:pt x="25" y="109"/>
                  <a:pt x="25" y="110"/>
                  <a:pt x="26" y="110"/>
                </a:cubicBezTo>
                <a:cubicBezTo>
                  <a:pt x="26" y="110"/>
                  <a:pt x="27" y="109"/>
                  <a:pt x="27" y="109"/>
                </a:cubicBezTo>
                <a:cubicBezTo>
                  <a:pt x="27" y="108"/>
                  <a:pt x="26" y="108"/>
                  <a:pt x="26" y="108"/>
                </a:cubicBezTo>
                <a:close/>
                <a:moveTo>
                  <a:pt x="30" y="108"/>
                </a:moveTo>
                <a:cubicBezTo>
                  <a:pt x="30" y="108"/>
                  <a:pt x="30" y="108"/>
                  <a:pt x="30" y="108"/>
                </a:cubicBezTo>
                <a:cubicBezTo>
                  <a:pt x="29" y="108"/>
                  <a:pt x="29" y="108"/>
                  <a:pt x="29" y="109"/>
                </a:cubicBezTo>
                <a:cubicBezTo>
                  <a:pt x="29" y="109"/>
                  <a:pt x="29" y="110"/>
                  <a:pt x="30" y="110"/>
                </a:cubicBezTo>
                <a:cubicBezTo>
                  <a:pt x="30" y="110"/>
                  <a:pt x="31" y="109"/>
                  <a:pt x="31" y="109"/>
                </a:cubicBezTo>
                <a:cubicBezTo>
                  <a:pt x="31" y="108"/>
                  <a:pt x="30" y="108"/>
                  <a:pt x="30" y="108"/>
                </a:cubicBezTo>
                <a:close/>
                <a:moveTo>
                  <a:pt x="34" y="108"/>
                </a:moveTo>
                <a:cubicBezTo>
                  <a:pt x="34" y="108"/>
                  <a:pt x="34" y="108"/>
                  <a:pt x="34" y="108"/>
                </a:cubicBezTo>
                <a:cubicBezTo>
                  <a:pt x="34" y="108"/>
                  <a:pt x="33" y="108"/>
                  <a:pt x="33" y="109"/>
                </a:cubicBezTo>
                <a:cubicBezTo>
                  <a:pt x="33" y="109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5" y="110"/>
                  <a:pt x="35" y="109"/>
                  <a:pt x="35" y="109"/>
                </a:cubicBezTo>
                <a:cubicBezTo>
                  <a:pt x="35" y="108"/>
                  <a:pt x="35" y="108"/>
                  <a:pt x="34" y="108"/>
                </a:cubicBezTo>
                <a:close/>
                <a:moveTo>
                  <a:pt x="38" y="108"/>
                </a:moveTo>
                <a:cubicBezTo>
                  <a:pt x="38" y="108"/>
                  <a:pt x="38" y="108"/>
                  <a:pt x="38" y="108"/>
                </a:cubicBezTo>
                <a:cubicBezTo>
                  <a:pt x="38" y="108"/>
                  <a:pt x="37" y="108"/>
                  <a:pt x="37" y="109"/>
                </a:cubicBezTo>
                <a:cubicBezTo>
                  <a:pt x="37" y="109"/>
                  <a:pt x="38" y="110"/>
                  <a:pt x="38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9" y="110"/>
                  <a:pt x="39" y="109"/>
                  <a:pt x="39" y="109"/>
                </a:cubicBezTo>
                <a:cubicBezTo>
                  <a:pt x="39" y="108"/>
                  <a:pt x="39" y="108"/>
                  <a:pt x="38" y="108"/>
                </a:cubicBezTo>
                <a:close/>
                <a:moveTo>
                  <a:pt x="42" y="108"/>
                </a:moveTo>
                <a:cubicBezTo>
                  <a:pt x="42" y="108"/>
                  <a:pt x="42" y="108"/>
                  <a:pt x="42" y="108"/>
                </a:cubicBezTo>
                <a:cubicBezTo>
                  <a:pt x="42" y="108"/>
                  <a:pt x="41" y="108"/>
                  <a:pt x="41" y="109"/>
                </a:cubicBezTo>
                <a:cubicBezTo>
                  <a:pt x="41" y="109"/>
                  <a:pt x="42" y="110"/>
                  <a:pt x="42" y="110"/>
                </a:cubicBezTo>
                <a:cubicBezTo>
                  <a:pt x="43" y="110"/>
                  <a:pt x="43" y="109"/>
                  <a:pt x="43" y="109"/>
                </a:cubicBezTo>
                <a:cubicBezTo>
                  <a:pt x="43" y="108"/>
                  <a:pt x="43" y="108"/>
                  <a:pt x="42" y="108"/>
                </a:cubicBezTo>
                <a:close/>
                <a:moveTo>
                  <a:pt x="46" y="108"/>
                </a:moveTo>
                <a:cubicBezTo>
                  <a:pt x="46" y="108"/>
                  <a:pt x="46" y="108"/>
                  <a:pt x="46" y="108"/>
                </a:cubicBezTo>
                <a:cubicBezTo>
                  <a:pt x="46" y="108"/>
                  <a:pt x="45" y="108"/>
                  <a:pt x="45" y="109"/>
                </a:cubicBezTo>
                <a:cubicBezTo>
                  <a:pt x="45" y="109"/>
                  <a:pt x="46" y="110"/>
                  <a:pt x="46" y="110"/>
                </a:cubicBezTo>
                <a:cubicBezTo>
                  <a:pt x="47" y="110"/>
                  <a:pt x="47" y="109"/>
                  <a:pt x="47" y="109"/>
                </a:cubicBezTo>
                <a:cubicBezTo>
                  <a:pt x="47" y="108"/>
                  <a:pt x="47" y="108"/>
                  <a:pt x="46" y="108"/>
                </a:cubicBezTo>
                <a:close/>
                <a:moveTo>
                  <a:pt x="50" y="108"/>
                </a:moveTo>
                <a:cubicBezTo>
                  <a:pt x="50" y="108"/>
                  <a:pt x="50" y="108"/>
                  <a:pt x="50" y="108"/>
                </a:cubicBezTo>
                <a:cubicBezTo>
                  <a:pt x="50" y="108"/>
                  <a:pt x="49" y="108"/>
                  <a:pt x="49" y="109"/>
                </a:cubicBezTo>
                <a:cubicBezTo>
                  <a:pt x="49" y="109"/>
                  <a:pt x="50" y="110"/>
                  <a:pt x="50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1" y="110"/>
                  <a:pt x="51" y="109"/>
                  <a:pt x="51" y="109"/>
                </a:cubicBezTo>
                <a:cubicBezTo>
                  <a:pt x="51" y="108"/>
                  <a:pt x="51" y="108"/>
                  <a:pt x="50" y="108"/>
                </a:cubicBezTo>
                <a:close/>
                <a:moveTo>
                  <a:pt x="54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5" y="110"/>
                  <a:pt x="55" y="109"/>
                  <a:pt x="55" y="109"/>
                </a:cubicBezTo>
                <a:cubicBezTo>
                  <a:pt x="55" y="108"/>
                  <a:pt x="55" y="108"/>
                  <a:pt x="54" y="108"/>
                </a:cubicBezTo>
                <a:close/>
                <a:moveTo>
                  <a:pt x="59" y="108"/>
                </a:moveTo>
                <a:cubicBezTo>
                  <a:pt x="59" y="108"/>
                  <a:pt x="59" y="108"/>
                  <a:pt x="59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9" y="110"/>
                </a:cubicBezTo>
                <a:cubicBezTo>
                  <a:pt x="59" y="110"/>
                  <a:pt x="59" y="109"/>
                  <a:pt x="59" y="109"/>
                </a:cubicBezTo>
                <a:cubicBezTo>
                  <a:pt x="59" y="108"/>
                  <a:pt x="59" y="108"/>
                  <a:pt x="59" y="108"/>
                </a:cubicBezTo>
                <a:close/>
                <a:moveTo>
                  <a:pt x="63" y="108"/>
                </a:moveTo>
                <a:cubicBezTo>
                  <a:pt x="63" y="108"/>
                  <a:pt x="63" y="108"/>
                  <a:pt x="63" y="108"/>
                </a:cubicBezTo>
                <a:cubicBezTo>
                  <a:pt x="62" y="108"/>
                  <a:pt x="62" y="108"/>
                  <a:pt x="62" y="109"/>
                </a:cubicBezTo>
                <a:cubicBezTo>
                  <a:pt x="62" y="109"/>
                  <a:pt x="62" y="110"/>
                  <a:pt x="63" y="110"/>
                </a:cubicBezTo>
                <a:cubicBezTo>
                  <a:pt x="63" y="110"/>
                  <a:pt x="63" y="109"/>
                  <a:pt x="63" y="109"/>
                </a:cubicBezTo>
                <a:cubicBezTo>
                  <a:pt x="63" y="108"/>
                  <a:pt x="63" y="108"/>
                  <a:pt x="63" y="108"/>
                </a:cubicBezTo>
                <a:close/>
                <a:moveTo>
                  <a:pt x="67" y="108"/>
                </a:moveTo>
                <a:cubicBezTo>
                  <a:pt x="67" y="108"/>
                  <a:pt x="67" y="108"/>
                  <a:pt x="67" y="108"/>
                </a:cubicBezTo>
                <a:cubicBezTo>
                  <a:pt x="66" y="108"/>
                  <a:pt x="66" y="108"/>
                  <a:pt x="66" y="109"/>
                </a:cubicBezTo>
                <a:cubicBezTo>
                  <a:pt x="66" y="109"/>
                  <a:pt x="66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7" y="110"/>
                  <a:pt x="68" y="109"/>
                  <a:pt x="68" y="109"/>
                </a:cubicBezTo>
                <a:cubicBezTo>
                  <a:pt x="68" y="108"/>
                  <a:pt x="67" y="108"/>
                  <a:pt x="67" y="108"/>
                </a:cubicBezTo>
                <a:close/>
                <a:moveTo>
                  <a:pt x="71" y="108"/>
                </a:moveTo>
                <a:cubicBezTo>
                  <a:pt x="71" y="108"/>
                  <a:pt x="71" y="108"/>
                  <a:pt x="71" y="108"/>
                </a:cubicBezTo>
                <a:cubicBezTo>
                  <a:pt x="70" y="108"/>
                  <a:pt x="70" y="108"/>
                  <a:pt x="70" y="109"/>
                </a:cubicBezTo>
                <a:cubicBezTo>
                  <a:pt x="70" y="109"/>
                  <a:pt x="70" y="110"/>
                  <a:pt x="71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1" y="110"/>
                  <a:pt x="72" y="109"/>
                  <a:pt x="72" y="109"/>
                </a:cubicBezTo>
                <a:cubicBezTo>
                  <a:pt x="72" y="108"/>
                  <a:pt x="71" y="108"/>
                  <a:pt x="71" y="108"/>
                </a:cubicBezTo>
                <a:close/>
                <a:moveTo>
                  <a:pt x="75" y="108"/>
                </a:moveTo>
                <a:cubicBezTo>
                  <a:pt x="75" y="108"/>
                  <a:pt x="75" y="108"/>
                  <a:pt x="75" y="108"/>
                </a:cubicBezTo>
                <a:cubicBezTo>
                  <a:pt x="74" y="108"/>
                  <a:pt x="74" y="108"/>
                  <a:pt x="74" y="109"/>
                </a:cubicBezTo>
                <a:cubicBezTo>
                  <a:pt x="74" y="109"/>
                  <a:pt x="74" y="110"/>
                  <a:pt x="75" y="110"/>
                </a:cubicBezTo>
                <a:cubicBezTo>
                  <a:pt x="75" y="110"/>
                  <a:pt x="76" y="109"/>
                  <a:pt x="76" y="109"/>
                </a:cubicBezTo>
                <a:cubicBezTo>
                  <a:pt x="76" y="108"/>
                  <a:pt x="75" y="108"/>
                  <a:pt x="75" y="108"/>
                </a:cubicBezTo>
                <a:close/>
                <a:moveTo>
                  <a:pt x="79" y="108"/>
                </a:moveTo>
                <a:cubicBezTo>
                  <a:pt x="79" y="108"/>
                  <a:pt x="79" y="108"/>
                  <a:pt x="79" y="108"/>
                </a:cubicBezTo>
                <a:cubicBezTo>
                  <a:pt x="78" y="108"/>
                  <a:pt x="78" y="108"/>
                  <a:pt x="78" y="109"/>
                </a:cubicBezTo>
                <a:cubicBezTo>
                  <a:pt x="78" y="109"/>
                  <a:pt x="78" y="110"/>
                  <a:pt x="79" y="110"/>
                </a:cubicBezTo>
                <a:cubicBezTo>
                  <a:pt x="79" y="110"/>
                  <a:pt x="80" y="109"/>
                  <a:pt x="80" y="109"/>
                </a:cubicBezTo>
                <a:cubicBezTo>
                  <a:pt x="80" y="108"/>
                  <a:pt x="79" y="108"/>
                  <a:pt x="79" y="108"/>
                </a:cubicBezTo>
                <a:close/>
                <a:moveTo>
                  <a:pt x="83" y="108"/>
                </a:moveTo>
                <a:cubicBezTo>
                  <a:pt x="83" y="108"/>
                  <a:pt x="83" y="108"/>
                  <a:pt x="83" y="108"/>
                </a:cubicBezTo>
                <a:cubicBezTo>
                  <a:pt x="83" y="108"/>
                  <a:pt x="82" y="108"/>
                  <a:pt x="82" y="109"/>
                </a:cubicBezTo>
                <a:cubicBezTo>
                  <a:pt x="82" y="109"/>
                  <a:pt x="83" y="110"/>
                  <a:pt x="83" y="110"/>
                </a:cubicBezTo>
                <a:cubicBezTo>
                  <a:pt x="83" y="110"/>
                  <a:pt x="83" y="110"/>
                  <a:pt x="83" y="110"/>
                </a:cubicBezTo>
                <a:cubicBezTo>
                  <a:pt x="84" y="110"/>
                  <a:pt x="84" y="109"/>
                  <a:pt x="84" y="109"/>
                </a:cubicBezTo>
                <a:cubicBezTo>
                  <a:pt x="84" y="108"/>
                  <a:pt x="84" y="108"/>
                  <a:pt x="83" y="108"/>
                </a:cubicBezTo>
                <a:close/>
                <a:moveTo>
                  <a:pt x="87" y="108"/>
                </a:moveTo>
                <a:cubicBezTo>
                  <a:pt x="87" y="108"/>
                  <a:pt x="87" y="108"/>
                  <a:pt x="87" y="108"/>
                </a:cubicBezTo>
                <a:cubicBezTo>
                  <a:pt x="87" y="108"/>
                  <a:pt x="86" y="108"/>
                  <a:pt x="86" y="109"/>
                </a:cubicBezTo>
                <a:cubicBezTo>
                  <a:pt x="86" y="109"/>
                  <a:pt x="87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8" y="110"/>
                  <a:pt x="88" y="109"/>
                  <a:pt x="88" y="109"/>
                </a:cubicBezTo>
                <a:cubicBezTo>
                  <a:pt x="88" y="108"/>
                  <a:pt x="88" y="108"/>
                  <a:pt x="87" y="108"/>
                </a:cubicBezTo>
                <a:close/>
                <a:moveTo>
                  <a:pt x="91" y="108"/>
                </a:moveTo>
                <a:cubicBezTo>
                  <a:pt x="91" y="108"/>
                  <a:pt x="91" y="108"/>
                  <a:pt x="91" y="108"/>
                </a:cubicBezTo>
                <a:cubicBezTo>
                  <a:pt x="91" y="108"/>
                  <a:pt x="90" y="108"/>
                  <a:pt x="90" y="109"/>
                </a:cubicBezTo>
                <a:cubicBezTo>
                  <a:pt x="90" y="109"/>
                  <a:pt x="91" y="110"/>
                  <a:pt x="91" y="110"/>
                </a:cubicBezTo>
                <a:cubicBezTo>
                  <a:pt x="92" y="110"/>
                  <a:pt x="92" y="109"/>
                  <a:pt x="92" y="109"/>
                </a:cubicBezTo>
                <a:cubicBezTo>
                  <a:pt x="92" y="108"/>
                  <a:pt x="92" y="108"/>
                  <a:pt x="91" y="108"/>
                </a:cubicBezTo>
                <a:close/>
                <a:moveTo>
                  <a:pt x="95" y="108"/>
                </a:moveTo>
                <a:cubicBezTo>
                  <a:pt x="95" y="108"/>
                  <a:pt x="95" y="108"/>
                  <a:pt x="95" y="108"/>
                </a:cubicBezTo>
                <a:cubicBezTo>
                  <a:pt x="95" y="108"/>
                  <a:pt x="94" y="108"/>
                  <a:pt x="94" y="109"/>
                </a:cubicBezTo>
                <a:cubicBezTo>
                  <a:pt x="94" y="109"/>
                  <a:pt x="95" y="110"/>
                  <a:pt x="95" y="110"/>
                </a:cubicBezTo>
                <a:cubicBezTo>
                  <a:pt x="96" y="110"/>
                  <a:pt x="96" y="109"/>
                  <a:pt x="96" y="109"/>
                </a:cubicBezTo>
                <a:cubicBezTo>
                  <a:pt x="96" y="108"/>
                  <a:pt x="96" y="108"/>
                  <a:pt x="95" y="108"/>
                </a:cubicBezTo>
                <a:close/>
                <a:moveTo>
                  <a:pt x="99" y="108"/>
                </a:moveTo>
                <a:cubicBezTo>
                  <a:pt x="99" y="108"/>
                  <a:pt x="99" y="108"/>
                  <a:pt x="99" y="108"/>
                </a:cubicBezTo>
                <a:cubicBezTo>
                  <a:pt x="99" y="108"/>
                  <a:pt x="98" y="108"/>
                  <a:pt x="98" y="109"/>
                </a:cubicBezTo>
                <a:cubicBezTo>
                  <a:pt x="98" y="109"/>
                  <a:pt x="99" y="110"/>
                  <a:pt x="99" y="110"/>
                </a:cubicBezTo>
                <a:cubicBezTo>
                  <a:pt x="100" y="110"/>
                  <a:pt x="100" y="109"/>
                  <a:pt x="100" y="109"/>
                </a:cubicBezTo>
                <a:cubicBezTo>
                  <a:pt x="100" y="108"/>
                  <a:pt x="100" y="108"/>
                  <a:pt x="99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2260795" y="2396879"/>
            <a:ext cx="429510" cy="379678"/>
            <a:chOff x="-1587" y="65088"/>
            <a:chExt cx="862013" cy="762000"/>
          </a:xfrm>
          <a:solidFill>
            <a:schemeClr val="accent1"/>
          </a:solidFill>
        </p:grpSpPr>
        <p:sp>
          <p:nvSpPr>
            <p:cNvPr id="22" name="Freeform 42"/>
            <p:cNvSpPr>
              <a:spLocks noEditPoints="1"/>
            </p:cNvSpPr>
            <p:nvPr/>
          </p:nvSpPr>
          <p:spPr bwMode="auto">
            <a:xfrm>
              <a:off x="255588" y="65088"/>
              <a:ext cx="604838" cy="762000"/>
            </a:xfrm>
            <a:custGeom>
              <a:avLst/>
              <a:gdLst>
                <a:gd name="T0" fmla="*/ 96 w 178"/>
                <a:gd name="T1" fmla="*/ 16 h 224"/>
                <a:gd name="T2" fmla="*/ 96 w 178"/>
                <a:gd name="T3" fmla="*/ 16 h 224"/>
                <a:gd name="T4" fmla="*/ 94 w 178"/>
                <a:gd name="T5" fmla="*/ 16 h 224"/>
                <a:gd name="T6" fmla="*/ 86 w 178"/>
                <a:gd name="T7" fmla="*/ 76 h 224"/>
                <a:gd name="T8" fmla="*/ 133 w 178"/>
                <a:gd name="T9" fmla="*/ 76 h 224"/>
                <a:gd name="T10" fmla="*/ 162 w 178"/>
                <a:gd name="T11" fmla="*/ 106 h 224"/>
                <a:gd name="T12" fmla="*/ 154 w 178"/>
                <a:gd name="T13" fmla="*/ 179 h 224"/>
                <a:gd name="T14" fmla="*/ 125 w 178"/>
                <a:gd name="T15" fmla="*/ 208 h 224"/>
                <a:gd name="T16" fmla="*/ 44 w 178"/>
                <a:gd name="T17" fmla="*/ 208 h 224"/>
                <a:gd name="T18" fmla="*/ 16 w 178"/>
                <a:gd name="T19" fmla="*/ 179 h 224"/>
                <a:gd name="T20" fmla="*/ 16 w 178"/>
                <a:gd name="T21" fmla="*/ 106 h 224"/>
                <a:gd name="T22" fmla="*/ 75 w 178"/>
                <a:gd name="T23" fmla="*/ 20 h 224"/>
                <a:gd name="T24" fmla="*/ 94 w 178"/>
                <a:gd name="T25" fmla="*/ 16 h 224"/>
                <a:gd name="T26" fmla="*/ 94 w 178"/>
                <a:gd name="T27" fmla="*/ 0 h 224"/>
                <a:gd name="T28" fmla="*/ 94 w 178"/>
                <a:gd name="T29" fmla="*/ 0 h 224"/>
                <a:gd name="T30" fmla="*/ 94 w 178"/>
                <a:gd name="T31" fmla="*/ 0 h 224"/>
                <a:gd name="T32" fmla="*/ 69 w 178"/>
                <a:gd name="T33" fmla="*/ 5 h 224"/>
                <a:gd name="T34" fmla="*/ 28 w 178"/>
                <a:gd name="T35" fmla="*/ 49 h 224"/>
                <a:gd name="T36" fmla="*/ 0 w 178"/>
                <a:gd name="T37" fmla="*/ 106 h 224"/>
                <a:gd name="T38" fmla="*/ 0 w 178"/>
                <a:gd name="T39" fmla="*/ 179 h 224"/>
                <a:gd name="T40" fmla="*/ 44 w 178"/>
                <a:gd name="T41" fmla="*/ 224 h 224"/>
                <a:gd name="T42" fmla="*/ 125 w 178"/>
                <a:gd name="T43" fmla="*/ 224 h 224"/>
                <a:gd name="T44" fmla="*/ 170 w 178"/>
                <a:gd name="T45" fmla="*/ 180 h 224"/>
                <a:gd name="T46" fmla="*/ 178 w 178"/>
                <a:gd name="T47" fmla="*/ 107 h 224"/>
                <a:gd name="T48" fmla="*/ 178 w 178"/>
                <a:gd name="T49" fmla="*/ 106 h 224"/>
                <a:gd name="T50" fmla="*/ 133 w 178"/>
                <a:gd name="T51" fmla="*/ 60 h 224"/>
                <a:gd name="T52" fmla="*/ 105 w 178"/>
                <a:gd name="T53" fmla="*/ 60 h 224"/>
                <a:gd name="T54" fmla="*/ 110 w 178"/>
                <a:gd name="T55" fmla="*/ 19 h 224"/>
                <a:gd name="T56" fmla="*/ 110 w 178"/>
                <a:gd name="T57" fmla="*/ 16 h 224"/>
                <a:gd name="T58" fmla="*/ 94 w 178"/>
                <a:gd name="T59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78" h="224">
                  <a:moveTo>
                    <a:pt x="96" y="16"/>
                  </a:moveTo>
                  <a:cubicBezTo>
                    <a:pt x="96" y="16"/>
                    <a:pt x="96" y="16"/>
                    <a:pt x="96" y="16"/>
                  </a:cubicBezTo>
                  <a:moveTo>
                    <a:pt x="94" y="16"/>
                  </a:moveTo>
                  <a:cubicBezTo>
                    <a:pt x="86" y="76"/>
                    <a:pt x="86" y="76"/>
                    <a:pt x="86" y="76"/>
                  </a:cubicBezTo>
                  <a:cubicBezTo>
                    <a:pt x="133" y="76"/>
                    <a:pt x="133" y="76"/>
                    <a:pt x="133" y="76"/>
                  </a:cubicBezTo>
                  <a:cubicBezTo>
                    <a:pt x="149" y="76"/>
                    <a:pt x="162" y="89"/>
                    <a:pt x="162" y="106"/>
                  </a:cubicBezTo>
                  <a:cubicBezTo>
                    <a:pt x="154" y="179"/>
                    <a:pt x="154" y="179"/>
                    <a:pt x="154" y="179"/>
                  </a:cubicBezTo>
                  <a:cubicBezTo>
                    <a:pt x="154" y="195"/>
                    <a:pt x="141" y="208"/>
                    <a:pt x="125" y="208"/>
                  </a:cubicBezTo>
                  <a:cubicBezTo>
                    <a:pt x="44" y="208"/>
                    <a:pt x="44" y="208"/>
                    <a:pt x="44" y="208"/>
                  </a:cubicBezTo>
                  <a:cubicBezTo>
                    <a:pt x="28" y="208"/>
                    <a:pt x="16" y="195"/>
                    <a:pt x="16" y="179"/>
                  </a:cubicBezTo>
                  <a:cubicBezTo>
                    <a:pt x="16" y="106"/>
                    <a:pt x="16" y="106"/>
                    <a:pt x="16" y="106"/>
                  </a:cubicBezTo>
                  <a:cubicBezTo>
                    <a:pt x="16" y="90"/>
                    <a:pt x="63" y="24"/>
                    <a:pt x="75" y="20"/>
                  </a:cubicBezTo>
                  <a:cubicBezTo>
                    <a:pt x="87" y="16"/>
                    <a:pt x="94" y="16"/>
                    <a:pt x="94" y="16"/>
                  </a:cubicBezTo>
                  <a:moveTo>
                    <a:pt x="94" y="0"/>
                  </a:moveTo>
                  <a:cubicBezTo>
                    <a:pt x="94" y="0"/>
                    <a:pt x="94" y="0"/>
                    <a:pt x="94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2" y="0"/>
                    <a:pt x="83" y="1"/>
                    <a:pt x="69" y="5"/>
                  </a:cubicBezTo>
                  <a:cubicBezTo>
                    <a:pt x="60" y="8"/>
                    <a:pt x="46" y="23"/>
                    <a:pt x="28" y="49"/>
                  </a:cubicBezTo>
                  <a:cubicBezTo>
                    <a:pt x="9" y="75"/>
                    <a:pt x="0" y="95"/>
                    <a:pt x="0" y="106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204"/>
                    <a:pt x="19" y="224"/>
                    <a:pt x="44" y="224"/>
                  </a:cubicBezTo>
                  <a:cubicBezTo>
                    <a:pt x="125" y="224"/>
                    <a:pt x="125" y="224"/>
                    <a:pt x="125" y="224"/>
                  </a:cubicBezTo>
                  <a:cubicBezTo>
                    <a:pt x="149" y="224"/>
                    <a:pt x="169" y="204"/>
                    <a:pt x="170" y="180"/>
                  </a:cubicBezTo>
                  <a:cubicBezTo>
                    <a:pt x="178" y="107"/>
                    <a:pt x="178" y="107"/>
                    <a:pt x="178" y="107"/>
                  </a:cubicBezTo>
                  <a:cubicBezTo>
                    <a:pt x="178" y="107"/>
                    <a:pt x="178" y="106"/>
                    <a:pt x="178" y="106"/>
                  </a:cubicBezTo>
                  <a:cubicBezTo>
                    <a:pt x="178" y="81"/>
                    <a:pt x="158" y="60"/>
                    <a:pt x="133" y="60"/>
                  </a:cubicBezTo>
                  <a:cubicBezTo>
                    <a:pt x="105" y="60"/>
                    <a:pt x="105" y="60"/>
                    <a:pt x="105" y="60"/>
                  </a:cubicBezTo>
                  <a:cubicBezTo>
                    <a:pt x="110" y="19"/>
                    <a:pt x="110" y="19"/>
                    <a:pt x="110" y="19"/>
                  </a:cubicBezTo>
                  <a:cubicBezTo>
                    <a:pt x="110" y="18"/>
                    <a:pt x="110" y="17"/>
                    <a:pt x="110" y="16"/>
                  </a:cubicBezTo>
                  <a:cubicBezTo>
                    <a:pt x="110" y="7"/>
                    <a:pt x="103" y="0"/>
                    <a:pt x="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43"/>
            <p:cNvSpPr>
              <a:spLocks/>
            </p:cNvSpPr>
            <p:nvPr/>
          </p:nvSpPr>
          <p:spPr bwMode="auto">
            <a:xfrm>
              <a:off x="419101" y="582613"/>
              <a:ext cx="315913" cy="163513"/>
            </a:xfrm>
            <a:custGeom>
              <a:avLst/>
              <a:gdLst>
                <a:gd name="T0" fmla="*/ 67 w 93"/>
                <a:gd name="T1" fmla="*/ 48 h 48"/>
                <a:gd name="T2" fmla="*/ 4 w 93"/>
                <a:gd name="T3" fmla="*/ 48 h 48"/>
                <a:gd name="T4" fmla="*/ 0 w 93"/>
                <a:gd name="T5" fmla="*/ 44 h 48"/>
                <a:gd name="T6" fmla="*/ 4 w 93"/>
                <a:gd name="T7" fmla="*/ 40 h 48"/>
                <a:gd name="T8" fmla="*/ 67 w 93"/>
                <a:gd name="T9" fmla="*/ 40 h 48"/>
                <a:gd name="T10" fmla="*/ 84 w 93"/>
                <a:gd name="T11" fmla="*/ 23 h 48"/>
                <a:gd name="T12" fmla="*/ 85 w 93"/>
                <a:gd name="T13" fmla="*/ 4 h 48"/>
                <a:gd name="T14" fmla="*/ 89 w 93"/>
                <a:gd name="T15" fmla="*/ 0 h 48"/>
                <a:gd name="T16" fmla="*/ 93 w 93"/>
                <a:gd name="T17" fmla="*/ 4 h 48"/>
                <a:gd name="T18" fmla="*/ 92 w 93"/>
                <a:gd name="T19" fmla="*/ 23 h 48"/>
                <a:gd name="T20" fmla="*/ 67 w 93"/>
                <a:gd name="T21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3" h="48">
                  <a:moveTo>
                    <a:pt x="67" y="48"/>
                  </a:moveTo>
                  <a:cubicBezTo>
                    <a:pt x="4" y="48"/>
                    <a:pt x="4" y="48"/>
                    <a:pt x="4" y="48"/>
                  </a:cubicBezTo>
                  <a:cubicBezTo>
                    <a:pt x="2" y="48"/>
                    <a:pt x="0" y="46"/>
                    <a:pt x="0" y="44"/>
                  </a:cubicBezTo>
                  <a:cubicBezTo>
                    <a:pt x="0" y="42"/>
                    <a:pt x="2" y="40"/>
                    <a:pt x="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76" y="40"/>
                    <a:pt x="84" y="32"/>
                    <a:pt x="84" y="23"/>
                  </a:cubicBezTo>
                  <a:cubicBezTo>
                    <a:pt x="85" y="4"/>
                    <a:pt x="85" y="4"/>
                    <a:pt x="85" y="4"/>
                  </a:cubicBezTo>
                  <a:cubicBezTo>
                    <a:pt x="85" y="2"/>
                    <a:pt x="87" y="0"/>
                    <a:pt x="89" y="0"/>
                  </a:cubicBezTo>
                  <a:cubicBezTo>
                    <a:pt x="91" y="0"/>
                    <a:pt x="93" y="2"/>
                    <a:pt x="93" y="4"/>
                  </a:cubicBezTo>
                  <a:cubicBezTo>
                    <a:pt x="92" y="23"/>
                    <a:pt x="92" y="23"/>
                    <a:pt x="92" y="23"/>
                  </a:cubicBezTo>
                  <a:cubicBezTo>
                    <a:pt x="92" y="37"/>
                    <a:pt x="81" y="48"/>
                    <a:pt x="67" y="4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44"/>
            <p:cNvSpPr>
              <a:spLocks/>
            </p:cNvSpPr>
            <p:nvPr/>
          </p:nvSpPr>
          <p:spPr bwMode="auto">
            <a:xfrm>
              <a:off x="714376" y="500063"/>
              <a:ext cx="33338" cy="58738"/>
            </a:xfrm>
            <a:custGeom>
              <a:avLst/>
              <a:gdLst>
                <a:gd name="T0" fmla="*/ 5 w 10"/>
                <a:gd name="T1" fmla="*/ 17 h 17"/>
                <a:gd name="T2" fmla="*/ 4 w 10"/>
                <a:gd name="T3" fmla="*/ 17 h 17"/>
                <a:gd name="T4" fmla="*/ 1 w 10"/>
                <a:gd name="T5" fmla="*/ 12 h 17"/>
                <a:gd name="T6" fmla="*/ 2 w 10"/>
                <a:gd name="T7" fmla="*/ 4 h 17"/>
                <a:gd name="T8" fmla="*/ 6 w 10"/>
                <a:gd name="T9" fmla="*/ 0 h 17"/>
                <a:gd name="T10" fmla="*/ 10 w 10"/>
                <a:gd name="T11" fmla="*/ 4 h 17"/>
                <a:gd name="T12" fmla="*/ 9 w 10"/>
                <a:gd name="T13" fmla="*/ 13 h 17"/>
                <a:gd name="T14" fmla="*/ 5 w 10"/>
                <a:gd name="T1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17">
                  <a:moveTo>
                    <a:pt x="5" y="17"/>
                  </a:moveTo>
                  <a:cubicBezTo>
                    <a:pt x="5" y="17"/>
                    <a:pt x="4" y="17"/>
                    <a:pt x="4" y="17"/>
                  </a:cubicBezTo>
                  <a:cubicBezTo>
                    <a:pt x="2" y="16"/>
                    <a:pt x="0" y="14"/>
                    <a:pt x="1" y="12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1"/>
                    <a:pt x="4" y="0"/>
                    <a:pt x="6" y="0"/>
                  </a:cubicBezTo>
                  <a:cubicBezTo>
                    <a:pt x="8" y="0"/>
                    <a:pt x="10" y="2"/>
                    <a:pt x="10" y="4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8" y="15"/>
                    <a:pt x="7" y="17"/>
                    <a:pt x="5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45"/>
            <p:cNvSpPr>
              <a:spLocks noEditPoints="1"/>
            </p:cNvSpPr>
            <p:nvPr/>
          </p:nvSpPr>
          <p:spPr bwMode="auto">
            <a:xfrm>
              <a:off x="-1587" y="350838"/>
              <a:ext cx="312738" cy="449263"/>
            </a:xfrm>
            <a:custGeom>
              <a:avLst/>
              <a:gdLst>
                <a:gd name="T0" fmla="*/ 66 w 92"/>
                <a:gd name="T1" fmla="*/ 16 h 132"/>
                <a:gd name="T2" fmla="*/ 76 w 92"/>
                <a:gd name="T3" fmla="*/ 30 h 132"/>
                <a:gd name="T4" fmla="*/ 76 w 92"/>
                <a:gd name="T5" fmla="*/ 102 h 132"/>
                <a:gd name="T6" fmla="*/ 66 w 92"/>
                <a:gd name="T7" fmla="*/ 116 h 132"/>
                <a:gd name="T8" fmla="*/ 32 w 92"/>
                <a:gd name="T9" fmla="*/ 116 h 132"/>
                <a:gd name="T10" fmla="*/ 16 w 92"/>
                <a:gd name="T11" fmla="*/ 102 h 132"/>
                <a:gd name="T12" fmla="*/ 16 w 92"/>
                <a:gd name="T13" fmla="*/ 30 h 132"/>
                <a:gd name="T14" fmla="*/ 32 w 92"/>
                <a:gd name="T15" fmla="*/ 16 h 132"/>
                <a:gd name="T16" fmla="*/ 64 w 92"/>
                <a:gd name="T17" fmla="*/ 16 h 132"/>
                <a:gd name="T18" fmla="*/ 66 w 92"/>
                <a:gd name="T19" fmla="*/ 0 h 132"/>
                <a:gd name="T20" fmla="*/ 32 w 92"/>
                <a:gd name="T21" fmla="*/ 0 h 132"/>
                <a:gd name="T22" fmla="*/ 0 w 92"/>
                <a:gd name="T23" fmla="*/ 30 h 132"/>
                <a:gd name="T24" fmla="*/ 0 w 92"/>
                <a:gd name="T25" fmla="*/ 102 h 132"/>
                <a:gd name="T26" fmla="*/ 32 w 92"/>
                <a:gd name="T27" fmla="*/ 132 h 132"/>
                <a:gd name="T28" fmla="*/ 66 w 92"/>
                <a:gd name="T29" fmla="*/ 132 h 132"/>
                <a:gd name="T30" fmla="*/ 92 w 92"/>
                <a:gd name="T31" fmla="*/ 102 h 132"/>
                <a:gd name="T32" fmla="*/ 92 w 92"/>
                <a:gd name="T33" fmla="*/ 30 h 132"/>
                <a:gd name="T34" fmla="*/ 66 w 92"/>
                <a:gd name="T35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2" h="132">
                  <a:moveTo>
                    <a:pt x="66" y="16"/>
                  </a:moveTo>
                  <a:cubicBezTo>
                    <a:pt x="73" y="16"/>
                    <a:pt x="76" y="23"/>
                    <a:pt x="76" y="30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6" y="110"/>
                    <a:pt x="73" y="116"/>
                    <a:pt x="66" y="116"/>
                  </a:cubicBezTo>
                  <a:cubicBezTo>
                    <a:pt x="32" y="116"/>
                    <a:pt x="32" y="116"/>
                    <a:pt x="32" y="116"/>
                  </a:cubicBezTo>
                  <a:cubicBezTo>
                    <a:pt x="24" y="116"/>
                    <a:pt x="16" y="110"/>
                    <a:pt x="16" y="102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23"/>
                    <a:pt x="24" y="16"/>
                    <a:pt x="32" y="16"/>
                  </a:cubicBezTo>
                  <a:cubicBezTo>
                    <a:pt x="64" y="16"/>
                    <a:pt x="64" y="16"/>
                    <a:pt x="64" y="16"/>
                  </a:cubicBezTo>
                  <a:moveTo>
                    <a:pt x="66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5" y="0"/>
                    <a:pt x="0" y="14"/>
                    <a:pt x="0" y="30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19"/>
                    <a:pt x="15" y="132"/>
                    <a:pt x="32" y="132"/>
                  </a:cubicBezTo>
                  <a:cubicBezTo>
                    <a:pt x="66" y="132"/>
                    <a:pt x="66" y="132"/>
                    <a:pt x="66" y="132"/>
                  </a:cubicBezTo>
                  <a:cubicBezTo>
                    <a:pt x="78" y="132"/>
                    <a:pt x="92" y="124"/>
                    <a:pt x="92" y="102"/>
                  </a:cubicBezTo>
                  <a:cubicBezTo>
                    <a:pt x="92" y="30"/>
                    <a:pt x="92" y="30"/>
                    <a:pt x="92" y="30"/>
                  </a:cubicBezTo>
                  <a:cubicBezTo>
                    <a:pt x="92" y="8"/>
                    <a:pt x="78" y="0"/>
                    <a:pt x="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46"/>
            <p:cNvSpPr>
              <a:spLocks/>
            </p:cNvSpPr>
            <p:nvPr/>
          </p:nvSpPr>
          <p:spPr bwMode="auto">
            <a:xfrm>
              <a:off x="106363" y="623888"/>
              <a:ext cx="109538" cy="134938"/>
            </a:xfrm>
            <a:custGeom>
              <a:avLst/>
              <a:gdLst>
                <a:gd name="T0" fmla="*/ 28 w 32"/>
                <a:gd name="T1" fmla="*/ 40 h 40"/>
                <a:gd name="T2" fmla="*/ 24 w 32"/>
                <a:gd name="T3" fmla="*/ 36 h 40"/>
                <a:gd name="T4" fmla="*/ 24 w 32"/>
                <a:gd name="T5" fmla="*/ 14 h 40"/>
                <a:gd name="T6" fmla="*/ 16 w 32"/>
                <a:gd name="T7" fmla="*/ 8 h 40"/>
                <a:gd name="T8" fmla="*/ 8 w 32"/>
                <a:gd name="T9" fmla="*/ 14 h 40"/>
                <a:gd name="T10" fmla="*/ 8 w 32"/>
                <a:gd name="T11" fmla="*/ 36 h 40"/>
                <a:gd name="T12" fmla="*/ 4 w 32"/>
                <a:gd name="T13" fmla="*/ 40 h 40"/>
                <a:gd name="T14" fmla="*/ 0 w 32"/>
                <a:gd name="T15" fmla="*/ 36 h 40"/>
                <a:gd name="T16" fmla="*/ 0 w 32"/>
                <a:gd name="T17" fmla="*/ 14 h 40"/>
                <a:gd name="T18" fmla="*/ 16 w 32"/>
                <a:gd name="T19" fmla="*/ 0 h 40"/>
                <a:gd name="T20" fmla="*/ 32 w 32"/>
                <a:gd name="T21" fmla="*/ 14 h 40"/>
                <a:gd name="T22" fmla="*/ 32 w 32"/>
                <a:gd name="T23" fmla="*/ 36 h 40"/>
                <a:gd name="T24" fmla="*/ 28 w 32"/>
                <a:gd name="T2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40">
                  <a:moveTo>
                    <a:pt x="28" y="40"/>
                  </a:moveTo>
                  <a:cubicBezTo>
                    <a:pt x="26" y="40"/>
                    <a:pt x="24" y="38"/>
                    <a:pt x="24" y="36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4" y="11"/>
                    <a:pt x="20" y="8"/>
                    <a:pt x="16" y="8"/>
                  </a:cubicBezTo>
                  <a:cubicBezTo>
                    <a:pt x="12" y="8"/>
                    <a:pt x="8" y="11"/>
                    <a:pt x="8" y="14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8" y="38"/>
                    <a:pt x="6" y="40"/>
                    <a:pt x="4" y="40"/>
                  </a:cubicBezTo>
                  <a:cubicBezTo>
                    <a:pt x="2" y="40"/>
                    <a:pt x="0" y="38"/>
                    <a:pt x="0" y="36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5" y="0"/>
                    <a:pt x="32" y="7"/>
                    <a:pt x="32" y="14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2" y="38"/>
                    <a:pt x="30" y="40"/>
                    <a:pt x="28" y="4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47"/>
            <p:cNvSpPr>
              <a:spLocks/>
            </p:cNvSpPr>
            <p:nvPr/>
          </p:nvSpPr>
          <p:spPr bwMode="auto">
            <a:xfrm>
              <a:off x="147638" y="677863"/>
              <a:ext cx="26988" cy="53975"/>
            </a:xfrm>
            <a:custGeom>
              <a:avLst/>
              <a:gdLst>
                <a:gd name="T0" fmla="*/ 4 w 8"/>
                <a:gd name="T1" fmla="*/ 16 h 16"/>
                <a:gd name="T2" fmla="*/ 0 w 8"/>
                <a:gd name="T3" fmla="*/ 12 h 16"/>
                <a:gd name="T4" fmla="*/ 0 w 8"/>
                <a:gd name="T5" fmla="*/ 4 h 16"/>
                <a:gd name="T6" fmla="*/ 4 w 8"/>
                <a:gd name="T7" fmla="*/ 0 h 16"/>
                <a:gd name="T8" fmla="*/ 8 w 8"/>
                <a:gd name="T9" fmla="*/ 4 h 16"/>
                <a:gd name="T10" fmla="*/ 8 w 8"/>
                <a:gd name="T11" fmla="*/ 12 h 16"/>
                <a:gd name="T12" fmla="*/ 4 w 8"/>
                <a:gd name="T1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16">
                  <a:moveTo>
                    <a:pt x="4" y="16"/>
                  </a:moveTo>
                  <a:cubicBezTo>
                    <a:pt x="2" y="16"/>
                    <a:pt x="0" y="14"/>
                    <a:pt x="0" y="1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8" y="14"/>
                    <a:pt x="6" y="16"/>
                    <a:pt x="4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5900403" y="2396374"/>
            <a:ext cx="402488" cy="379680"/>
            <a:chOff x="3719513" y="36513"/>
            <a:chExt cx="868363" cy="819150"/>
          </a:xfrm>
          <a:solidFill>
            <a:schemeClr val="accent3"/>
          </a:solidFill>
        </p:grpSpPr>
        <p:sp>
          <p:nvSpPr>
            <p:cNvPr id="29" name="Freeform 28"/>
            <p:cNvSpPr>
              <a:spLocks noEditPoints="1"/>
            </p:cNvSpPr>
            <p:nvPr/>
          </p:nvSpPr>
          <p:spPr bwMode="auto">
            <a:xfrm>
              <a:off x="3719513" y="36513"/>
              <a:ext cx="868363" cy="819150"/>
            </a:xfrm>
            <a:custGeom>
              <a:avLst/>
              <a:gdLst>
                <a:gd name="T0" fmla="*/ 173 w 256"/>
                <a:gd name="T1" fmla="*/ 16 h 240"/>
                <a:gd name="T2" fmla="*/ 240 w 256"/>
                <a:gd name="T3" fmla="*/ 79 h 240"/>
                <a:gd name="T4" fmla="*/ 232 w 256"/>
                <a:gd name="T5" fmla="*/ 110 h 240"/>
                <a:gd name="T6" fmla="*/ 128 w 256"/>
                <a:gd name="T7" fmla="*/ 224 h 240"/>
                <a:gd name="T8" fmla="*/ 24 w 256"/>
                <a:gd name="T9" fmla="*/ 110 h 240"/>
                <a:gd name="T10" fmla="*/ 16 w 256"/>
                <a:gd name="T11" fmla="*/ 79 h 240"/>
                <a:gd name="T12" fmla="*/ 83 w 256"/>
                <a:gd name="T13" fmla="*/ 16 h 240"/>
                <a:gd name="T14" fmla="*/ 128 w 256"/>
                <a:gd name="T15" fmla="*/ 50 h 240"/>
                <a:gd name="T16" fmla="*/ 173 w 256"/>
                <a:gd name="T17" fmla="*/ 16 h 240"/>
                <a:gd name="T18" fmla="*/ 173 w 256"/>
                <a:gd name="T19" fmla="*/ 0 h 240"/>
                <a:gd name="T20" fmla="*/ 128 w 256"/>
                <a:gd name="T21" fmla="*/ 20 h 240"/>
                <a:gd name="T22" fmla="*/ 83 w 256"/>
                <a:gd name="T23" fmla="*/ 0 h 240"/>
                <a:gd name="T24" fmla="*/ 0 w 256"/>
                <a:gd name="T25" fmla="*/ 79 h 240"/>
                <a:gd name="T26" fmla="*/ 11 w 256"/>
                <a:gd name="T27" fmla="*/ 119 h 240"/>
                <a:gd name="T28" fmla="*/ 117 w 256"/>
                <a:gd name="T29" fmla="*/ 236 h 240"/>
                <a:gd name="T30" fmla="*/ 128 w 256"/>
                <a:gd name="T31" fmla="*/ 240 h 240"/>
                <a:gd name="T32" fmla="*/ 139 w 256"/>
                <a:gd name="T33" fmla="*/ 236 h 240"/>
                <a:gd name="T34" fmla="*/ 245 w 256"/>
                <a:gd name="T35" fmla="*/ 119 h 240"/>
                <a:gd name="T36" fmla="*/ 256 w 256"/>
                <a:gd name="T37" fmla="*/ 79 h 240"/>
                <a:gd name="T38" fmla="*/ 173 w 256"/>
                <a:gd name="T39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6" h="240">
                  <a:moveTo>
                    <a:pt x="173" y="16"/>
                  </a:moveTo>
                  <a:cubicBezTo>
                    <a:pt x="210" y="16"/>
                    <a:pt x="240" y="45"/>
                    <a:pt x="240" y="79"/>
                  </a:cubicBezTo>
                  <a:cubicBezTo>
                    <a:pt x="240" y="89"/>
                    <a:pt x="237" y="103"/>
                    <a:pt x="232" y="110"/>
                  </a:cubicBezTo>
                  <a:cubicBezTo>
                    <a:pt x="208" y="144"/>
                    <a:pt x="128" y="224"/>
                    <a:pt x="128" y="224"/>
                  </a:cubicBezTo>
                  <a:cubicBezTo>
                    <a:pt x="128" y="224"/>
                    <a:pt x="48" y="144"/>
                    <a:pt x="24" y="110"/>
                  </a:cubicBezTo>
                  <a:cubicBezTo>
                    <a:pt x="19" y="103"/>
                    <a:pt x="16" y="89"/>
                    <a:pt x="16" y="79"/>
                  </a:cubicBezTo>
                  <a:cubicBezTo>
                    <a:pt x="16" y="45"/>
                    <a:pt x="46" y="16"/>
                    <a:pt x="83" y="16"/>
                  </a:cubicBezTo>
                  <a:cubicBezTo>
                    <a:pt x="109" y="16"/>
                    <a:pt x="117" y="30"/>
                    <a:pt x="128" y="50"/>
                  </a:cubicBezTo>
                  <a:cubicBezTo>
                    <a:pt x="139" y="30"/>
                    <a:pt x="147" y="16"/>
                    <a:pt x="173" y="16"/>
                  </a:cubicBezTo>
                  <a:moveTo>
                    <a:pt x="173" y="0"/>
                  </a:moveTo>
                  <a:cubicBezTo>
                    <a:pt x="150" y="0"/>
                    <a:pt x="137" y="9"/>
                    <a:pt x="128" y="20"/>
                  </a:cubicBezTo>
                  <a:cubicBezTo>
                    <a:pt x="118" y="9"/>
                    <a:pt x="105" y="0"/>
                    <a:pt x="83" y="0"/>
                  </a:cubicBezTo>
                  <a:cubicBezTo>
                    <a:pt x="37" y="0"/>
                    <a:pt x="0" y="36"/>
                    <a:pt x="0" y="79"/>
                  </a:cubicBezTo>
                  <a:cubicBezTo>
                    <a:pt x="0" y="91"/>
                    <a:pt x="3" y="109"/>
                    <a:pt x="11" y="119"/>
                  </a:cubicBezTo>
                  <a:cubicBezTo>
                    <a:pt x="35" y="154"/>
                    <a:pt x="113" y="232"/>
                    <a:pt x="117" y="236"/>
                  </a:cubicBezTo>
                  <a:cubicBezTo>
                    <a:pt x="120" y="239"/>
                    <a:pt x="124" y="240"/>
                    <a:pt x="128" y="240"/>
                  </a:cubicBezTo>
                  <a:cubicBezTo>
                    <a:pt x="132" y="240"/>
                    <a:pt x="136" y="239"/>
                    <a:pt x="139" y="236"/>
                  </a:cubicBezTo>
                  <a:cubicBezTo>
                    <a:pt x="143" y="232"/>
                    <a:pt x="220" y="154"/>
                    <a:pt x="245" y="119"/>
                  </a:cubicBezTo>
                  <a:cubicBezTo>
                    <a:pt x="253" y="109"/>
                    <a:pt x="256" y="91"/>
                    <a:pt x="256" y="79"/>
                  </a:cubicBezTo>
                  <a:cubicBezTo>
                    <a:pt x="256" y="36"/>
                    <a:pt x="219" y="0"/>
                    <a:pt x="1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9"/>
            <p:cNvSpPr>
              <a:spLocks noEditPoints="1"/>
            </p:cNvSpPr>
            <p:nvPr/>
          </p:nvSpPr>
          <p:spPr bwMode="auto">
            <a:xfrm>
              <a:off x="4271963" y="146050"/>
              <a:ext cx="193675" cy="354013"/>
            </a:xfrm>
            <a:custGeom>
              <a:avLst/>
              <a:gdLst>
                <a:gd name="T0" fmla="*/ 25 w 57"/>
                <a:gd name="T1" fmla="*/ 104 h 104"/>
                <a:gd name="T2" fmla="*/ 22 w 57"/>
                <a:gd name="T3" fmla="*/ 103 h 104"/>
                <a:gd name="T4" fmla="*/ 22 w 57"/>
                <a:gd name="T5" fmla="*/ 97 h 104"/>
                <a:gd name="T6" fmla="*/ 44 w 57"/>
                <a:gd name="T7" fmla="*/ 71 h 104"/>
                <a:gd name="T8" fmla="*/ 49 w 57"/>
                <a:gd name="T9" fmla="*/ 51 h 104"/>
                <a:gd name="T10" fmla="*/ 39 w 57"/>
                <a:gd name="T11" fmla="*/ 24 h 104"/>
                <a:gd name="T12" fmla="*/ 39 w 57"/>
                <a:gd name="T13" fmla="*/ 19 h 104"/>
                <a:gd name="T14" fmla="*/ 45 w 57"/>
                <a:gd name="T15" fmla="*/ 19 h 104"/>
                <a:gd name="T16" fmla="*/ 57 w 57"/>
                <a:gd name="T17" fmla="*/ 51 h 104"/>
                <a:gd name="T18" fmla="*/ 50 w 57"/>
                <a:gd name="T19" fmla="*/ 75 h 104"/>
                <a:gd name="T20" fmla="*/ 28 w 57"/>
                <a:gd name="T21" fmla="*/ 102 h 104"/>
                <a:gd name="T22" fmla="*/ 25 w 57"/>
                <a:gd name="T23" fmla="*/ 104 h 104"/>
                <a:gd name="T24" fmla="*/ 25 w 57"/>
                <a:gd name="T25" fmla="*/ 13 h 104"/>
                <a:gd name="T26" fmla="*/ 24 w 57"/>
                <a:gd name="T27" fmla="*/ 13 h 104"/>
                <a:gd name="T28" fmla="*/ 4 w 57"/>
                <a:gd name="T29" fmla="*/ 8 h 104"/>
                <a:gd name="T30" fmla="*/ 0 w 57"/>
                <a:gd name="T31" fmla="*/ 4 h 104"/>
                <a:gd name="T32" fmla="*/ 4 w 57"/>
                <a:gd name="T33" fmla="*/ 0 h 104"/>
                <a:gd name="T34" fmla="*/ 27 w 57"/>
                <a:gd name="T35" fmla="*/ 5 h 104"/>
                <a:gd name="T36" fmla="*/ 29 w 57"/>
                <a:gd name="T37" fmla="*/ 11 h 104"/>
                <a:gd name="T38" fmla="*/ 25 w 57"/>
                <a:gd name="T39" fmla="*/ 13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7" h="104">
                  <a:moveTo>
                    <a:pt x="25" y="104"/>
                  </a:moveTo>
                  <a:cubicBezTo>
                    <a:pt x="24" y="104"/>
                    <a:pt x="23" y="103"/>
                    <a:pt x="22" y="103"/>
                  </a:cubicBezTo>
                  <a:cubicBezTo>
                    <a:pt x="20" y="101"/>
                    <a:pt x="20" y="99"/>
                    <a:pt x="22" y="97"/>
                  </a:cubicBezTo>
                  <a:cubicBezTo>
                    <a:pt x="32" y="86"/>
                    <a:pt x="39" y="77"/>
                    <a:pt x="44" y="71"/>
                  </a:cubicBezTo>
                  <a:cubicBezTo>
                    <a:pt x="47" y="66"/>
                    <a:pt x="49" y="57"/>
                    <a:pt x="49" y="51"/>
                  </a:cubicBezTo>
                  <a:cubicBezTo>
                    <a:pt x="49" y="41"/>
                    <a:pt x="45" y="32"/>
                    <a:pt x="39" y="24"/>
                  </a:cubicBezTo>
                  <a:cubicBezTo>
                    <a:pt x="38" y="23"/>
                    <a:pt x="38" y="20"/>
                    <a:pt x="39" y="19"/>
                  </a:cubicBezTo>
                  <a:cubicBezTo>
                    <a:pt x="41" y="17"/>
                    <a:pt x="44" y="17"/>
                    <a:pt x="45" y="19"/>
                  </a:cubicBezTo>
                  <a:cubicBezTo>
                    <a:pt x="53" y="28"/>
                    <a:pt x="57" y="39"/>
                    <a:pt x="57" y="51"/>
                  </a:cubicBezTo>
                  <a:cubicBezTo>
                    <a:pt x="57" y="58"/>
                    <a:pt x="55" y="69"/>
                    <a:pt x="50" y="75"/>
                  </a:cubicBezTo>
                  <a:cubicBezTo>
                    <a:pt x="46" y="82"/>
                    <a:pt x="38" y="91"/>
                    <a:pt x="28" y="102"/>
                  </a:cubicBezTo>
                  <a:cubicBezTo>
                    <a:pt x="27" y="103"/>
                    <a:pt x="26" y="104"/>
                    <a:pt x="25" y="104"/>
                  </a:cubicBezTo>
                  <a:close/>
                  <a:moveTo>
                    <a:pt x="25" y="13"/>
                  </a:moveTo>
                  <a:cubicBezTo>
                    <a:pt x="25" y="13"/>
                    <a:pt x="24" y="13"/>
                    <a:pt x="24" y="13"/>
                  </a:cubicBezTo>
                  <a:cubicBezTo>
                    <a:pt x="17" y="10"/>
                    <a:pt x="11" y="8"/>
                    <a:pt x="4" y="8"/>
                  </a:cubicBezTo>
                  <a:cubicBezTo>
                    <a:pt x="1" y="8"/>
                    <a:pt x="0" y="7"/>
                    <a:pt x="0" y="4"/>
                  </a:cubicBezTo>
                  <a:cubicBezTo>
                    <a:pt x="0" y="2"/>
                    <a:pt x="1" y="0"/>
                    <a:pt x="4" y="0"/>
                  </a:cubicBezTo>
                  <a:cubicBezTo>
                    <a:pt x="12" y="0"/>
                    <a:pt x="20" y="2"/>
                    <a:pt x="27" y="5"/>
                  </a:cubicBezTo>
                  <a:cubicBezTo>
                    <a:pt x="29" y="6"/>
                    <a:pt x="30" y="9"/>
                    <a:pt x="29" y="11"/>
                  </a:cubicBezTo>
                  <a:cubicBezTo>
                    <a:pt x="28" y="12"/>
                    <a:pt x="27" y="13"/>
                    <a:pt x="25" y="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7709339" y="2370509"/>
            <a:ext cx="423644" cy="421336"/>
            <a:chOff x="7426326" y="0"/>
            <a:chExt cx="873125" cy="868363"/>
          </a:xfrm>
          <a:solidFill>
            <a:schemeClr val="accent4"/>
          </a:solidFill>
        </p:grpSpPr>
        <p:sp>
          <p:nvSpPr>
            <p:cNvPr id="32" name="Freeform 36"/>
            <p:cNvSpPr>
              <a:spLocks/>
            </p:cNvSpPr>
            <p:nvPr/>
          </p:nvSpPr>
          <p:spPr bwMode="auto">
            <a:xfrm>
              <a:off x="7900988" y="469900"/>
              <a:ext cx="398463" cy="398463"/>
            </a:xfrm>
            <a:custGeom>
              <a:avLst/>
              <a:gdLst>
                <a:gd name="T0" fmla="*/ 86 w 117"/>
                <a:gd name="T1" fmla="*/ 117 h 117"/>
                <a:gd name="T2" fmla="*/ 65 w 117"/>
                <a:gd name="T3" fmla="*/ 108 h 117"/>
                <a:gd name="T4" fmla="*/ 3 w 117"/>
                <a:gd name="T5" fmla="*/ 46 h 117"/>
                <a:gd name="T6" fmla="*/ 3 w 117"/>
                <a:gd name="T7" fmla="*/ 34 h 117"/>
                <a:gd name="T8" fmla="*/ 14 w 117"/>
                <a:gd name="T9" fmla="*/ 34 h 117"/>
                <a:gd name="T10" fmla="*/ 77 w 117"/>
                <a:gd name="T11" fmla="*/ 97 h 117"/>
                <a:gd name="T12" fmla="*/ 86 w 117"/>
                <a:gd name="T13" fmla="*/ 101 h 117"/>
                <a:gd name="T14" fmla="*/ 87 w 117"/>
                <a:gd name="T15" fmla="*/ 101 h 117"/>
                <a:gd name="T16" fmla="*/ 96 w 117"/>
                <a:gd name="T17" fmla="*/ 97 h 117"/>
                <a:gd name="T18" fmla="*/ 101 w 117"/>
                <a:gd name="T19" fmla="*/ 87 h 117"/>
                <a:gd name="T20" fmla="*/ 97 w 117"/>
                <a:gd name="T21" fmla="*/ 77 h 117"/>
                <a:gd name="T22" fmla="*/ 34 w 117"/>
                <a:gd name="T23" fmla="*/ 14 h 117"/>
                <a:gd name="T24" fmla="*/ 34 w 117"/>
                <a:gd name="T25" fmla="*/ 3 h 117"/>
                <a:gd name="T26" fmla="*/ 45 w 117"/>
                <a:gd name="T27" fmla="*/ 3 h 117"/>
                <a:gd name="T28" fmla="*/ 108 w 117"/>
                <a:gd name="T29" fmla="*/ 66 h 117"/>
                <a:gd name="T30" fmla="*/ 117 w 117"/>
                <a:gd name="T31" fmla="*/ 87 h 117"/>
                <a:gd name="T32" fmla="*/ 108 w 117"/>
                <a:gd name="T33" fmla="*/ 108 h 117"/>
                <a:gd name="T34" fmla="*/ 87 w 117"/>
                <a:gd name="T35" fmla="*/ 117 h 117"/>
                <a:gd name="T36" fmla="*/ 86 w 117"/>
                <a:gd name="T3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7" h="117">
                  <a:moveTo>
                    <a:pt x="86" y="117"/>
                  </a:moveTo>
                  <a:cubicBezTo>
                    <a:pt x="79" y="117"/>
                    <a:pt x="71" y="114"/>
                    <a:pt x="65" y="10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0" y="42"/>
                    <a:pt x="0" y="37"/>
                    <a:pt x="3" y="34"/>
                  </a:cubicBezTo>
                  <a:cubicBezTo>
                    <a:pt x="6" y="31"/>
                    <a:pt x="11" y="31"/>
                    <a:pt x="14" y="34"/>
                  </a:cubicBezTo>
                  <a:cubicBezTo>
                    <a:pt x="77" y="97"/>
                    <a:pt x="77" y="97"/>
                    <a:pt x="77" y="97"/>
                  </a:cubicBezTo>
                  <a:cubicBezTo>
                    <a:pt x="79" y="99"/>
                    <a:pt x="83" y="101"/>
                    <a:pt x="86" y="101"/>
                  </a:cubicBezTo>
                  <a:cubicBezTo>
                    <a:pt x="86" y="101"/>
                    <a:pt x="87" y="101"/>
                    <a:pt x="87" y="101"/>
                  </a:cubicBezTo>
                  <a:cubicBezTo>
                    <a:pt x="90" y="101"/>
                    <a:pt x="94" y="99"/>
                    <a:pt x="96" y="97"/>
                  </a:cubicBezTo>
                  <a:cubicBezTo>
                    <a:pt x="99" y="94"/>
                    <a:pt x="101" y="91"/>
                    <a:pt x="101" y="87"/>
                  </a:cubicBezTo>
                  <a:cubicBezTo>
                    <a:pt x="101" y="83"/>
                    <a:pt x="99" y="80"/>
                    <a:pt x="97" y="77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1" y="11"/>
                    <a:pt x="31" y="6"/>
                    <a:pt x="34" y="3"/>
                  </a:cubicBezTo>
                  <a:cubicBezTo>
                    <a:pt x="37" y="0"/>
                    <a:pt x="42" y="0"/>
                    <a:pt x="45" y="3"/>
                  </a:cubicBezTo>
                  <a:cubicBezTo>
                    <a:pt x="108" y="66"/>
                    <a:pt x="108" y="66"/>
                    <a:pt x="108" y="66"/>
                  </a:cubicBezTo>
                  <a:cubicBezTo>
                    <a:pt x="114" y="71"/>
                    <a:pt x="117" y="79"/>
                    <a:pt x="117" y="87"/>
                  </a:cubicBezTo>
                  <a:cubicBezTo>
                    <a:pt x="117" y="95"/>
                    <a:pt x="113" y="102"/>
                    <a:pt x="108" y="108"/>
                  </a:cubicBezTo>
                  <a:cubicBezTo>
                    <a:pt x="102" y="114"/>
                    <a:pt x="95" y="117"/>
                    <a:pt x="87" y="117"/>
                  </a:cubicBezTo>
                  <a:cubicBezTo>
                    <a:pt x="87" y="117"/>
                    <a:pt x="87" y="117"/>
                    <a:pt x="86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37"/>
            <p:cNvSpPr>
              <a:spLocks noEditPoints="1"/>
            </p:cNvSpPr>
            <p:nvPr/>
          </p:nvSpPr>
          <p:spPr bwMode="auto">
            <a:xfrm>
              <a:off x="7426326" y="0"/>
              <a:ext cx="665163" cy="666750"/>
            </a:xfrm>
            <a:custGeom>
              <a:avLst/>
              <a:gdLst>
                <a:gd name="T0" fmla="*/ 98 w 196"/>
                <a:gd name="T1" fmla="*/ 16 h 196"/>
                <a:gd name="T2" fmla="*/ 180 w 196"/>
                <a:gd name="T3" fmla="*/ 98 h 196"/>
                <a:gd name="T4" fmla="*/ 98 w 196"/>
                <a:gd name="T5" fmla="*/ 180 h 196"/>
                <a:gd name="T6" fmla="*/ 16 w 196"/>
                <a:gd name="T7" fmla="*/ 98 h 196"/>
                <a:gd name="T8" fmla="*/ 98 w 196"/>
                <a:gd name="T9" fmla="*/ 16 h 196"/>
                <a:gd name="T10" fmla="*/ 98 w 196"/>
                <a:gd name="T11" fmla="*/ 0 h 196"/>
                <a:gd name="T12" fmla="*/ 0 w 196"/>
                <a:gd name="T13" fmla="*/ 98 h 196"/>
                <a:gd name="T14" fmla="*/ 98 w 196"/>
                <a:gd name="T15" fmla="*/ 196 h 196"/>
                <a:gd name="T16" fmla="*/ 196 w 196"/>
                <a:gd name="T17" fmla="*/ 98 h 196"/>
                <a:gd name="T18" fmla="*/ 98 w 196"/>
                <a:gd name="T19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6" h="196">
                  <a:moveTo>
                    <a:pt x="98" y="16"/>
                  </a:moveTo>
                  <a:cubicBezTo>
                    <a:pt x="143" y="16"/>
                    <a:pt x="180" y="53"/>
                    <a:pt x="180" y="98"/>
                  </a:cubicBezTo>
                  <a:cubicBezTo>
                    <a:pt x="180" y="143"/>
                    <a:pt x="143" y="180"/>
                    <a:pt x="98" y="180"/>
                  </a:cubicBezTo>
                  <a:cubicBezTo>
                    <a:pt x="53" y="180"/>
                    <a:pt x="16" y="143"/>
                    <a:pt x="16" y="98"/>
                  </a:cubicBezTo>
                  <a:cubicBezTo>
                    <a:pt x="16" y="53"/>
                    <a:pt x="53" y="16"/>
                    <a:pt x="98" y="16"/>
                  </a:cubicBezTo>
                  <a:moveTo>
                    <a:pt x="98" y="0"/>
                  </a:moveTo>
                  <a:cubicBezTo>
                    <a:pt x="44" y="0"/>
                    <a:pt x="0" y="44"/>
                    <a:pt x="0" y="98"/>
                  </a:cubicBezTo>
                  <a:cubicBezTo>
                    <a:pt x="0" y="152"/>
                    <a:pt x="44" y="196"/>
                    <a:pt x="98" y="196"/>
                  </a:cubicBezTo>
                  <a:cubicBezTo>
                    <a:pt x="152" y="196"/>
                    <a:pt x="196" y="152"/>
                    <a:pt x="196" y="98"/>
                  </a:cubicBezTo>
                  <a:cubicBezTo>
                    <a:pt x="196" y="44"/>
                    <a:pt x="152" y="0"/>
                    <a:pt x="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38"/>
            <p:cNvSpPr>
              <a:spLocks/>
            </p:cNvSpPr>
            <p:nvPr/>
          </p:nvSpPr>
          <p:spPr bwMode="auto">
            <a:xfrm>
              <a:off x="7700963" y="112713"/>
              <a:ext cx="41275" cy="30163"/>
            </a:xfrm>
            <a:custGeom>
              <a:avLst/>
              <a:gdLst>
                <a:gd name="T0" fmla="*/ 4 w 12"/>
                <a:gd name="T1" fmla="*/ 9 h 9"/>
                <a:gd name="T2" fmla="*/ 0 w 12"/>
                <a:gd name="T3" fmla="*/ 5 h 9"/>
                <a:gd name="T4" fmla="*/ 4 w 12"/>
                <a:gd name="T5" fmla="*/ 1 h 9"/>
                <a:gd name="T6" fmla="*/ 8 w 12"/>
                <a:gd name="T7" fmla="*/ 0 h 9"/>
                <a:gd name="T8" fmla="*/ 12 w 12"/>
                <a:gd name="T9" fmla="*/ 4 h 9"/>
                <a:gd name="T10" fmla="*/ 8 w 12"/>
                <a:gd name="T11" fmla="*/ 8 h 9"/>
                <a:gd name="T12" fmla="*/ 4 w 12"/>
                <a:gd name="T13" fmla="*/ 9 h 9"/>
                <a:gd name="T14" fmla="*/ 4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4" y="9"/>
                  </a:moveTo>
                  <a:cubicBezTo>
                    <a:pt x="2" y="9"/>
                    <a:pt x="0" y="7"/>
                    <a:pt x="0" y="5"/>
                  </a:cubicBezTo>
                  <a:cubicBezTo>
                    <a:pt x="0" y="3"/>
                    <a:pt x="2" y="1"/>
                    <a:pt x="4" y="1"/>
                  </a:cubicBezTo>
                  <a:cubicBezTo>
                    <a:pt x="5" y="1"/>
                    <a:pt x="7" y="0"/>
                    <a:pt x="8" y="0"/>
                  </a:cubicBezTo>
                  <a:cubicBezTo>
                    <a:pt x="11" y="0"/>
                    <a:pt x="12" y="2"/>
                    <a:pt x="12" y="4"/>
                  </a:cubicBezTo>
                  <a:cubicBezTo>
                    <a:pt x="12" y="7"/>
                    <a:pt x="11" y="8"/>
                    <a:pt x="8" y="8"/>
                  </a:cubicBezTo>
                  <a:cubicBezTo>
                    <a:pt x="7" y="8"/>
                    <a:pt x="6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39"/>
            <p:cNvSpPr>
              <a:spLocks/>
            </p:cNvSpPr>
            <p:nvPr/>
          </p:nvSpPr>
          <p:spPr bwMode="auto">
            <a:xfrm>
              <a:off x="7542213" y="128588"/>
              <a:ext cx="128588" cy="187325"/>
            </a:xfrm>
            <a:custGeom>
              <a:avLst/>
              <a:gdLst>
                <a:gd name="T0" fmla="*/ 4 w 38"/>
                <a:gd name="T1" fmla="*/ 55 h 55"/>
                <a:gd name="T2" fmla="*/ 0 w 38"/>
                <a:gd name="T3" fmla="*/ 51 h 55"/>
                <a:gd name="T4" fmla="*/ 32 w 38"/>
                <a:gd name="T5" fmla="*/ 1 h 55"/>
                <a:gd name="T6" fmla="*/ 37 w 38"/>
                <a:gd name="T7" fmla="*/ 2 h 55"/>
                <a:gd name="T8" fmla="*/ 35 w 38"/>
                <a:gd name="T9" fmla="*/ 8 h 55"/>
                <a:gd name="T10" fmla="*/ 8 w 38"/>
                <a:gd name="T11" fmla="*/ 51 h 55"/>
                <a:gd name="T12" fmla="*/ 4 w 38"/>
                <a:gd name="T13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55">
                  <a:moveTo>
                    <a:pt x="4" y="55"/>
                  </a:moveTo>
                  <a:cubicBezTo>
                    <a:pt x="1" y="55"/>
                    <a:pt x="0" y="53"/>
                    <a:pt x="0" y="51"/>
                  </a:cubicBezTo>
                  <a:cubicBezTo>
                    <a:pt x="0" y="30"/>
                    <a:pt x="12" y="10"/>
                    <a:pt x="32" y="1"/>
                  </a:cubicBezTo>
                  <a:cubicBezTo>
                    <a:pt x="34" y="0"/>
                    <a:pt x="37" y="0"/>
                    <a:pt x="37" y="2"/>
                  </a:cubicBezTo>
                  <a:cubicBezTo>
                    <a:pt x="38" y="4"/>
                    <a:pt x="37" y="7"/>
                    <a:pt x="35" y="8"/>
                  </a:cubicBezTo>
                  <a:cubicBezTo>
                    <a:pt x="19" y="16"/>
                    <a:pt x="8" y="33"/>
                    <a:pt x="8" y="51"/>
                  </a:cubicBezTo>
                  <a:cubicBezTo>
                    <a:pt x="8" y="53"/>
                    <a:pt x="6" y="55"/>
                    <a:pt x="4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0"/>
            <p:cNvSpPr>
              <a:spLocks/>
            </p:cNvSpPr>
            <p:nvPr/>
          </p:nvSpPr>
          <p:spPr bwMode="auto">
            <a:xfrm>
              <a:off x="8010526" y="568325"/>
              <a:ext cx="107950" cy="112713"/>
            </a:xfrm>
            <a:custGeom>
              <a:avLst/>
              <a:gdLst>
                <a:gd name="T0" fmla="*/ 4 w 32"/>
                <a:gd name="T1" fmla="*/ 33 h 33"/>
                <a:gd name="T2" fmla="*/ 1 w 32"/>
                <a:gd name="T3" fmla="*/ 32 h 33"/>
                <a:gd name="T4" fmla="*/ 1 w 32"/>
                <a:gd name="T5" fmla="*/ 26 h 33"/>
                <a:gd name="T6" fmla="*/ 25 w 32"/>
                <a:gd name="T7" fmla="*/ 2 h 33"/>
                <a:gd name="T8" fmla="*/ 31 w 32"/>
                <a:gd name="T9" fmla="*/ 2 h 33"/>
                <a:gd name="T10" fmla="*/ 31 w 32"/>
                <a:gd name="T11" fmla="*/ 8 h 33"/>
                <a:gd name="T12" fmla="*/ 7 w 32"/>
                <a:gd name="T13" fmla="*/ 32 h 33"/>
                <a:gd name="T14" fmla="*/ 4 w 32"/>
                <a:gd name="T1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33">
                  <a:moveTo>
                    <a:pt x="4" y="33"/>
                  </a:moveTo>
                  <a:cubicBezTo>
                    <a:pt x="3" y="33"/>
                    <a:pt x="2" y="32"/>
                    <a:pt x="1" y="32"/>
                  </a:cubicBezTo>
                  <a:cubicBezTo>
                    <a:pt x="0" y="30"/>
                    <a:pt x="0" y="28"/>
                    <a:pt x="1" y="26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7" y="0"/>
                    <a:pt x="29" y="0"/>
                    <a:pt x="31" y="2"/>
                  </a:cubicBezTo>
                  <a:cubicBezTo>
                    <a:pt x="32" y="4"/>
                    <a:pt x="32" y="6"/>
                    <a:pt x="31" y="8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6" y="32"/>
                    <a:pt x="5" y="33"/>
                    <a:pt x="4" y="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41"/>
            <p:cNvSpPr>
              <a:spLocks/>
            </p:cNvSpPr>
            <p:nvPr/>
          </p:nvSpPr>
          <p:spPr bwMode="auto">
            <a:xfrm>
              <a:off x="8051801" y="609600"/>
              <a:ext cx="107950" cy="112713"/>
            </a:xfrm>
            <a:custGeom>
              <a:avLst/>
              <a:gdLst>
                <a:gd name="T0" fmla="*/ 4 w 32"/>
                <a:gd name="T1" fmla="*/ 33 h 33"/>
                <a:gd name="T2" fmla="*/ 1 w 32"/>
                <a:gd name="T3" fmla="*/ 32 h 33"/>
                <a:gd name="T4" fmla="*/ 1 w 32"/>
                <a:gd name="T5" fmla="*/ 26 h 33"/>
                <a:gd name="T6" fmla="*/ 25 w 32"/>
                <a:gd name="T7" fmla="*/ 2 h 33"/>
                <a:gd name="T8" fmla="*/ 31 w 32"/>
                <a:gd name="T9" fmla="*/ 2 h 33"/>
                <a:gd name="T10" fmla="*/ 31 w 32"/>
                <a:gd name="T11" fmla="*/ 8 h 33"/>
                <a:gd name="T12" fmla="*/ 7 w 32"/>
                <a:gd name="T13" fmla="*/ 32 h 33"/>
                <a:gd name="T14" fmla="*/ 4 w 32"/>
                <a:gd name="T1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33">
                  <a:moveTo>
                    <a:pt x="4" y="33"/>
                  </a:moveTo>
                  <a:cubicBezTo>
                    <a:pt x="3" y="33"/>
                    <a:pt x="2" y="32"/>
                    <a:pt x="1" y="32"/>
                  </a:cubicBezTo>
                  <a:cubicBezTo>
                    <a:pt x="0" y="30"/>
                    <a:pt x="0" y="28"/>
                    <a:pt x="1" y="26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7" y="0"/>
                    <a:pt x="29" y="0"/>
                    <a:pt x="31" y="2"/>
                  </a:cubicBezTo>
                  <a:cubicBezTo>
                    <a:pt x="32" y="4"/>
                    <a:pt x="32" y="6"/>
                    <a:pt x="31" y="8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6" y="32"/>
                    <a:pt x="5" y="33"/>
                    <a:pt x="4" y="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4120935" y="2370381"/>
            <a:ext cx="332218" cy="432674"/>
            <a:chOff x="11255376" y="0"/>
            <a:chExt cx="666750" cy="868363"/>
          </a:xfrm>
          <a:solidFill>
            <a:schemeClr val="accent2"/>
          </a:solidFill>
        </p:grpSpPr>
        <p:sp>
          <p:nvSpPr>
            <p:cNvPr id="52" name="Freeform 16"/>
            <p:cNvSpPr>
              <a:spLocks noEditPoints="1"/>
            </p:cNvSpPr>
            <p:nvPr/>
          </p:nvSpPr>
          <p:spPr bwMode="auto">
            <a:xfrm>
              <a:off x="11255376" y="0"/>
              <a:ext cx="666750" cy="666750"/>
            </a:xfrm>
            <a:custGeom>
              <a:avLst/>
              <a:gdLst>
                <a:gd name="T0" fmla="*/ 98 w 196"/>
                <a:gd name="T1" fmla="*/ 16 h 196"/>
                <a:gd name="T2" fmla="*/ 180 w 196"/>
                <a:gd name="T3" fmla="*/ 98 h 196"/>
                <a:gd name="T4" fmla="*/ 98 w 196"/>
                <a:gd name="T5" fmla="*/ 180 h 196"/>
                <a:gd name="T6" fmla="*/ 16 w 196"/>
                <a:gd name="T7" fmla="*/ 98 h 196"/>
                <a:gd name="T8" fmla="*/ 98 w 196"/>
                <a:gd name="T9" fmla="*/ 16 h 196"/>
                <a:gd name="T10" fmla="*/ 98 w 196"/>
                <a:gd name="T11" fmla="*/ 0 h 196"/>
                <a:gd name="T12" fmla="*/ 0 w 196"/>
                <a:gd name="T13" fmla="*/ 98 h 196"/>
                <a:gd name="T14" fmla="*/ 98 w 196"/>
                <a:gd name="T15" fmla="*/ 196 h 196"/>
                <a:gd name="T16" fmla="*/ 196 w 196"/>
                <a:gd name="T17" fmla="*/ 98 h 196"/>
                <a:gd name="T18" fmla="*/ 98 w 196"/>
                <a:gd name="T19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6" h="196">
                  <a:moveTo>
                    <a:pt x="98" y="16"/>
                  </a:moveTo>
                  <a:cubicBezTo>
                    <a:pt x="143" y="16"/>
                    <a:pt x="180" y="53"/>
                    <a:pt x="180" y="98"/>
                  </a:cubicBezTo>
                  <a:cubicBezTo>
                    <a:pt x="180" y="143"/>
                    <a:pt x="143" y="180"/>
                    <a:pt x="98" y="180"/>
                  </a:cubicBezTo>
                  <a:cubicBezTo>
                    <a:pt x="52" y="180"/>
                    <a:pt x="16" y="143"/>
                    <a:pt x="16" y="98"/>
                  </a:cubicBezTo>
                  <a:cubicBezTo>
                    <a:pt x="16" y="53"/>
                    <a:pt x="52" y="16"/>
                    <a:pt x="98" y="16"/>
                  </a:cubicBezTo>
                  <a:moveTo>
                    <a:pt x="98" y="0"/>
                  </a:moveTo>
                  <a:cubicBezTo>
                    <a:pt x="44" y="0"/>
                    <a:pt x="0" y="44"/>
                    <a:pt x="0" y="98"/>
                  </a:cubicBezTo>
                  <a:cubicBezTo>
                    <a:pt x="0" y="152"/>
                    <a:pt x="44" y="196"/>
                    <a:pt x="98" y="196"/>
                  </a:cubicBezTo>
                  <a:cubicBezTo>
                    <a:pt x="152" y="196"/>
                    <a:pt x="196" y="152"/>
                    <a:pt x="196" y="98"/>
                  </a:cubicBezTo>
                  <a:cubicBezTo>
                    <a:pt x="196" y="44"/>
                    <a:pt x="152" y="0"/>
                    <a:pt x="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7"/>
            <p:cNvSpPr>
              <a:spLocks/>
            </p:cNvSpPr>
            <p:nvPr/>
          </p:nvSpPr>
          <p:spPr bwMode="auto">
            <a:xfrm>
              <a:off x="11531601" y="115888"/>
              <a:ext cx="39688" cy="26988"/>
            </a:xfrm>
            <a:custGeom>
              <a:avLst/>
              <a:gdLst>
                <a:gd name="T0" fmla="*/ 4 w 12"/>
                <a:gd name="T1" fmla="*/ 8 h 8"/>
                <a:gd name="T2" fmla="*/ 0 w 12"/>
                <a:gd name="T3" fmla="*/ 4 h 8"/>
                <a:gd name="T4" fmla="*/ 3 w 12"/>
                <a:gd name="T5" fmla="*/ 0 h 8"/>
                <a:gd name="T6" fmla="*/ 8 w 12"/>
                <a:gd name="T7" fmla="*/ 0 h 8"/>
                <a:gd name="T8" fmla="*/ 12 w 12"/>
                <a:gd name="T9" fmla="*/ 4 h 8"/>
                <a:gd name="T10" fmla="*/ 8 w 12"/>
                <a:gd name="T11" fmla="*/ 8 h 8"/>
                <a:gd name="T12" fmla="*/ 4 w 12"/>
                <a:gd name="T13" fmla="*/ 8 h 8"/>
                <a:gd name="T14" fmla="*/ 4 w 12"/>
                <a:gd name="T1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8">
                  <a:moveTo>
                    <a:pt x="4" y="8"/>
                  </a:move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7" y="0"/>
                    <a:pt x="8" y="0"/>
                  </a:cubicBezTo>
                  <a:cubicBezTo>
                    <a:pt x="10" y="0"/>
                    <a:pt x="12" y="1"/>
                    <a:pt x="12" y="4"/>
                  </a:cubicBezTo>
                  <a:cubicBezTo>
                    <a:pt x="12" y="6"/>
                    <a:pt x="10" y="8"/>
                    <a:pt x="8" y="8"/>
                  </a:cubicBezTo>
                  <a:cubicBezTo>
                    <a:pt x="7" y="8"/>
                    <a:pt x="5" y="8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8"/>
            <p:cNvSpPr>
              <a:spLocks/>
            </p:cNvSpPr>
            <p:nvPr/>
          </p:nvSpPr>
          <p:spPr bwMode="auto">
            <a:xfrm>
              <a:off x="11368088" y="128588"/>
              <a:ext cx="131763" cy="187325"/>
            </a:xfrm>
            <a:custGeom>
              <a:avLst/>
              <a:gdLst>
                <a:gd name="T0" fmla="*/ 4 w 39"/>
                <a:gd name="T1" fmla="*/ 55 h 55"/>
                <a:gd name="T2" fmla="*/ 0 w 39"/>
                <a:gd name="T3" fmla="*/ 51 h 55"/>
                <a:gd name="T4" fmla="*/ 33 w 39"/>
                <a:gd name="T5" fmla="*/ 1 h 55"/>
                <a:gd name="T6" fmla="*/ 38 w 39"/>
                <a:gd name="T7" fmla="*/ 3 h 55"/>
                <a:gd name="T8" fmla="*/ 36 w 39"/>
                <a:gd name="T9" fmla="*/ 8 h 55"/>
                <a:gd name="T10" fmla="*/ 8 w 39"/>
                <a:gd name="T11" fmla="*/ 51 h 55"/>
                <a:gd name="T12" fmla="*/ 4 w 39"/>
                <a:gd name="T13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" h="55">
                  <a:moveTo>
                    <a:pt x="4" y="55"/>
                  </a:moveTo>
                  <a:cubicBezTo>
                    <a:pt x="2" y="55"/>
                    <a:pt x="0" y="54"/>
                    <a:pt x="0" y="51"/>
                  </a:cubicBezTo>
                  <a:cubicBezTo>
                    <a:pt x="0" y="30"/>
                    <a:pt x="13" y="10"/>
                    <a:pt x="33" y="1"/>
                  </a:cubicBezTo>
                  <a:cubicBezTo>
                    <a:pt x="35" y="0"/>
                    <a:pt x="37" y="1"/>
                    <a:pt x="38" y="3"/>
                  </a:cubicBezTo>
                  <a:cubicBezTo>
                    <a:pt x="39" y="5"/>
                    <a:pt x="38" y="7"/>
                    <a:pt x="36" y="8"/>
                  </a:cubicBezTo>
                  <a:cubicBezTo>
                    <a:pt x="19" y="16"/>
                    <a:pt x="8" y="33"/>
                    <a:pt x="8" y="51"/>
                  </a:cubicBezTo>
                  <a:cubicBezTo>
                    <a:pt x="8" y="54"/>
                    <a:pt x="6" y="55"/>
                    <a:pt x="4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9"/>
            <p:cNvSpPr>
              <a:spLocks/>
            </p:cNvSpPr>
            <p:nvPr/>
          </p:nvSpPr>
          <p:spPr bwMode="auto">
            <a:xfrm>
              <a:off x="11428413" y="592138"/>
              <a:ext cx="306388" cy="263525"/>
            </a:xfrm>
            <a:custGeom>
              <a:avLst/>
              <a:gdLst>
                <a:gd name="T0" fmla="*/ 69 w 90"/>
                <a:gd name="T1" fmla="*/ 77 h 77"/>
                <a:gd name="T2" fmla="*/ 21 w 90"/>
                <a:gd name="T3" fmla="*/ 77 h 77"/>
                <a:gd name="T4" fmla="*/ 13 w 90"/>
                <a:gd name="T5" fmla="*/ 71 h 77"/>
                <a:gd name="T6" fmla="*/ 1 w 90"/>
                <a:gd name="T7" fmla="*/ 12 h 77"/>
                <a:gd name="T8" fmla="*/ 7 w 90"/>
                <a:gd name="T9" fmla="*/ 2 h 77"/>
                <a:gd name="T10" fmla="*/ 17 w 90"/>
                <a:gd name="T11" fmla="*/ 9 h 77"/>
                <a:gd name="T12" fmla="*/ 27 w 90"/>
                <a:gd name="T13" fmla="*/ 61 h 77"/>
                <a:gd name="T14" fmla="*/ 63 w 90"/>
                <a:gd name="T15" fmla="*/ 61 h 77"/>
                <a:gd name="T16" fmla="*/ 73 w 90"/>
                <a:gd name="T17" fmla="*/ 7 h 77"/>
                <a:gd name="T18" fmla="*/ 82 w 90"/>
                <a:gd name="T19" fmla="*/ 1 h 77"/>
                <a:gd name="T20" fmla="*/ 89 w 90"/>
                <a:gd name="T21" fmla="*/ 10 h 77"/>
                <a:gd name="T22" fmla="*/ 77 w 90"/>
                <a:gd name="T23" fmla="*/ 71 h 77"/>
                <a:gd name="T24" fmla="*/ 69 w 90"/>
                <a:gd name="T25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" h="77">
                  <a:moveTo>
                    <a:pt x="69" y="77"/>
                  </a:moveTo>
                  <a:cubicBezTo>
                    <a:pt x="21" y="77"/>
                    <a:pt x="21" y="77"/>
                    <a:pt x="21" y="77"/>
                  </a:cubicBezTo>
                  <a:cubicBezTo>
                    <a:pt x="17" y="77"/>
                    <a:pt x="13" y="74"/>
                    <a:pt x="13" y="7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8"/>
                    <a:pt x="3" y="3"/>
                    <a:pt x="7" y="2"/>
                  </a:cubicBezTo>
                  <a:cubicBezTo>
                    <a:pt x="12" y="2"/>
                    <a:pt x="16" y="4"/>
                    <a:pt x="17" y="9"/>
                  </a:cubicBezTo>
                  <a:cubicBezTo>
                    <a:pt x="27" y="61"/>
                    <a:pt x="27" y="61"/>
                    <a:pt x="27" y="61"/>
                  </a:cubicBezTo>
                  <a:cubicBezTo>
                    <a:pt x="63" y="61"/>
                    <a:pt x="63" y="61"/>
                    <a:pt x="63" y="61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4" y="3"/>
                    <a:pt x="78" y="0"/>
                    <a:pt x="82" y="1"/>
                  </a:cubicBezTo>
                  <a:cubicBezTo>
                    <a:pt x="87" y="2"/>
                    <a:pt x="90" y="6"/>
                    <a:pt x="89" y="10"/>
                  </a:cubicBezTo>
                  <a:cubicBezTo>
                    <a:pt x="77" y="71"/>
                    <a:pt x="77" y="71"/>
                    <a:pt x="77" y="71"/>
                  </a:cubicBezTo>
                  <a:cubicBezTo>
                    <a:pt x="77" y="74"/>
                    <a:pt x="73" y="77"/>
                    <a:pt x="69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0"/>
            <p:cNvSpPr>
              <a:spLocks/>
            </p:cNvSpPr>
            <p:nvPr/>
          </p:nvSpPr>
          <p:spPr bwMode="auto">
            <a:xfrm>
              <a:off x="11541126" y="814388"/>
              <a:ext cx="80963" cy="53975"/>
            </a:xfrm>
            <a:custGeom>
              <a:avLst/>
              <a:gdLst>
                <a:gd name="T0" fmla="*/ 16 w 24"/>
                <a:gd name="T1" fmla="*/ 16 h 16"/>
                <a:gd name="T2" fmla="*/ 8 w 24"/>
                <a:gd name="T3" fmla="*/ 16 h 16"/>
                <a:gd name="T4" fmla="*/ 0 w 24"/>
                <a:gd name="T5" fmla="*/ 8 h 16"/>
                <a:gd name="T6" fmla="*/ 8 w 24"/>
                <a:gd name="T7" fmla="*/ 0 h 16"/>
                <a:gd name="T8" fmla="*/ 16 w 24"/>
                <a:gd name="T9" fmla="*/ 0 h 16"/>
                <a:gd name="T10" fmla="*/ 24 w 24"/>
                <a:gd name="T11" fmla="*/ 8 h 16"/>
                <a:gd name="T12" fmla="*/ 16 w 24"/>
                <a:gd name="T1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6">
                  <a:moveTo>
                    <a:pt x="16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4" y="16"/>
                    <a:pt x="0" y="12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0" y="0"/>
                    <a:pt x="24" y="4"/>
                    <a:pt x="24" y="8"/>
                  </a:cubicBezTo>
                  <a:cubicBezTo>
                    <a:pt x="24" y="12"/>
                    <a:pt x="20" y="16"/>
                    <a:pt x="16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1"/>
            <p:cNvSpPr>
              <a:spLocks/>
            </p:cNvSpPr>
            <p:nvPr/>
          </p:nvSpPr>
          <p:spPr bwMode="auto">
            <a:xfrm>
              <a:off x="11514138" y="687388"/>
              <a:ext cx="125413" cy="41275"/>
            </a:xfrm>
            <a:custGeom>
              <a:avLst/>
              <a:gdLst>
                <a:gd name="T0" fmla="*/ 33 w 37"/>
                <a:gd name="T1" fmla="*/ 12 h 12"/>
                <a:gd name="T2" fmla="*/ 33 w 37"/>
                <a:gd name="T3" fmla="*/ 12 h 12"/>
                <a:gd name="T4" fmla="*/ 3 w 37"/>
                <a:gd name="T5" fmla="*/ 9 h 12"/>
                <a:gd name="T6" fmla="*/ 0 w 37"/>
                <a:gd name="T7" fmla="*/ 4 h 12"/>
                <a:gd name="T8" fmla="*/ 4 w 37"/>
                <a:gd name="T9" fmla="*/ 1 h 12"/>
                <a:gd name="T10" fmla="*/ 34 w 37"/>
                <a:gd name="T11" fmla="*/ 4 h 12"/>
                <a:gd name="T12" fmla="*/ 37 w 37"/>
                <a:gd name="T13" fmla="*/ 9 h 12"/>
                <a:gd name="T14" fmla="*/ 33 w 37"/>
                <a:gd name="T15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12">
                  <a:moveTo>
                    <a:pt x="33" y="12"/>
                  </a:moveTo>
                  <a:cubicBezTo>
                    <a:pt x="33" y="12"/>
                    <a:pt x="33" y="12"/>
                    <a:pt x="33" y="12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2"/>
                    <a:pt x="2" y="0"/>
                    <a:pt x="4" y="1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6" y="5"/>
                    <a:pt x="37" y="7"/>
                    <a:pt x="37" y="9"/>
                  </a:cubicBezTo>
                  <a:cubicBezTo>
                    <a:pt x="37" y="11"/>
                    <a:pt x="35" y="12"/>
                    <a:pt x="3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2"/>
            <p:cNvSpPr>
              <a:spLocks/>
            </p:cNvSpPr>
            <p:nvPr/>
          </p:nvSpPr>
          <p:spPr bwMode="auto">
            <a:xfrm>
              <a:off x="11520488" y="746125"/>
              <a:ext cx="112713" cy="36513"/>
            </a:xfrm>
            <a:custGeom>
              <a:avLst/>
              <a:gdLst>
                <a:gd name="T0" fmla="*/ 29 w 33"/>
                <a:gd name="T1" fmla="*/ 11 h 11"/>
                <a:gd name="T2" fmla="*/ 29 w 33"/>
                <a:gd name="T3" fmla="*/ 11 h 11"/>
                <a:gd name="T4" fmla="*/ 4 w 33"/>
                <a:gd name="T5" fmla="*/ 8 h 11"/>
                <a:gd name="T6" fmla="*/ 1 w 33"/>
                <a:gd name="T7" fmla="*/ 3 h 11"/>
                <a:gd name="T8" fmla="*/ 5 w 33"/>
                <a:gd name="T9" fmla="*/ 0 h 11"/>
                <a:gd name="T10" fmla="*/ 30 w 33"/>
                <a:gd name="T11" fmla="*/ 3 h 11"/>
                <a:gd name="T12" fmla="*/ 33 w 33"/>
                <a:gd name="T13" fmla="*/ 7 h 11"/>
                <a:gd name="T14" fmla="*/ 29 w 33"/>
                <a:gd name="T15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" h="11">
                  <a:moveTo>
                    <a:pt x="29" y="11"/>
                  </a:moveTo>
                  <a:cubicBezTo>
                    <a:pt x="29" y="11"/>
                    <a:pt x="29" y="11"/>
                    <a:pt x="29" y="11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1" y="3"/>
                  </a:cubicBezTo>
                  <a:cubicBezTo>
                    <a:pt x="1" y="1"/>
                    <a:pt x="3" y="0"/>
                    <a:pt x="5" y="0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2" y="3"/>
                    <a:pt x="33" y="5"/>
                    <a:pt x="33" y="7"/>
                  </a:cubicBezTo>
                  <a:cubicBezTo>
                    <a:pt x="33" y="9"/>
                    <a:pt x="31" y="11"/>
                    <a:pt x="29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3"/>
            <p:cNvSpPr>
              <a:spLocks/>
            </p:cNvSpPr>
            <p:nvPr/>
          </p:nvSpPr>
          <p:spPr bwMode="auto">
            <a:xfrm>
              <a:off x="11476038" y="381000"/>
              <a:ext cx="74613" cy="246063"/>
            </a:xfrm>
            <a:custGeom>
              <a:avLst/>
              <a:gdLst>
                <a:gd name="T0" fmla="*/ 17 w 22"/>
                <a:gd name="T1" fmla="*/ 72 h 72"/>
                <a:gd name="T2" fmla="*/ 13 w 22"/>
                <a:gd name="T3" fmla="*/ 68 h 72"/>
                <a:gd name="T4" fmla="*/ 0 w 22"/>
                <a:gd name="T5" fmla="*/ 5 h 72"/>
                <a:gd name="T6" fmla="*/ 3 w 22"/>
                <a:gd name="T7" fmla="*/ 1 h 72"/>
                <a:gd name="T8" fmla="*/ 8 w 22"/>
                <a:gd name="T9" fmla="*/ 4 h 72"/>
                <a:gd name="T10" fmla="*/ 21 w 22"/>
                <a:gd name="T11" fmla="*/ 67 h 72"/>
                <a:gd name="T12" fmla="*/ 18 w 22"/>
                <a:gd name="T13" fmla="*/ 72 h 72"/>
                <a:gd name="T14" fmla="*/ 17 w 22"/>
                <a:gd name="T15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72">
                  <a:moveTo>
                    <a:pt x="17" y="72"/>
                  </a:moveTo>
                  <a:cubicBezTo>
                    <a:pt x="15" y="72"/>
                    <a:pt x="14" y="70"/>
                    <a:pt x="13" y="6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1" y="1"/>
                    <a:pt x="3" y="1"/>
                  </a:cubicBezTo>
                  <a:cubicBezTo>
                    <a:pt x="5" y="0"/>
                    <a:pt x="8" y="2"/>
                    <a:pt x="8" y="4"/>
                  </a:cubicBezTo>
                  <a:cubicBezTo>
                    <a:pt x="21" y="67"/>
                    <a:pt x="21" y="67"/>
                    <a:pt x="21" y="67"/>
                  </a:cubicBezTo>
                  <a:cubicBezTo>
                    <a:pt x="22" y="69"/>
                    <a:pt x="20" y="71"/>
                    <a:pt x="18" y="72"/>
                  </a:cubicBezTo>
                  <a:cubicBezTo>
                    <a:pt x="18" y="72"/>
                    <a:pt x="18" y="72"/>
                    <a:pt x="17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4"/>
            <p:cNvSpPr>
              <a:spLocks/>
            </p:cNvSpPr>
            <p:nvPr/>
          </p:nvSpPr>
          <p:spPr bwMode="auto">
            <a:xfrm>
              <a:off x="11626851" y="381000"/>
              <a:ext cx="74613" cy="246063"/>
            </a:xfrm>
            <a:custGeom>
              <a:avLst/>
              <a:gdLst>
                <a:gd name="T0" fmla="*/ 4 w 22"/>
                <a:gd name="T1" fmla="*/ 72 h 72"/>
                <a:gd name="T2" fmla="*/ 3 w 22"/>
                <a:gd name="T3" fmla="*/ 72 h 72"/>
                <a:gd name="T4" fmla="*/ 0 w 22"/>
                <a:gd name="T5" fmla="*/ 67 h 72"/>
                <a:gd name="T6" fmla="*/ 13 w 22"/>
                <a:gd name="T7" fmla="*/ 4 h 72"/>
                <a:gd name="T8" fmla="*/ 18 w 22"/>
                <a:gd name="T9" fmla="*/ 1 h 72"/>
                <a:gd name="T10" fmla="*/ 21 w 22"/>
                <a:gd name="T11" fmla="*/ 5 h 72"/>
                <a:gd name="T12" fmla="*/ 8 w 22"/>
                <a:gd name="T13" fmla="*/ 68 h 72"/>
                <a:gd name="T14" fmla="*/ 4 w 22"/>
                <a:gd name="T15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72">
                  <a:moveTo>
                    <a:pt x="4" y="72"/>
                  </a:moveTo>
                  <a:cubicBezTo>
                    <a:pt x="4" y="72"/>
                    <a:pt x="4" y="72"/>
                    <a:pt x="3" y="72"/>
                  </a:cubicBezTo>
                  <a:cubicBezTo>
                    <a:pt x="1" y="71"/>
                    <a:pt x="0" y="69"/>
                    <a:pt x="0" y="67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4" y="2"/>
                    <a:pt x="16" y="0"/>
                    <a:pt x="18" y="1"/>
                  </a:cubicBezTo>
                  <a:cubicBezTo>
                    <a:pt x="20" y="1"/>
                    <a:pt x="22" y="3"/>
                    <a:pt x="21" y="5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8" y="70"/>
                    <a:pt x="6" y="72"/>
                    <a:pt x="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5"/>
            <p:cNvSpPr>
              <a:spLocks/>
            </p:cNvSpPr>
            <p:nvPr/>
          </p:nvSpPr>
          <p:spPr bwMode="auto">
            <a:xfrm>
              <a:off x="11480801" y="368300"/>
              <a:ext cx="212725" cy="57150"/>
            </a:xfrm>
            <a:custGeom>
              <a:avLst/>
              <a:gdLst>
                <a:gd name="T0" fmla="*/ 46 w 63"/>
                <a:gd name="T1" fmla="*/ 17 h 17"/>
                <a:gd name="T2" fmla="*/ 38 w 63"/>
                <a:gd name="T3" fmla="*/ 11 h 17"/>
                <a:gd name="T4" fmla="*/ 38 w 63"/>
                <a:gd name="T5" fmla="*/ 10 h 17"/>
                <a:gd name="T6" fmla="*/ 37 w 63"/>
                <a:gd name="T7" fmla="*/ 10 h 17"/>
                <a:gd name="T8" fmla="*/ 37 w 63"/>
                <a:gd name="T9" fmla="*/ 10 h 17"/>
                <a:gd name="T10" fmla="*/ 36 w 63"/>
                <a:gd name="T11" fmla="*/ 11 h 17"/>
                <a:gd name="T12" fmla="*/ 36 w 63"/>
                <a:gd name="T13" fmla="*/ 11 h 17"/>
                <a:gd name="T14" fmla="*/ 36 w 63"/>
                <a:gd name="T15" fmla="*/ 11 h 17"/>
                <a:gd name="T16" fmla="*/ 28 w 63"/>
                <a:gd name="T17" fmla="*/ 17 h 17"/>
                <a:gd name="T18" fmla="*/ 20 w 63"/>
                <a:gd name="T19" fmla="*/ 11 h 17"/>
                <a:gd name="T20" fmla="*/ 19 w 63"/>
                <a:gd name="T21" fmla="*/ 10 h 17"/>
                <a:gd name="T22" fmla="*/ 19 w 63"/>
                <a:gd name="T23" fmla="*/ 10 h 17"/>
                <a:gd name="T24" fmla="*/ 18 w 63"/>
                <a:gd name="T25" fmla="*/ 10 h 17"/>
                <a:gd name="T26" fmla="*/ 18 w 63"/>
                <a:gd name="T27" fmla="*/ 11 h 17"/>
                <a:gd name="T28" fmla="*/ 10 w 63"/>
                <a:gd name="T29" fmla="*/ 17 h 17"/>
                <a:gd name="T30" fmla="*/ 1 w 63"/>
                <a:gd name="T31" fmla="*/ 10 h 17"/>
                <a:gd name="T32" fmla="*/ 0 w 63"/>
                <a:gd name="T33" fmla="*/ 8 h 17"/>
                <a:gd name="T34" fmla="*/ 4 w 63"/>
                <a:gd name="T35" fmla="*/ 4 h 17"/>
                <a:gd name="T36" fmla="*/ 8 w 63"/>
                <a:gd name="T37" fmla="*/ 7 h 17"/>
                <a:gd name="T38" fmla="*/ 10 w 63"/>
                <a:gd name="T39" fmla="*/ 9 h 17"/>
                <a:gd name="T40" fmla="*/ 11 w 63"/>
                <a:gd name="T41" fmla="*/ 7 h 17"/>
                <a:gd name="T42" fmla="*/ 12 w 63"/>
                <a:gd name="T43" fmla="*/ 5 h 17"/>
                <a:gd name="T44" fmla="*/ 19 w 63"/>
                <a:gd name="T45" fmla="*/ 1 h 17"/>
                <a:gd name="T46" fmla="*/ 25 w 63"/>
                <a:gd name="T47" fmla="*/ 5 h 17"/>
                <a:gd name="T48" fmla="*/ 27 w 63"/>
                <a:gd name="T49" fmla="*/ 7 h 17"/>
                <a:gd name="T50" fmla="*/ 28 w 63"/>
                <a:gd name="T51" fmla="*/ 9 h 17"/>
                <a:gd name="T52" fmla="*/ 29 w 63"/>
                <a:gd name="T53" fmla="*/ 8 h 17"/>
                <a:gd name="T54" fmla="*/ 29 w 63"/>
                <a:gd name="T55" fmla="*/ 8 h 17"/>
                <a:gd name="T56" fmla="*/ 29 w 63"/>
                <a:gd name="T57" fmla="*/ 8 h 17"/>
                <a:gd name="T58" fmla="*/ 29 w 63"/>
                <a:gd name="T59" fmla="*/ 7 h 17"/>
                <a:gd name="T60" fmla="*/ 31 w 63"/>
                <a:gd name="T61" fmla="*/ 5 h 17"/>
                <a:gd name="T62" fmla="*/ 37 w 63"/>
                <a:gd name="T63" fmla="*/ 1 h 17"/>
                <a:gd name="T64" fmla="*/ 44 w 63"/>
                <a:gd name="T65" fmla="*/ 5 h 17"/>
                <a:gd name="T66" fmla="*/ 45 w 63"/>
                <a:gd name="T67" fmla="*/ 7 h 17"/>
                <a:gd name="T68" fmla="*/ 46 w 63"/>
                <a:gd name="T69" fmla="*/ 9 h 17"/>
                <a:gd name="T70" fmla="*/ 48 w 63"/>
                <a:gd name="T71" fmla="*/ 7 h 17"/>
                <a:gd name="T72" fmla="*/ 49 w 63"/>
                <a:gd name="T73" fmla="*/ 5 h 17"/>
                <a:gd name="T74" fmla="*/ 62 w 63"/>
                <a:gd name="T75" fmla="*/ 5 h 17"/>
                <a:gd name="T76" fmla="*/ 63 w 63"/>
                <a:gd name="T77" fmla="*/ 8 h 17"/>
                <a:gd name="T78" fmla="*/ 60 w 63"/>
                <a:gd name="T79" fmla="*/ 12 h 17"/>
                <a:gd name="T80" fmla="*/ 59 w 63"/>
                <a:gd name="T81" fmla="*/ 12 h 17"/>
                <a:gd name="T82" fmla="*/ 56 w 63"/>
                <a:gd name="T83" fmla="*/ 10 h 17"/>
                <a:gd name="T84" fmla="*/ 55 w 63"/>
                <a:gd name="T85" fmla="*/ 10 h 17"/>
                <a:gd name="T86" fmla="*/ 55 w 63"/>
                <a:gd name="T87" fmla="*/ 10 h 17"/>
                <a:gd name="T88" fmla="*/ 55 w 63"/>
                <a:gd name="T89" fmla="*/ 11 h 17"/>
                <a:gd name="T90" fmla="*/ 46 w 63"/>
                <a:gd name="T9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3" h="17">
                  <a:moveTo>
                    <a:pt x="46" y="17"/>
                  </a:moveTo>
                  <a:cubicBezTo>
                    <a:pt x="43" y="17"/>
                    <a:pt x="40" y="15"/>
                    <a:pt x="38" y="11"/>
                  </a:cubicBezTo>
                  <a:cubicBezTo>
                    <a:pt x="38" y="11"/>
                    <a:pt x="38" y="10"/>
                    <a:pt x="38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7" y="10"/>
                    <a:pt x="37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3" y="17"/>
                    <a:pt x="30" y="17"/>
                    <a:pt x="28" y="17"/>
                  </a:cubicBezTo>
                  <a:cubicBezTo>
                    <a:pt x="25" y="17"/>
                    <a:pt x="22" y="15"/>
                    <a:pt x="20" y="11"/>
                  </a:cubicBezTo>
                  <a:cubicBezTo>
                    <a:pt x="20" y="11"/>
                    <a:pt x="19" y="10"/>
                    <a:pt x="19" y="10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6" y="15"/>
                    <a:pt x="13" y="17"/>
                    <a:pt x="10" y="17"/>
                  </a:cubicBezTo>
                  <a:cubicBezTo>
                    <a:pt x="6" y="17"/>
                    <a:pt x="3" y="15"/>
                    <a:pt x="1" y="10"/>
                  </a:cubicBezTo>
                  <a:cubicBezTo>
                    <a:pt x="1" y="10"/>
                    <a:pt x="0" y="9"/>
                    <a:pt x="0" y="8"/>
                  </a:cubicBezTo>
                  <a:cubicBezTo>
                    <a:pt x="0" y="6"/>
                    <a:pt x="2" y="4"/>
                    <a:pt x="4" y="4"/>
                  </a:cubicBezTo>
                  <a:cubicBezTo>
                    <a:pt x="6" y="4"/>
                    <a:pt x="8" y="5"/>
                    <a:pt x="8" y="7"/>
                  </a:cubicBezTo>
                  <a:cubicBezTo>
                    <a:pt x="9" y="8"/>
                    <a:pt x="9" y="9"/>
                    <a:pt x="10" y="9"/>
                  </a:cubicBezTo>
                  <a:cubicBezTo>
                    <a:pt x="10" y="9"/>
                    <a:pt x="10" y="8"/>
                    <a:pt x="11" y="7"/>
                  </a:cubicBezTo>
                  <a:cubicBezTo>
                    <a:pt x="11" y="6"/>
                    <a:pt x="12" y="5"/>
                    <a:pt x="12" y="5"/>
                  </a:cubicBezTo>
                  <a:cubicBezTo>
                    <a:pt x="15" y="2"/>
                    <a:pt x="17" y="1"/>
                    <a:pt x="19" y="1"/>
                  </a:cubicBezTo>
                  <a:cubicBezTo>
                    <a:pt x="21" y="1"/>
                    <a:pt x="24" y="3"/>
                    <a:pt x="25" y="5"/>
                  </a:cubicBezTo>
                  <a:cubicBezTo>
                    <a:pt x="26" y="6"/>
                    <a:pt x="26" y="6"/>
                    <a:pt x="27" y="7"/>
                  </a:cubicBezTo>
                  <a:cubicBezTo>
                    <a:pt x="27" y="8"/>
                    <a:pt x="28" y="9"/>
                    <a:pt x="28" y="9"/>
                  </a:cubicBezTo>
                  <a:cubicBezTo>
                    <a:pt x="28" y="9"/>
                    <a:pt x="29" y="9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0" y="6"/>
                    <a:pt x="30" y="6"/>
                    <a:pt x="31" y="5"/>
                  </a:cubicBezTo>
                  <a:cubicBezTo>
                    <a:pt x="33" y="2"/>
                    <a:pt x="36" y="1"/>
                    <a:pt x="37" y="1"/>
                  </a:cubicBezTo>
                  <a:cubicBezTo>
                    <a:pt x="39" y="1"/>
                    <a:pt x="41" y="2"/>
                    <a:pt x="44" y="5"/>
                  </a:cubicBezTo>
                  <a:cubicBezTo>
                    <a:pt x="44" y="6"/>
                    <a:pt x="45" y="6"/>
                    <a:pt x="45" y="7"/>
                  </a:cubicBezTo>
                  <a:cubicBezTo>
                    <a:pt x="45" y="8"/>
                    <a:pt x="46" y="9"/>
                    <a:pt x="46" y="9"/>
                  </a:cubicBezTo>
                  <a:cubicBezTo>
                    <a:pt x="47" y="9"/>
                    <a:pt x="47" y="8"/>
                    <a:pt x="48" y="7"/>
                  </a:cubicBezTo>
                  <a:cubicBezTo>
                    <a:pt x="48" y="6"/>
                    <a:pt x="48" y="5"/>
                    <a:pt x="49" y="5"/>
                  </a:cubicBezTo>
                  <a:cubicBezTo>
                    <a:pt x="53" y="0"/>
                    <a:pt x="59" y="0"/>
                    <a:pt x="62" y="5"/>
                  </a:cubicBezTo>
                  <a:cubicBezTo>
                    <a:pt x="63" y="6"/>
                    <a:pt x="63" y="7"/>
                    <a:pt x="63" y="8"/>
                  </a:cubicBezTo>
                  <a:cubicBezTo>
                    <a:pt x="63" y="10"/>
                    <a:pt x="62" y="12"/>
                    <a:pt x="60" y="12"/>
                  </a:cubicBezTo>
                  <a:cubicBezTo>
                    <a:pt x="59" y="12"/>
                    <a:pt x="59" y="12"/>
                    <a:pt x="59" y="12"/>
                  </a:cubicBezTo>
                  <a:cubicBezTo>
                    <a:pt x="58" y="12"/>
                    <a:pt x="57" y="11"/>
                    <a:pt x="56" y="10"/>
                  </a:cubicBezTo>
                  <a:cubicBezTo>
                    <a:pt x="56" y="10"/>
                    <a:pt x="56" y="10"/>
                    <a:pt x="55" y="10"/>
                  </a:cubicBezTo>
                  <a:cubicBezTo>
                    <a:pt x="55" y="10"/>
                    <a:pt x="55" y="10"/>
                    <a:pt x="55" y="10"/>
                  </a:cubicBezTo>
                  <a:cubicBezTo>
                    <a:pt x="55" y="10"/>
                    <a:pt x="55" y="11"/>
                    <a:pt x="55" y="11"/>
                  </a:cubicBezTo>
                  <a:cubicBezTo>
                    <a:pt x="53" y="15"/>
                    <a:pt x="50" y="17"/>
                    <a:pt x="46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9545894" y="2370165"/>
            <a:ext cx="375722" cy="431092"/>
            <a:chOff x="11201401" y="1560513"/>
            <a:chExt cx="754063" cy="865188"/>
          </a:xfrm>
          <a:solidFill>
            <a:schemeClr val="accent5"/>
          </a:solidFill>
        </p:grpSpPr>
        <p:sp>
          <p:nvSpPr>
            <p:cNvPr id="63" name="Freeform 48"/>
            <p:cNvSpPr>
              <a:spLocks/>
            </p:cNvSpPr>
            <p:nvPr/>
          </p:nvSpPr>
          <p:spPr bwMode="auto">
            <a:xfrm>
              <a:off x="11830051" y="1789113"/>
              <a:ext cx="125413" cy="357188"/>
            </a:xfrm>
            <a:custGeom>
              <a:avLst/>
              <a:gdLst>
                <a:gd name="T0" fmla="*/ 9 w 37"/>
                <a:gd name="T1" fmla="*/ 105 h 105"/>
                <a:gd name="T2" fmla="*/ 6 w 37"/>
                <a:gd name="T3" fmla="*/ 104 h 105"/>
                <a:gd name="T4" fmla="*/ 2 w 37"/>
                <a:gd name="T5" fmla="*/ 94 h 105"/>
                <a:gd name="T6" fmla="*/ 20 w 37"/>
                <a:gd name="T7" fmla="*/ 53 h 105"/>
                <a:gd name="T8" fmla="*/ 2 w 37"/>
                <a:gd name="T9" fmla="*/ 12 h 105"/>
                <a:gd name="T10" fmla="*/ 6 w 37"/>
                <a:gd name="T11" fmla="*/ 2 h 105"/>
                <a:gd name="T12" fmla="*/ 16 w 37"/>
                <a:gd name="T13" fmla="*/ 6 h 105"/>
                <a:gd name="T14" fmla="*/ 36 w 37"/>
                <a:gd name="T15" fmla="*/ 49 h 105"/>
                <a:gd name="T16" fmla="*/ 37 w 37"/>
                <a:gd name="T17" fmla="*/ 54 h 105"/>
                <a:gd name="T18" fmla="*/ 36 w 37"/>
                <a:gd name="T19" fmla="*/ 57 h 105"/>
                <a:gd name="T20" fmla="*/ 16 w 37"/>
                <a:gd name="T21" fmla="*/ 100 h 105"/>
                <a:gd name="T22" fmla="*/ 9 w 37"/>
                <a:gd name="T23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7" h="105">
                  <a:moveTo>
                    <a:pt x="9" y="105"/>
                  </a:moveTo>
                  <a:cubicBezTo>
                    <a:pt x="8" y="105"/>
                    <a:pt x="7" y="105"/>
                    <a:pt x="6" y="104"/>
                  </a:cubicBezTo>
                  <a:cubicBezTo>
                    <a:pt x="1" y="102"/>
                    <a:pt x="0" y="98"/>
                    <a:pt x="2" y="9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8"/>
                    <a:pt x="1" y="4"/>
                    <a:pt x="6" y="2"/>
                  </a:cubicBezTo>
                  <a:cubicBezTo>
                    <a:pt x="10" y="0"/>
                    <a:pt x="14" y="2"/>
                    <a:pt x="16" y="6"/>
                  </a:cubicBezTo>
                  <a:cubicBezTo>
                    <a:pt x="36" y="49"/>
                    <a:pt x="36" y="49"/>
                    <a:pt x="36" y="49"/>
                  </a:cubicBezTo>
                  <a:cubicBezTo>
                    <a:pt x="37" y="51"/>
                    <a:pt x="37" y="53"/>
                    <a:pt x="37" y="54"/>
                  </a:cubicBezTo>
                  <a:cubicBezTo>
                    <a:pt x="37" y="55"/>
                    <a:pt x="36" y="56"/>
                    <a:pt x="36" y="57"/>
                  </a:cubicBezTo>
                  <a:cubicBezTo>
                    <a:pt x="16" y="100"/>
                    <a:pt x="16" y="100"/>
                    <a:pt x="16" y="100"/>
                  </a:cubicBezTo>
                  <a:cubicBezTo>
                    <a:pt x="15" y="103"/>
                    <a:pt x="12" y="105"/>
                    <a:pt x="9" y="10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49"/>
            <p:cNvSpPr>
              <a:spLocks noEditPoints="1"/>
            </p:cNvSpPr>
            <p:nvPr/>
          </p:nvSpPr>
          <p:spPr bwMode="auto">
            <a:xfrm>
              <a:off x="11201401" y="1560513"/>
              <a:ext cx="434975" cy="865188"/>
            </a:xfrm>
            <a:custGeom>
              <a:avLst/>
              <a:gdLst>
                <a:gd name="T0" fmla="*/ 16 w 128"/>
                <a:gd name="T1" fmla="*/ 16 h 254"/>
                <a:gd name="T2" fmla="*/ 112 w 128"/>
                <a:gd name="T3" fmla="*/ 48 h 254"/>
                <a:gd name="T4" fmla="*/ 112 w 128"/>
                <a:gd name="T5" fmla="*/ 238 h 254"/>
                <a:gd name="T6" fmla="*/ 16 w 128"/>
                <a:gd name="T7" fmla="*/ 206 h 254"/>
                <a:gd name="T8" fmla="*/ 16 w 128"/>
                <a:gd name="T9" fmla="*/ 17 h 254"/>
                <a:gd name="T10" fmla="*/ 15 w 128"/>
                <a:gd name="T11" fmla="*/ 0 h 254"/>
                <a:gd name="T12" fmla="*/ 6 w 128"/>
                <a:gd name="T13" fmla="*/ 3 h 254"/>
                <a:gd name="T14" fmla="*/ 0 w 128"/>
                <a:gd name="T15" fmla="*/ 16 h 254"/>
                <a:gd name="T16" fmla="*/ 0 w 128"/>
                <a:gd name="T17" fmla="*/ 206 h 254"/>
                <a:gd name="T18" fmla="*/ 10 w 128"/>
                <a:gd name="T19" fmla="*/ 221 h 254"/>
                <a:gd name="T20" fmla="*/ 106 w 128"/>
                <a:gd name="T21" fmla="*/ 253 h 254"/>
                <a:gd name="T22" fmla="*/ 111 w 128"/>
                <a:gd name="T23" fmla="*/ 254 h 254"/>
                <a:gd name="T24" fmla="*/ 121 w 128"/>
                <a:gd name="T25" fmla="*/ 251 h 254"/>
                <a:gd name="T26" fmla="*/ 128 w 128"/>
                <a:gd name="T27" fmla="*/ 238 h 254"/>
                <a:gd name="T28" fmla="*/ 128 w 128"/>
                <a:gd name="T29" fmla="*/ 48 h 254"/>
                <a:gd name="T30" fmla="*/ 116 w 128"/>
                <a:gd name="T31" fmla="*/ 33 h 254"/>
                <a:gd name="T32" fmla="*/ 20 w 128"/>
                <a:gd name="T33" fmla="*/ 1 h 254"/>
                <a:gd name="T34" fmla="*/ 15 w 128"/>
                <a:gd name="T35" fmla="*/ 0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8" h="254">
                  <a:moveTo>
                    <a:pt x="16" y="16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2" y="238"/>
                    <a:pt x="112" y="238"/>
                    <a:pt x="112" y="238"/>
                  </a:cubicBezTo>
                  <a:cubicBezTo>
                    <a:pt x="16" y="206"/>
                    <a:pt x="16" y="206"/>
                    <a:pt x="16" y="206"/>
                  </a:cubicBezTo>
                  <a:cubicBezTo>
                    <a:pt x="16" y="17"/>
                    <a:pt x="16" y="17"/>
                    <a:pt x="16" y="17"/>
                  </a:cubicBezTo>
                  <a:moveTo>
                    <a:pt x="15" y="0"/>
                  </a:moveTo>
                  <a:cubicBezTo>
                    <a:pt x="11" y="0"/>
                    <a:pt x="9" y="1"/>
                    <a:pt x="6" y="3"/>
                  </a:cubicBezTo>
                  <a:cubicBezTo>
                    <a:pt x="2" y="6"/>
                    <a:pt x="0" y="11"/>
                    <a:pt x="0" y="16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213"/>
                    <a:pt x="4" y="219"/>
                    <a:pt x="10" y="221"/>
                  </a:cubicBezTo>
                  <a:cubicBezTo>
                    <a:pt x="106" y="253"/>
                    <a:pt x="106" y="253"/>
                    <a:pt x="106" y="253"/>
                  </a:cubicBezTo>
                  <a:cubicBezTo>
                    <a:pt x="108" y="254"/>
                    <a:pt x="109" y="254"/>
                    <a:pt x="111" y="254"/>
                  </a:cubicBezTo>
                  <a:cubicBezTo>
                    <a:pt x="114" y="254"/>
                    <a:pt x="118" y="253"/>
                    <a:pt x="121" y="251"/>
                  </a:cubicBezTo>
                  <a:cubicBezTo>
                    <a:pt x="125" y="248"/>
                    <a:pt x="128" y="243"/>
                    <a:pt x="128" y="23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1"/>
                    <a:pt x="123" y="35"/>
                    <a:pt x="116" y="33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18" y="0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50"/>
            <p:cNvSpPr>
              <a:spLocks/>
            </p:cNvSpPr>
            <p:nvPr/>
          </p:nvSpPr>
          <p:spPr bwMode="auto">
            <a:xfrm>
              <a:off x="11595101" y="2163763"/>
              <a:ext cx="244475" cy="190500"/>
            </a:xfrm>
            <a:custGeom>
              <a:avLst/>
              <a:gdLst>
                <a:gd name="T0" fmla="*/ 64 w 72"/>
                <a:gd name="T1" fmla="*/ 56 h 56"/>
                <a:gd name="T2" fmla="*/ 8 w 72"/>
                <a:gd name="T3" fmla="*/ 56 h 56"/>
                <a:gd name="T4" fmla="*/ 0 w 72"/>
                <a:gd name="T5" fmla="*/ 48 h 56"/>
                <a:gd name="T6" fmla="*/ 8 w 72"/>
                <a:gd name="T7" fmla="*/ 40 h 56"/>
                <a:gd name="T8" fmla="*/ 56 w 72"/>
                <a:gd name="T9" fmla="*/ 40 h 56"/>
                <a:gd name="T10" fmla="*/ 56 w 72"/>
                <a:gd name="T11" fmla="*/ 8 h 56"/>
                <a:gd name="T12" fmla="*/ 64 w 72"/>
                <a:gd name="T13" fmla="*/ 0 h 56"/>
                <a:gd name="T14" fmla="*/ 72 w 72"/>
                <a:gd name="T15" fmla="*/ 8 h 56"/>
                <a:gd name="T16" fmla="*/ 72 w 72"/>
                <a:gd name="T17" fmla="*/ 48 h 56"/>
                <a:gd name="T18" fmla="*/ 64 w 72"/>
                <a:gd name="T19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56">
                  <a:moveTo>
                    <a:pt x="64" y="56"/>
                  </a:moveTo>
                  <a:cubicBezTo>
                    <a:pt x="8" y="56"/>
                    <a:pt x="8" y="56"/>
                    <a:pt x="8" y="56"/>
                  </a:cubicBezTo>
                  <a:cubicBezTo>
                    <a:pt x="4" y="56"/>
                    <a:pt x="0" y="52"/>
                    <a:pt x="0" y="48"/>
                  </a:cubicBezTo>
                  <a:cubicBezTo>
                    <a:pt x="0" y="44"/>
                    <a:pt x="4" y="40"/>
                    <a:pt x="8" y="40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4"/>
                    <a:pt x="60" y="0"/>
                    <a:pt x="64" y="0"/>
                  </a:cubicBezTo>
                  <a:cubicBezTo>
                    <a:pt x="68" y="0"/>
                    <a:pt x="72" y="4"/>
                    <a:pt x="72" y="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52"/>
                    <a:pt x="68" y="56"/>
                    <a:pt x="64" y="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51"/>
            <p:cNvSpPr>
              <a:spLocks/>
            </p:cNvSpPr>
            <p:nvPr/>
          </p:nvSpPr>
          <p:spPr bwMode="auto">
            <a:xfrm>
              <a:off x="11215688" y="1563688"/>
              <a:ext cx="623888" cy="217488"/>
            </a:xfrm>
            <a:custGeom>
              <a:avLst/>
              <a:gdLst>
                <a:gd name="T0" fmla="*/ 176 w 184"/>
                <a:gd name="T1" fmla="*/ 64 h 64"/>
                <a:gd name="T2" fmla="*/ 168 w 184"/>
                <a:gd name="T3" fmla="*/ 56 h 64"/>
                <a:gd name="T4" fmla="*/ 168 w 184"/>
                <a:gd name="T5" fmla="*/ 16 h 64"/>
                <a:gd name="T6" fmla="*/ 19 w 184"/>
                <a:gd name="T7" fmla="*/ 16 h 64"/>
                <a:gd name="T8" fmla="*/ 12 w 184"/>
                <a:gd name="T9" fmla="*/ 13 h 64"/>
                <a:gd name="T10" fmla="*/ 8 w 184"/>
                <a:gd name="T11" fmla="*/ 16 h 64"/>
                <a:gd name="T12" fmla="*/ 0 w 184"/>
                <a:gd name="T13" fmla="*/ 8 h 64"/>
                <a:gd name="T14" fmla="*/ 8 w 184"/>
                <a:gd name="T15" fmla="*/ 0 h 64"/>
                <a:gd name="T16" fmla="*/ 176 w 184"/>
                <a:gd name="T17" fmla="*/ 0 h 64"/>
                <a:gd name="T18" fmla="*/ 184 w 184"/>
                <a:gd name="T19" fmla="*/ 8 h 64"/>
                <a:gd name="T20" fmla="*/ 184 w 184"/>
                <a:gd name="T21" fmla="*/ 56 h 64"/>
                <a:gd name="T22" fmla="*/ 176 w 184"/>
                <a:gd name="T23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4" h="64">
                  <a:moveTo>
                    <a:pt x="176" y="64"/>
                  </a:moveTo>
                  <a:cubicBezTo>
                    <a:pt x="172" y="64"/>
                    <a:pt x="168" y="60"/>
                    <a:pt x="168" y="56"/>
                  </a:cubicBezTo>
                  <a:cubicBezTo>
                    <a:pt x="168" y="16"/>
                    <a:pt x="168" y="16"/>
                    <a:pt x="168" y="1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4" y="16"/>
                    <a:pt x="0" y="12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80" y="0"/>
                    <a:pt x="184" y="4"/>
                    <a:pt x="184" y="8"/>
                  </a:cubicBezTo>
                  <a:cubicBezTo>
                    <a:pt x="184" y="56"/>
                    <a:pt x="184" y="56"/>
                    <a:pt x="184" y="56"/>
                  </a:cubicBezTo>
                  <a:cubicBezTo>
                    <a:pt x="184" y="60"/>
                    <a:pt x="180" y="64"/>
                    <a:pt x="176" y="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52"/>
            <p:cNvSpPr>
              <a:spLocks/>
            </p:cNvSpPr>
            <p:nvPr/>
          </p:nvSpPr>
          <p:spPr bwMode="auto">
            <a:xfrm>
              <a:off x="11514138" y="2054225"/>
              <a:ext cx="26988" cy="109538"/>
            </a:xfrm>
            <a:custGeom>
              <a:avLst/>
              <a:gdLst>
                <a:gd name="T0" fmla="*/ 4 w 8"/>
                <a:gd name="T1" fmla="*/ 32 h 32"/>
                <a:gd name="T2" fmla="*/ 0 w 8"/>
                <a:gd name="T3" fmla="*/ 28 h 32"/>
                <a:gd name="T4" fmla="*/ 0 w 8"/>
                <a:gd name="T5" fmla="*/ 4 h 32"/>
                <a:gd name="T6" fmla="*/ 4 w 8"/>
                <a:gd name="T7" fmla="*/ 0 h 32"/>
                <a:gd name="T8" fmla="*/ 8 w 8"/>
                <a:gd name="T9" fmla="*/ 4 h 32"/>
                <a:gd name="T10" fmla="*/ 8 w 8"/>
                <a:gd name="T11" fmla="*/ 28 h 32"/>
                <a:gd name="T12" fmla="*/ 4 w 8"/>
                <a:gd name="T13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2">
                  <a:moveTo>
                    <a:pt x="4" y="32"/>
                  </a:moveTo>
                  <a:cubicBezTo>
                    <a:pt x="2" y="32"/>
                    <a:pt x="0" y="30"/>
                    <a:pt x="0" y="2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30"/>
                    <a:pt x="6" y="32"/>
                    <a:pt x="4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53"/>
            <p:cNvSpPr>
              <a:spLocks/>
            </p:cNvSpPr>
            <p:nvPr/>
          </p:nvSpPr>
          <p:spPr bwMode="auto">
            <a:xfrm>
              <a:off x="11677651" y="1931988"/>
              <a:ext cx="257175" cy="53975"/>
            </a:xfrm>
            <a:custGeom>
              <a:avLst/>
              <a:gdLst>
                <a:gd name="T0" fmla="*/ 68 w 76"/>
                <a:gd name="T1" fmla="*/ 16 h 16"/>
                <a:gd name="T2" fmla="*/ 8 w 76"/>
                <a:gd name="T3" fmla="*/ 16 h 16"/>
                <a:gd name="T4" fmla="*/ 0 w 76"/>
                <a:gd name="T5" fmla="*/ 8 h 16"/>
                <a:gd name="T6" fmla="*/ 8 w 76"/>
                <a:gd name="T7" fmla="*/ 0 h 16"/>
                <a:gd name="T8" fmla="*/ 68 w 76"/>
                <a:gd name="T9" fmla="*/ 0 h 16"/>
                <a:gd name="T10" fmla="*/ 76 w 76"/>
                <a:gd name="T11" fmla="*/ 8 h 16"/>
                <a:gd name="T12" fmla="*/ 68 w 76"/>
                <a:gd name="T1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" h="16">
                  <a:moveTo>
                    <a:pt x="68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4" y="16"/>
                    <a:pt x="0" y="12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72" y="0"/>
                    <a:pt x="76" y="4"/>
                    <a:pt x="76" y="8"/>
                  </a:cubicBezTo>
                  <a:cubicBezTo>
                    <a:pt x="76" y="12"/>
                    <a:pt x="72" y="16"/>
                    <a:pt x="68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9" name="TextBox 68"/>
          <p:cNvSpPr txBox="1"/>
          <p:nvPr/>
        </p:nvSpPr>
        <p:spPr>
          <a:xfrm>
            <a:off x="5736767" y="4643683"/>
            <a:ext cx="7184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+mj-lt"/>
              </a:rPr>
              <a:t>2018</a:t>
            </a:r>
            <a:endParaRPr lang="en-US" sz="1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895695" y="3292495"/>
            <a:ext cx="1151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885174" y="3631049"/>
            <a:ext cx="1754904" cy="88684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printing.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710614" y="3292495"/>
            <a:ext cx="1151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540206" y="3292495"/>
            <a:ext cx="1151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9186988" y="3292495"/>
            <a:ext cx="1151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371748" y="3292495"/>
            <a:ext cx="1151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057667" y="3631049"/>
            <a:ext cx="1754904" cy="88684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printing.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215015" y="3631049"/>
            <a:ext cx="1754904" cy="88684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printing.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416237" y="3631049"/>
            <a:ext cx="1754904" cy="88684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printing.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588730" y="3631049"/>
            <a:ext cx="1754904" cy="88684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printing.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113741" y="357089"/>
            <a:ext cx="39645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Infographic</a:t>
            </a:r>
            <a:r>
              <a:rPr lang="en-US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Slide</a:t>
            </a:r>
            <a:endParaRPr 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98683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/>
        </p:nvGrpSpPr>
        <p:grpSpPr>
          <a:xfrm>
            <a:off x="3103563" y="1764404"/>
            <a:ext cx="5984876" cy="4467225"/>
            <a:chOff x="3103563" y="1366838"/>
            <a:chExt cx="5984876" cy="4467225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5929313" y="4743451"/>
              <a:ext cx="2697163" cy="301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8562976" y="4691063"/>
              <a:ext cx="131763" cy="13176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3171826" y="2182813"/>
              <a:ext cx="1828800" cy="417513"/>
            </a:xfrm>
            <a:custGeom>
              <a:avLst/>
              <a:gdLst>
                <a:gd name="T0" fmla="*/ 1152 w 1152"/>
                <a:gd name="T1" fmla="*/ 263 h 263"/>
                <a:gd name="T2" fmla="*/ 1133 w 1152"/>
                <a:gd name="T3" fmla="*/ 263 h 263"/>
                <a:gd name="T4" fmla="*/ 1133 w 1152"/>
                <a:gd name="T5" fmla="*/ 19 h 263"/>
                <a:gd name="T6" fmla="*/ 0 w 1152"/>
                <a:gd name="T7" fmla="*/ 19 h 263"/>
                <a:gd name="T8" fmla="*/ 0 w 1152"/>
                <a:gd name="T9" fmla="*/ 0 h 263"/>
                <a:gd name="T10" fmla="*/ 1152 w 1152"/>
                <a:gd name="T11" fmla="*/ 0 h 263"/>
                <a:gd name="T12" fmla="*/ 1152 w 1152"/>
                <a:gd name="T13" fmla="*/ 263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52" h="263">
                  <a:moveTo>
                    <a:pt x="1152" y="263"/>
                  </a:moveTo>
                  <a:lnTo>
                    <a:pt x="1133" y="263"/>
                  </a:lnTo>
                  <a:lnTo>
                    <a:pt x="1133" y="19"/>
                  </a:lnTo>
                  <a:lnTo>
                    <a:pt x="0" y="19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1152" y="26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3103563" y="2130426"/>
              <a:ext cx="134938" cy="134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9"/>
            <p:cNvSpPr>
              <a:spLocks/>
            </p:cNvSpPr>
            <p:nvPr/>
          </p:nvSpPr>
          <p:spPr bwMode="auto">
            <a:xfrm>
              <a:off x="7642226" y="1419226"/>
              <a:ext cx="1382713" cy="903288"/>
            </a:xfrm>
            <a:custGeom>
              <a:avLst/>
              <a:gdLst>
                <a:gd name="T0" fmla="*/ 19 w 871"/>
                <a:gd name="T1" fmla="*/ 569 h 569"/>
                <a:gd name="T2" fmla="*/ 0 w 871"/>
                <a:gd name="T3" fmla="*/ 569 h 569"/>
                <a:gd name="T4" fmla="*/ 0 w 871"/>
                <a:gd name="T5" fmla="*/ 0 h 569"/>
                <a:gd name="T6" fmla="*/ 871 w 871"/>
                <a:gd name="T7" fmla="*/ 0 h 569"/>
                <a:gd name="T8" fmla="*/ 871 w 871"/>
                <a:gd name="T9" fmla="*/ 19 h 569"/>
                <a:gd name="T10" fmla="*/ 19 w 871"/>
                <a:gd name="T11" fmla="*/ 19 h 569"/>
                <a:gd name="T12" fmla="*/ 19 w 871"/>
                <a:gd name="T13" fmla="*/ 569 h 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71" h="569">
                  <a:moveTo>
                    <a:pt x="19" y="569"/>
                  </a:moveTo>
                  <a:lnTo>
                    <a:pt x="0" y="56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871" y="19"/>
                  </a:lnTo>
                  <a:lnTo>
                    <a:pt x="19" y="19"/>
                  </a:lnTo>
                  <a:lnTo>
                    <a:pt x="19" y="56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Oval 10"/>
            <p:cNvSpPr>
              <a:spLocks noChangeArrowheads="1"/>
            </p:cNvSpPr>
            <p:nvPr/>
          </p:nvSpPr>
          <p:spPr bwMode="auto">
            <a:xfrm>
              <a:off x="8956676" y="1366838"/>
              <a:ext cx="131763" cy="13176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1"/>
            <p:cNvSpPr>
              <a:spLocks/>
            </p:cNvSpPr>
            <p:nvPr/>
          </p:nvSpPr>
          <p:spPr bwMode="auto">
            <a:xfrm>
              <a:off x="5500688" y="2025651"/>
              <a:ext cx="495300" cy="1965325"/>
            </a:xfrm>
            <a:custGeom>
              <a:avLst/>
              <a:gdLst>
                <a:gd name="T0" fmla="*/ 312 w 312"/>
                <a:gd name="T1" fmla="*/ 452 h 1238"/>
                <a:gd name="T2" fmla="*/ 308 w 312"/>
                <a:gd name="T3" fmla="*/ 1238 h 1238"/>
                <a:gd name="T4" fmla="*/ 0 w 312"/>
                <a:gd name="T5" fmla="*/ 788 h 1238"/>
                <a:gd name="T6" fmla="*/ 2 w 312"/>
                <a:gd name="T7" fmla="*/ 0 h 1238"/>
                <a:gd name="T8" fmla="*/ 312 w 312"/>
                <a:gd name="T9" fmla="*/ 452 h 1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2" h="1238">
                  <a:moveTo>
                    <a:pt x="312" y="452"/>
                  </a:moveTo>
                  <a:lnTo>
                    <a:pt x="308" y="1238"/>
                  </a:lnTo>
                  <a:lnTo>
                    <a:pt x="0" y="788"/>
                  </a:lnTo>
                  <a:lnTo>
                    <a:pt x="2" y="0"/>
                  </a:lnTo>
                  <a:lnTo>
                    <a:pt x="312" y="452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2"/>
            <p:cNvSpPr>
              <a:spLocks/>
            </p:cNvSpPr>
            <p:nvPr/>
          </p:nvSpPr>
          <p:spPr bwMode="auto">
            <a:xfrm>
              <a:off x="5989638" y="2713038"/>
              <a:ext cx="690563" cy="1293813"/>
            </a:xfrm>
            <a:custGeom>
              <a:avLst/>
              <a:gdLst>
                <a:gd name="T0" fmla="*/ 170 w 184"/>
                <a:gd name="T1" fmla="*/ 9 h 344"/>
                <a:gd name="T2" fmla="*/ 168 w 184"/>
                <a:gd name="T3" fmla="*/ 9 h 344"/>
                <a:gd name="T4" fmla="*/ 165 w 184"/>
                <a:gd name="T5" fmla="*/ 8 h 344"/>
                <a:gd name="T6" fmla="*/ 158 w 184"/>
                <a:gd name="T7" fmla="*/ 7 h 344"/>
                <a:gd name="T8" fmla="*/ 153 w 184"/>
                <a:gd name="T9" fmla="*/ 6 h 344"/>
                <a:gd name="T10" fmla="*/ 146 w 184"/>
                <a:gd name="T11" fmla="*/ 5 h 344"/>
                <a:gd name="T12" fmla="*/ 143 w 184"/>
                <a:gd name="T13" fmla="*/ 4 h 344"/>
                <a:gd name="T14" fmla="*/ 141 w 184"/>
                <a:gd name="T15" fmla="*/ 4 h 344"/>
                <a:gd name="T16" fmla="*/ 134 w 184"/>
                <a:gd name="T17" fmla="*/ 3 h 344"/>
                <a:gd name="T18" fmla="*/ 129 w 184"/>
                <a:gd name="T19" fmla="*/ 2 h 344"/>
                <a:gd name="T20" fmla="*/ 122 w 184"/>
                <a:gd name="T21" fmla="*/ 2 h 344"/>
                <a:gd name="T22" fmla="*/ 119 w 184"/>
                <a:gd name="T23" fmla="*/ 1 h 344"/>
                <a:gd name="T24" fmla="*/ 117 w 184"/>
                <a:gd name="T25" fmla="*/ 1 h 344"/>
                <a:gd name="T26" fmla="*/ 110 w 184"/>
                <a:gd name="T27" fmla="*/ 1 h 344"/>
                <a:gd name="T28" fmla="*/ 105 w 184"/>
                <a:gd name="T29" fmla="*/ 1 h 344"/>
                <a:gd name="T30" fmla="*/ 98 w 184"/>
                <a:gd name="T31" fmla="*/ 0 h 344"/>
                <a:gd name="T32" fmla="*/ 94 w 184"/>
                <a:gd name="T33" fmla="*/ 0 h 344"/>
                <a:gd name="T34" fmla="*/ 93 w 184"/>
                <a:gd name="T35" fmla="*/ 0 h 344"/>
                <a:gd name="T36" fmla="*/ 85 w 184"/>
                <a:gd name="T37" fmla="*/ 0 h 344"/>
                <a:gd name="T38" fmla="*/ 81 w 184"/>
                <a:gd name="T39" fmla="*/ 0 h 344"/>
                <a:gd name="T40" fmla="*/ 69 w 184"/>
                <a:gd name="T41" fmla="*/ 0 h 344"/>
                <a:gd name="T42" fmla="*/ 69 w 184"/>
                <a:gd name="T43" fmla="*/ 0 h 344"/>
                <a:gd name="T44" fmla="*/ 68 w 184"/>
                <a:gd name="T45" fmla="*/ 0 h 344"/>
                <a:gd name="T46" fmla="*/ 56 w 184"/>
                <a:gd name="T47" fmla="*/ 1 h 344"/>
                <a:gd name="T48" fmla="*/ 52 w 184"/>
                <a:gd name="T49" fmla="*/ 1 h 344"/>
                <a:gd name="T50" fmla="*/ 43 w 184"/>
                <a:gd name="T51" fmla="*/ 2 h 344"/>
                <a:gd name="T52" fmla="*/ 41 w 184"/>
                <a:gd name="T53" fmla="*/ 2 h 344"/>
                <a:gd name="T54" fmla="*/ 39 w 184"/>
                <a:gd name="T55" fmla="*/ 2 h 344"/>
                <a:gd name="T56" fmla="*/ 26 w 184"/>
                <a:gd name="T57" fmla="*/ 4 h 344"/>
                <a:gd name="T58" fmla="*/ 24 w 184"/>
                <a:gd name="T59" fmla="*/ 4 h 344"/>
                <a:gd name="T60" fmla="*/ 10 w 184"/>
                <a:gd name="T61" fmla="*/ 6 h 344"/>
                <a:gd name="T62" fmla="*/ 8 w 184"/>
                <a:gd name="T63" fmla="*/ 7 h 344"/>
                <a:gd name="T64" fmla="*/ 2 w 184"/>
                <a:gd name="T65" fmla="*/ 8 h 344"/>
                <a:gd name="T66" fmla="*/ 0 w 184"/>
                <a:gd name="T67" fmla="*/ 340 h 344"/>
                <a:gd name="T68" fmla="*/ 9 w 184"/>
                <a:gd name="T69" fmla="*/ 339 h 344"/>
                <a:gd name="T70" fmla="*/ 23 w 184"/>
                <a:gd name="T71" fmla="*/ 336 h 344"/>
                <a:gd name="T72" fmla="*/ 25 w 184"/>
                <a:gd name="T73" fmla="*/ 336 h 344"/>
                <a:gd name="T74" fmla="*/ 38 w 184"/>
                <a:gd name="T75" fmla="*/ 335 h 344"/>
                <a:gd name="T76" fmla="*/ 42 w 184"/>
                <a:gd name="T77" fmla="*/ 334 h 344"/>
                <a:gd name="T78" fmla="*/ 50 w 184"/>
                <a:gd name="T79" fmla="*/ 334 h 344"/>
                <a:gd name="T80" fmla="*/ 55 w 184"/>
                <a:gd name="T81" fmla="*/ 333 h 344"/>
                <a:gd name="T82" fmla="*/ 67 w 184"/>
                <a:gd name="T83" fmla="*/ 333 h 344"/>
                <a:gd name="T84" fmla="*/ 67 w 184"/>
                <a:gd name="T85" fmla="*/ 333 h 344"/>
                <a:gd name="T86" fmla="*/ 80 w 184"/>
                <a:gd name="T87" fmla="*/ 332 h 344"/>
                <a:gd name="T88" fmla="*/ 84 w 184"/>
                <a:gd name="T89" fmla="*/ 332 h 344"/>
                <a:gd name="T90" fmla="*/ 92 w 184"/>
                <a:gd name="T91" fmla="*/ 332 h 344"/>
                <a:gd name="T92" fmla="*/ 97 w 184"/>
                <a:gd name="T93" fmla="*/ 333 h 344"/>
                <a:gd name="T94" fmla="*/ 104 w 184"/>
                <a:gd name="T95" fmla="*/ 333 h 344"/>
                <a:gd name="T96" fmla="*/ 109 w 184"/>
                <a:gd name="T97" fmla="*/ 333 h 344"/>
                <a:gd name="T98" fmla="*/ 116 w 184"/>
                <a:gd name="T99" fmla="*/ 334 h 344"/>
                <a:gd name="T100" fmla="*/ 121 w 184"/>
                <a:gd name="T101" fmla="*/ 334 h 344"/>
                <a:gd name="T102" fmla="*/ 128 w 184"/>
                <a:gd name="T103" fmla="*/ 335 h 344"/>
                <a:gd name="T104" fmla="*/ 133 w 184"/>
                <a:gd name="T105" fmla="*/ 335 h 344"/>
                <a:gd name="T106" fmla="*/ 140 w 184"/>
                <a:gd name="T107" fmla="*/ 336 h 344"/>
                <a:gd name="T108" fmla="*/ 145 w 184"/>
                <a:gd name="T109" fmla="*/ 337 h 344"/>
                <a:gd name="T110" fmla="*/ 152 w 184"/>
                <a:gd name="T111" fmla="*/ 338 h 344"/>
                <a:gd name="T112" fmla="*/ 157 w 184"/>
                <a:gd name="T113" fmla="*/ 339 h 344"/>
                <a:gd name="T114" fmla="*/ 164 w 184"/>
                <a:gd name="T115" fmla="*/ 340 h 344"/>
                <a:gd name="T116" fmla="*/ 169 w 184"/>
                <a:gd name="T117" fmla="*/ 341 h 344"/>
                <a:gd name="T118" fmla="*/ 183 w 184"/>
                <a:gd name="T119" fmla="*/ 344 h 344"/>
                <a:gd name="T120" fmla="*/ 184 w 184"/>
                <a:gd name="T121" fmla="*/ 12 h 344"/>
                <a:gd name="T122" fmla="*/ 170 w 184"/>
                <a:gd name="T123" fmla="*/ 9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4" h="344">
                  <a:moveTo>
                    <a:pt x="170" y="9"/>
                  </a:moveTo>
                  <a:cubicBezTo>
                    <a:pt x="169" y="9"/>
                    <a:pt x="169" y="9"/>
                    <a:pt x="168" y="9"/>
                  </a:cubicBezTo>
                  <a:cubicBezTo>
                    <a:pt x="167" y="8"/>
                    <a:pt x="166" y="8"/>
                    <a:pt x="165" y="8"/>
                  </a:cubicBezTo>
                  <a:cubicBezTo>
                    <a:pt x="163" y="7"/>
                    <a:pt x="160" y="7"/>
                    <a:pt x="158" y="7"/>
                  </a:cubicBezTo>
                  <a:cubicBezTo>
                    <a:pt x="156" y="6"/>
                    <a:pt x="155" y="6"/>
                    <a:pt x="153" y="6"/>
                  </a:cubicBezTo>
                  <a:cubicBezTo>
                    <a:pt x="151" y="5"/>
                    <a:pt x="148" y="5"/>
                    <a:pt x="146" y="5"/>
                  </a:cubicBezTo>
                  <a:cubicBezTo>
                    <a:pt x="145" y="5"/>
                    <a:pt x="144" y="4"/>
                    <a:pt x="143" y="4"/>
                  </a:cubicBezTo>
                  <a:cubicBezTo>
                    <a:pt x="142" y="4"/>
                    <a:pt x="141" y="4"/>
                    <a:pt x="141" y="4"/>
                  </a:cubicBezTo>
                  <a:cubicBezTo>
                    <a:pt x="139" y="4"/>
                    <a:pt x="136" y="3"/>
                    <a:pt x="134" y="3"/>
                  </a:cubicBezTo>
                  <a:cubicBezTo>
                    <a:pt x="132" y="3"/>
                    <a:pt x="131" y="3"/>
                    <a:pt x="129" y="2"/>
                  </a:cubicBezTo>
                  <a:cubicBezTo>
                    <a:pt x="127" y="2"/>
                    <a:pt x="125" y="2"/>
                    <a:pt x="122" y="2"/>
                  </a:cubicBezTo>
                  <a:cubicBezTo>
                    <a:pt x="121" y="2"/>
                    <a:pt x="120" y="2"/>
                    <a:pt x="119" y="1"/>
                  </a:cubicBezTo>
                  <a:cubicBezTo>
                    <a:pt x="118" y="1"/>
                    <a:pt x="118" y="1"/>
                    <a:pt x="117" y="1"/>
                  </a:cubicBezTo>
                  <a:cubicBezTo>
                    <a:pt x="115" y="1"/>
                    <a:pt x="113" y="1"/>
                    <a:pt x="110" y="1"/>
                  </a:cubicBezTo>
                  <a:cubicBezTo>
                    <a:pt x="109" y="1"/>
                    <a:pt x="107" y="1"/>
                    <a:pt x="105" y="1"/>
                  </a:cubicBezTo>
                  <a:cubicBezTo>
                    <a:pt x="103" y="0"/>
                    <a:pt x="100" y="0"/>
                    <a:pt x="98" y="0"/>
                  </a:cubicBezTo>
                  <a:cubicBezTo>
                    <a:pt x="97" y="0"/>
                    <a:pt x="96" y="0"/>
                    <a:pt x="94" y="0"/>
                  </a:cubicBezTo>
                  <a:cubicBezTo>
                    <a:pt x="94" y="0"/>
                    <a:pt x="93" y="0"/>
                    <a:pt x="93" y="0"/>
                  </a:cubicBezTo>
                  <a:cubicBezTo>
                    <a:pt x="90" y="0"/>
                    <a:pt x="88" y="0"/>
                    <a:pt x="85" y="0"/>
                  </a:cubicBezTo>
                  <a:cubicBezTo>
                    <a:pt x="83" y="0"/>
                    <a:pt x="82" y="0"/>
                    <a:pt x="81" y="0"/>
                  </a:cubicBezTo>
                  <a:cubicBezTo>
                    <a:pt x="77" y="0"/>
                    <a:pt x="73" y="0"/>
                    <a:pt x="69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4" y="0"/>
                    <a:pt x="60" y="1"/>
                    <a:pt x="56" y="1"/>
                  </a:cubicBezTo>
                  <a:cubicBezTo>
                    <a:pt x="54" y="1"/>
                    <a:pt x="53" y="1"/>
                    <a:pt x="52" y="1"/>
                  </a:cubicBezTo>
                  <a:cubicBezTo>
                    <a:pt x="49" y="1"/>
                    <a:pt x="46" y="2"/>
                    <a:pt x="43" y="2"/>
                  </a:cubicBezTo>
                  <a:cubicBezTo>
                    <a:pt x="42" y="2"/>
                    <a:pt x="41" y="2"/>
                    <a:pt x="41" y="2"/>
                  </a:cubicBezTo>
                  <a:cubicBezTo>
                    <a:pt x="40" y="2"/>
                    <a:pt x="39" y="2"/>
                    <a:pt x="39" y="2"/>
                  </a:cubicBezTo>
                  <a:cubicBezTo>
                    <a:pt x="34" y="3"/>
                    <a:pt x="30" y="3"/>
                    <a:pt x="26" y="4"/>
                  </a:cubicBezTo>
                  <a:cubicBezTo>
                    <a:pt x="25" y="4"/>
                    <a:pt x="25" y="4"/>
                    <a:pt x="24" y="4"/>
                  </a:cubicBezTo>
                  <a:cubicBezTo>
                    <a:pt x="19" y="5"/>
                    <a:pt x="15" y="6"/>
                    <a:pt x="10" y="6"/>
                  </a:cubicBezTo>
                  <a:cubicBezTo>
                    <a:pt x="9" y="6"/>
                    <a:pt x="9" y="7"/>
                    <a:pt x="8" y="7"/>
                  </a:cubicBezTo>
                  <a:cubicBezTo>
                    <a:pt x="6" y="7"/>
                    <a:pt x="4" y="7"/>
                    <a:pt x="2" y="8"/>
                  </a:cubicBezTo>
                  <a:cubicBezTo>
                    <a:pt x="0" y="340"/>
                    <a:pt x="0" y="340"/>
                    <a:pt x="0" y="340"/>
                  </a:cubicBezTo>
                  <a:cubicBezTo>
                    <a:pt x="3" y="340"/>
                    <a:pt x="6" y="339"/>
                    <a:pt x="9" y="339"/>
                  </a:cubicBezTo>
                  <a:cubicBezTo>
                    <a:pt x="13" y="338"/>
                    <a:pt x="18" y="337"/>
                    <a:pt x="23" y="336"/>
                  </a:cubicBezTo>
                  <a:cubicBezTo>
                    <a:pt x="23" y="336"/>
                    <a:pt x="24" y="336"/>
                    <a:pt x="25" y="336"/>
                  </a:cubicBezTo>
                  <a:cubicBezTo>
                    <a:pt x="29" y="336"/>
                    <a:pt x="33" y="335"/>
                    <a:pt x="38" y="335"/>
                  </a:cubicBezTo>
                  <a:cubicBezTo>
                    <a:pt x="39" y="335"/>
                    <a:pt x="40" y="334"/>
                    <a:pt x="42" y="334"/>
                  </a:cubicBezTo>
                  <a:cubicBezTo>
                    <a:pt x="45" y="334"/>
                    <a:pt x="48" y="334"/>
                    <a:pt x="50" y="334"/>
                  </a:cubicBezTo>
                  <a:cubicBezTo>
                    <a:pt x="52" y="333"/>
                    <a:pt x="53" y="333"/>
                    <a:pt x="55" y="333"/>
                  </a:cubicBezTo>
                  <a:cubicBezTo>
                    <a:pt x="59" y="333"/>
                    <a:pt x="63" y="333"/>
                    <a:pt x="67" y="333"/>
                  </a:cubicBezTo>
                  <a:cubicBezTo>
                    <a:pt x="67" y="333"/>
                    <a:pt x="67" y="333"/>
                    <a:pt x="67" y="333"/>
                  </a:cubicBezTo>
                  <a:cubicBezTo>
                    <a:pt x="72" y="332"/>
                    <a:pt x="76" y="332"/>
                    <a:pt x="80" y="332"/>
                  </a:cubicBezTo>
                  <a:cubicBezTo>
                    <a:pt x="81" y="332"/>
                    <a:pt x="82" y="332"/>
                    <a:pt x="84" y="332"/>
                  </a:cubicBezTo>
                  <a:cubicBezTo>
                    <a:pt x="86" y="332"/>
                    <a:pt x="89" y="332"/>
                    <a:pt x="92" y="332"/>
                  </a:cubicBezTo>
                  <a:cubicBezTo>
                    <a:pt x="94" y="332"/>
                    <a:pt x="95" y="333"/>
                    <a:pt x="97" y="333"/>
                  </a:cubicBezTo>
                  <a:cubicBezTo>
                    <a:pt x="99" y="333"/>
                    <a:pt x="102" y="333"/>
                    <a:pt x="104" y="333"/>
                  </a:cubicBezTo>
                  <a:cubicBezTo>
                    <a:pt x="106" y="333"/>
                    <a:pt x="107" y="333"/>
                    <a:pt x="109" y="333"/>
                  </a:cubicBezTo>
                  <a:cubicBezTo>
                    <a:pt x="111" y="333"/>
                    <a:pt x="114" y="333"/>
                    <a:pt x="116" y="334"/>
                  </a:cubicBezTo>
                  <a:cubicBezTo>
                    <a:pt x="118" y="334"/>
                    <a:pt x="119" y="334"/>
                    <a:pt x="121" y="334"/>
                  </a:cubicBezTo>
                  <a:cubicBezTo>
                    <a:pt x="123" y="334"/>
                    <a:pt x="126" y="335"/>
                    <a:pt x="128" y="335"/>
                  </a:cubicBezTo>
                  <a:cubicBezTo>
                    <a:pt x="130" y="335"/>
                    <a:pt x="131" y="335"/>
                    <a:pt x="133" y="335"/>
                  </a:cubicBezTo>
                  <a:cubicBezTo>
                    <a:pt x="135" y="336"/>
                    <a:pt x="137" y="336"/>
                    <a:pt x="140" y="336"/>
                  </a:cubicBezTo>
                  <a:cubicBezTo>
                    <a:pt x="141" y="336"/>
                    <a:pt x="143" y="337"/>
                    <a:pt x="145" y="337"/>
                  </a:cubicBezTo>
                  <a:cubicBezTo>
                    <a:pt x="147" y="337"/>
                    <a:pt x="149" y="338"/>
                    <a:pt x="152" y="338"/>
                  </a:cubicBezTo>
                  <a:cubicBezTo>
                    <a:pt x="154" y="338"/>
                    <a:pt x="155" y="339"/>
                    <a:pt x="157" y="339"/>
                  </a:cubicBezTo>
                  <a:cubicBezTo>
                    <a:pt x="159" y="339"/>
                    <a:pt x="162" y="340"/>
                    <a:pt x="164" y="340"/>
                  </a:cubicBezTo>
                  <a:cubicBezTo>
                    <a:pt x="165" y="341"/>
                    <a:pt x="167" y="341"/>
                    <a:pt x="169" y="341"/>
                  </a:cubicBezTo>
                  <a:cubicBezTo>
                    <a:pt x="173" y="342"/>
                    <a:pt x="178" y="343"/>
                    <a:pt x="183" y="344"/>
                  </a:cubicBezTo>
                  <a:cubicBezTo>
                    <a:pt x="184" y="12"/>
                    <a:pt x="184" y="12"/>
                    <a:pt x="184" y="12"/>
                  </a:cubicBezTo>
                  <a:cubicBezTo>
                    <a:pt x="179" y="11"/>
                    <a:pt x="175" y="10"/>
                    <a:pt x="170" y="9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3"/>
            <p:cNvSpPr>
              <a:spLocks/>
            </p:cNvSpPr>
            <p:nvPr/>
          </p:nvSpPr>
          <p:spPr bwMode="auto">
            <a:xfrm>
              <a:off x="6677026" y="2055813"/>
              <a:ext cx="528638" cy="1951038"/>
            </a:xfrm>
            <a:custGeom>
              <a:avLst/>
              <a:gdLst>
                <a:gd name="T0" fmla="*/ 333 w 333"/>
                <a:gd name="T1" fmla="*/ 0 h 1229"/>
                <a:gd name="T2" fmla="*/ 331 w 333"/>
                <a:gd name="T3" fmla="*/ 786 h 1229"/>
                <a:gd name="T4" fmla="*/ 0 w 333"/>
                <a:gd name="T5" fmla="*/ 1229 h 1229"/>
                <a:gd name="T6" fmla="*/ 2 w 333"/>
                <a:gd name="T7" fmla="*/ 442 h 1229"/>
                <a:gd name="T8" fmla="*/ 333 w 333"/>
                <a:gd name="T9" fmla="*/ 0 h 1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3" h="1229">
                  <a:moveTo>
                    <a:pt x="333" y="0"/>
                  </a:moveTo>
                  <a:lnTo>
                    <a:pt x="331" y="786"/>
                  </a:lnTo>
                  <a:lnTo>
                    <a:pt x="0" y="1229"/>
                  </a:lnTo>
                  <a:lnTo>
                    <a:pt x="2" y="442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B26E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4"/>
            <p:cNvSpPr>
              <a:spLocks/>
            </p:cNvSpPr>
            <p:nvPr/>
          </p:nvSpPr>
          <p:spPr bwMode="auto">
            <a:xfrm>
              <a:off x="5503863" y="1912938"/>
              <a:ext cx="1701800" cy="844550"/>
            </a:xfrm>
            <a:custGeom>
              <a:avLst/>
              <a:gdLst>
                <a:gd name="T0" fmla="*/ 453 w 453"/>
                <a:gd name="T1" fmla="*/ 38 h 225"/>
                <a:gd name="T2" fmla="*/ 313 w 453"/>
                <a:gd name="T3" fmla="*/ 225 h 225"/>
                <a:gd name="T4" fmla="*/ 131 w 453"/>
                <a:gd name="T5" fmla="*/ 221 h 225"/>
                <a:gd name="T6" fmla="*/ 0 w 453"/>
                <a:gd name="T7" fmla="*/ 30 h 225"/>
                <a:gd name="T8" fmla="*/ 453 w 453"/>
                <a:gd name="T9" fmla="*/ 38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3" h="225">
                  <a:moveTo>
                    <a:pt x="453" y="38"/>
                  </a:moveTo>
                  <a:cubicBezTo>
                    <a:pt x="313" y="225"/>
                    <a:pt x="313" y="225"/>
                    <a:pt x="313" y="225"/>
                  </a:cubicBezTo>
                  <a:cubicBezTo>
                    <a:pt x="253" y="210"/>
                    <a:pt x="188" y="210"/>
                    <a:pt x="131" y="221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142" y="0"/>
                    <a:pt x="303" y="0"/>
                    <a:pt x="453" y="3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5"/>
            <p:cNvSpPr>
              <a:spLocks/>
            </p:cNvSpPr>
            <p:nvPr/>
          </p:nvSpPr>
          <p:spPr bwMode="auto">
            <a:xfrm>
              <a:off x="4211638" y="2306638"/>
              <a:ext cx="1784350" cy="1019175"/>
            </a:xfrm>
            <a:custGeom>
              <a:avLst/>
              <a:gdLst>
                <a:gd name="T0" fmla="*/ 344 w 475"/>
                <a:gd name="T1" fmla="*/ 0 h 271"/>
                <a:gd name="T2" fmla="*/ 475 w 475"/>
                <a:gd name="T3" fmla="*/ 190 h 271"/>
                <a:gd name="T4" fmla="*/ 325 w 475"/>
                <a:gd name="T5" fmla="*/ 271 h 271"/>
                <a:gd name="T6" fmla="*/ 0 w 475"/>
                <a:gd name="T7" fmla="*/ 189 h 271"/>
                <a:gd name="T8" fmla="*/ 344 w 475"/>
                <a:gd name="T9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5" h="271">
                  <a:moveTo>
                    <a:pt x="344" y="0"/>
                  </a:moveTo>
                  <a:cubicBezTo>
                    <a:pt x="475" y="190"/>
                    <a:pt x="475" y="190"/>
                    <a:pt x="475" y="190"/>
                  </a:cubicBezTo>
                  <a:cubicBezTo>
                    <a:pt x="410" y="203"/>
                    <a:pt x="354" y="231"/>
                    <a:pt x="325" y="271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68" y="98"/>
                    <a:pt x="195" y="32"/>
                    <a:pt x="3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6"/>
            <p:cNvSpPr>
              <a:spLocks/>
            </p:cNvSpPr>
            <p:nvPr/>
          </p:nvSpPr>
          <p:spPr bwMode="auto">
            <a:xfrm>
              <a:off x="5429251" y="3021013"/>
              <a:ext cx="566738" cy="1271588"/>
            </a:xfrm>
            <a:custGeom>
              <a:avLst/>
              <a:gdLst>
                <a:gd name="T0" fmla="*/ 136 w 151"/>
                <a:gd name="T1" fmla="*/ 4 h 338"/>
                <a:gd name="T2" fmla="*/ 124 w 151"/>
                <a:gd name="T3" fmla="*/ 7 h 338"/>
                <a:gd name="T4" fmla="*/ 113 w 151"/>
                <a:gd name="T5" fmla="*/ 10 h 338"/>
                <a:gd name="T6" fmla="*/ 106 w 151"/>
                <a:gd name="T7" fmla="*/ 12 h 338"/>
                <a:gd name="T8" fmla="*/ 93 w 151"/>
                <a:gd name="T9" fmla="*/ 17 h 338"/>
                <a:gd name="T10" fmla="*/ 84 w 151"/>
                <a:gd name="T11" fmla="*/ 20 h 338"/>
                <a:gd name="T12" fmla="*/ 74 w 151"/>
                <a:gd name="T13" fmla="*/ 25 h 338"/>
                <a:gd name="T14" fmla="*/ 63 w 151"/>
                <a:gd name="T15" fmla="*/ 30 h 338"/>
                <a:gd name="T16" fmla="*/ 54 w 151"/>
                <a:gd name="T17" fmla="*/ 35 h 338"/>
                <a:gd name="T18" fmla="*/ 50 w 151"/>
                <a:gd name="T19" fmla="*/ 37 h 338"/>
                <a:gd name="T20" fmla="*/ 43 w 151"/>
                <a:gd name="T21" fmla="*/ 42 h 338"/>
                <a:gd name="T22" fmla="*/ 35 w 151"/>
                <a:gd name="T23" fmla="*/ 48 h 338"/>
                <a:gd name="T24" fmla="*/ 27 w 151"/>
                <a:gd name="T25" fmla="*/ 54 h 338"/>
                <a:gd name="T26" fmla="*/ 19 w 151"/>
                <a:gd name="T27" fmla="*/ 60 h 338"/>
                <a:gd name="T28" fmla="*/ 13 w 151"/>
                <a:gd name="T29" fmla="*/ 66 h 338"/>
                <a:gd name="T30" fmla="*/ 7 w 151"/>
                <a:gd name="T31" fmla="*/ 73 h 338"/>
                <a:gd name="T32" fmla="*/ 3 w 151"/>
                <a:gd name="T33" fmla="*/ 78 h 338"/>
                <a:gd name="T34" fmla="*/ 0 w 151"/>
                <a:gd name="T35" fmla="*/ 338 h 338"/>
                <a:gd name="T36" fmla="*/ 6 w 151"/>
                <a:gd name="T37" fmla="*/ 331 h 338"/>
                <a:gd name="T38" fmla="*/ 12 w 151"/>
                <a:gd name="T39" fmla="*/ 324 h 338"/>
                <a:gd name="T40" fmla="*/ 21 w 151"/>
                <a:gd name="T41" fmla="*/ 315 h 338"/>
                <a:gd name="T42" fmla="*/ 29 w 151"/>
                <a:gd name="T43" fmla="*/ 309 h 338"/>
                <a:gd name="T44" fmla="*/ 37 w 151"/>
                <a:gd name="T45" fmla="*/ 303 h 338"/>
                <a:gd name="T46" fmla="*/ 46 w 151"/>
                <a:gd name="T47" fmla="*/ 297 h 338"/>
                <a:gd name="T48" fmla="*/ 53 w 151"/>
                <a:gd name="T49" fmla="*/ 293 h 338"/>
                <a:gd name="T50" fmla="*/ 62 w 151"/>
                <a:gd name="T51" fmla="*/ 288 h 338"/>
                <a:gd name="T52" fmla="*/ 73 w 151"/>
                <a:gd name="T53" fmla="*/ 283 h 338"/>
                <a:gd name="T54" fmla="*/ 83 w 151"/>
                <a:gd name="T55" fmla="*/ 278 h 338"/>
                <a:gd name="T56" fmla="*/ 92 w 151"/>
                <a:gd name="T57" fmla="*/ 274 h 338"/>
                <a:gd name="T58" fmla="*/ 105 w 151"/>
                <a:gd name="T59" fmla="*/ 270 h 338"/>
                <a:gd name="T60" fmla="*/ 116 w 151"/>
                <a:gd name="T61" fmla="*/ 266 h 338"/>
                <a:gd name="T62" fmla="*/ 127 w 151"/>
                <a:gd name="T63" fmla="*/ 263 h 338"/>
                <a:gd name="T64" fmla="*/ 138 w 151"/>
                <a:gd name="T65" fmla="*/ 261 h 338"/>
                <a:gd name="T66" fmla="*/ 151 w 151"/>
                <a:gd name="T67" fmla="*/ 0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51" h="338">
                  <a:moveTo>
                    <a:pt x="139" y="3"/>
                  </a:moveTo>
                  <a:cubicBezTo>
                    <a:pt x="138" y="3"/>
                    <a:pt x="137" y="3"/>
                    <a:pt x="136" y="4"/>
                  </a:cubicBezTo>
                  <a:cubicBezTo>
                    <a:pt x="133" y="4"/>
                    <a:pt x="131" y="5"/>
                    <a:pt x="128" y="6"/>
                  </a:cubicBezTo>
                  <a:cubicBezTo>
                    <a:pt x="127" y="6"/>
                    <a:pt x="125" y="6"/>
                    <a:pt x="124" y="7"/>
                  </a:cubicBezTo>
                  <a:cubicBezTo>
                    <a:pt x="122" y="7"/>
                    <a:pt x="119" y="8"/>
                    <a:pt x="117" y="9"/>
                  </a:cubicBezTo>
                  <a:cubicBezTo>
                    <a:pt x="116" y="9"/>
                    <a:pt x="114" y="9"/>
                    <a:pt x="113" y="10"/>
                  </a:cubicBezTo>
                  <a:cubicBezTo>
                    <a:pt x="112" y="10"/>
                    <a:pt x="111" y="11"/>
                    <a:pt x="110" y="11"/>
                  </a:cubicBezTo>
                  <a:cubicBezTo>
                    <a:pt x="108" y="11"/>
                    <a:pt x="107" y="12"/>
                    <a:pt x="106" y="12"/>
                  </a:cubicBezTo>
                  <a:cubicBezTo>
                    <a:pt x="105" y="13"/>
                    <a:pt x="104" y="13"/>
                    <a:pt x="103" y="13"/>
                  </a:cubicBezTo>
                  <a:cubicBezTo>
                    <a:pt x="100" y="14"/>
                    <a:pt x="96" y="15"/>
                    <a:pt x="93" y="17"/>
                  </a:cubicBezTo>
                  <a:cubicBezTo>
                    <a:pt x="93" y="17"/>
                    <a:pt x="92" y="17"/>
                    <a:pt x="92" y="17"/>
                  </a:cubicBezTo>
                  <a:cubicBezTo>
                    <a:pt x="89" y="18"/>
                    <a:pt x="86" y="19"/>
                    <a:pt x="84" y="20"/>
                  </a:cubicBezTo>
                  <a:cubicBezTo>
                    <a:pt x="83" y="21"/>
                    <a:pt x="82" y="21"/>
                    <a:pt x="81" y="22"/>
                  </a:cubicBezTo>
                  <a:cubicBezTo>
                    <a:pt x="79" y="23"/>
                    <a:pt x="76" y="24"/>
                    <a:pt x="74" y="25"/>
                  </a:cubicBezTo>
                  <a:cubicBezTo>
                    <a:pt x="73" y="25"/>
                    <a:pt x="72" y="26"/>
                    <a:pt x="72" y="26"/>
                  </a:cubicBezTo>
                  <a:cubicBezTo>
                    <a:pt x="69" y="27"/>
                    <a:pt x="66" y="29"/>
                    <a:pt x="63" y="30"/>
                  </a:cubicBezTo>
                  <a:cubicBezTo>
                    <a:pt x="62" y="31"/>
                    <a:pt x="62" y="31"/>
                    <a:pt x="61" y="31"/>
                  </a:cubicBezTo>
                  <a:cubicBezTo>
                    <a:pt x="59" y="33"/>
                    <a:pt x="56" y="34"/>
                    <a:pt x="54" y="35"/>
                  </a:cubicBezTo>
                  <a:cubicBezTo>
                    <a:pt x="54" y="35"/>
                    <a:pt x="53" y="36"/>
                    <a:pt x="52" y="36"/>
                  </a:cubicBezTo>
                  <a:cubicBezTo>
                    <a:pt x="51" y="37"/>
                    <a:pt x="51" y="37"/>
                    <a:pt x="50" y="37"/>
                  </a:cubicBezTo>
                  <a:cubicBezTo>
                    <a:pt x="49" y="38"/>
                    <a:pt x="48" y="39"/>
                    <a:pt x="47" y="39"/>
                  </a:cubicBezTo>
                  <a:cubicBezTo>
                    <a:pt x="46" y="40"/>
                    <a:pt x="44" y="41"/>
                    <a:pt x="43" y="42"/>
                  </a:cubicBezTo>
                  <a:cubicBezTo>
                    <a:pt x="41" y="43"/>
                    <a:pt x="40" y="44"/>
                    <a:pt x="38" y="45"/>
                  </a:cubicBezTo>
                  <a:cubicBezTo>
                    <a:pt x="37" y="46"/>
                    <a:pt x="36" y="47"/>
                    <a:pt x="35" y="48"/>
                  </a:cubicBezTo>
                  <a:cubicBezTo>
                    <a:pt x="33" y="49"/>
                    <a:pt x="32" y="50"/>
                    <a:pt x="30" y="51"/>
                  </a:cubicBezTo>
                  <a:cubicBezTo>
                    <a:pt x="29" y="52"/>
                    <a:pt x="28" y="53"/>
                    <a:pt x="27" y="54"/>
                  </a:cubicBezTo>
                  <a:cubicBezTo>
                    <a:pt x="25" y="55"/>
                    <a:pt x="24" y="56"/>
                    <a:pt x="23" y="57"/>
                  </a:cubicBezTo>
                  <a:cubicBezTo>
                    <a:pt x="22" y="58"/>
                    <a:pt x="20" y="59"/>
                    <a:pt x="19" y="60"/>
                  </a:cubicBezTo>
                  <a:cubicBezTo>
                    <a:pt x="19" y="60"/>
                    <a:pt x="19" y="61"/>
                    <a:pt x="19" y="61"/>
                  </a:cubicBezTo>
                  <a:cubicBezTo>
                    <a:pt x="17" y="62"/>
                    <a:pt x="15" y="64"/>
                    <a:pt x="13" y="66"/>
                  </a:cubicBezTo>
                  <a:cubicBezTo>
                    <a:pt x="13" y="66"/>
                    <a:pt x="13" y="67"/>
                    <a:pt x="12" y="67"/>
                  </a:cubicBezTo>
                  <a:cubicBezTo>
                    <a:pt x="10" y="69"/>
                    <a:pt x="9" y="71"/>
                    <a:pt x="7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5" y="75"/>
                    <a:pt x="4" y="76"/>
                    <a:pt x="3" y="78"/>
                  </a:cubicBezTo>
                  <a:cubicBezTo>
                    <a:pt x="2" y="79"/>
                    <a:pt x="1" y="80"/>
                    <a:pt x="1" y="81"/>
                  </a:cubicBezTo>
                  <a:cubicBezTo>
                    <a:pt x="0" y="338"/>
                    <a:pt x="0" y="338"/>
                    <a:pt x="0" y="338"/>
                  </a:cubicBezTo>
                  <a:cubicBezTo>
                    <a:pt x="1" y="336"/>
                    <a:pt x="3" y="334"/>
                    <a:pt x="5" y="331"/>
                  </a:cubicBezTo>
                  <a:cubicBezTo>
                    <a:pt x="5" y="331"/>
                    <a:pt x="6" y="331"/>
                    <a:pt x="6" y="331"/>
                  </a:cubicBezTo>
                  <a:cubicBezTo>
                    <a:pt x="7" y="329"/>
                    <a:pt x="9" y="327"/>
                    <a:pt x="11" y="325"/>
                  </a:cubicBezTo>
                  <a:cubicBezTo>
                    <a:pt x="12" y="325"/>
                    <a:pt x="12" y="324"/>
                    <a:pt x="12" y="324"/>
                  </a:cubicBezTo>
                  <a:cubicBezTo>
                    <a:pt x="14" y="322"/>
                    <a:pt x="16" y="320"/>
                    <a:pt x="18" y="318"/>
                  </a:cubicBezTo>
                  <a:cubicBezTo>
                    <a:pt x="19" y="317"/>
                    <a:pt x="20" y="316"/>
                    <a:pt x="21" y="315"/>
                  </a:cubicBezTo>
                  <a:cubicBezTo>
                    <a:pt x="23" y="314"/>
                    <a:pt x="24" y="313"/>
                    <a:pt x="26" y="312"/>
                  </a:cubicBezTo>
                  <a:cubicBezTo>
                    <a:pt x="27" y="311"/>
                    <a:pt x="28" y="310"/>
                    <a:pt x="29" y="309"/>
                  </a:cubicBezTo>
                  <a:cubicBezTo>
                    <a:pt x="31" y="308"/>
                    <a:pt x="32" y="307"/>
                    <a:pt x="33" y="306"/>
                  </a:cubicBezTo>
                  <a:cubicBezTo>
                    <a:pt x="35" y="305"/>
                    <a:pt x="36" y="304"/>
                    <a:pt x="37" y="303"/>
                  </a:cubicBezTo>
                  <a:cubicBezTo>
                    <a:pt x="39" y="302"/>
                    <a:pt x="40" y="301"/>
                    <a:pt x="42" y="300"/>
                  </a:cubicBezTo>
                  <a:cubicBezTo>
                    <a:pt x="43" y="299"/>
                    <a:pt x="44" y="298"/>
                    <a:pt x="46" y="297"/>
                  </a:cubicBezTo>
                  <a:cubicBezTo>
                    <a:pt x="47" y="296"/>
                    <a:pt x="49" y="295"/>
                    <a:pt x="51" y="294"/>
                  </a:cubicBezTo>
                  <a:cubicBezTo>
                    <a:pt x="52" y="294"/>
                    <a:pt x="52" y="293"/>
                    <a:pt x="53" y="293"/>
                  </a:cubicBezTo>
                  <a:cubicBezTo>
                    <a:pt x="55" y="292"/>
                    <a:pt x="58" y="290"/>
                    <a:pt x="60" y="289"/>
                  </a:cubicBezTo>
                  <a:cubicBezTo>
                    <a:pt x="60" y="289"/>
                    <a:pt x="61" y="288"/>
                    <a:pt x="62" y="288"/>
                  </a:cubicBezTo>
                  <a:cubicBezTo>
                    <a:pt x="65" y="287"/>
                    <a:pt x="68" y="285"/>
                    <a:pt x="71" y="284"/>
                  </a:cubicBezTo>
                  <a:cubicBezTo>
                    <a:pt x="71" y="283"/>
                    <a:pt x="72" y="283"/>
                    <a:pt x="73" y="283"/>
                  </a:cubicBezTo>
                  <a:cubicBezTo>
                    <a:pt x="75" y="282"/>
                    <a:pt x="77" y="281"/>
                    <a:pt x="80" y="279"/>
                  </a:cubicBezTo>
                  <a:cubicBezTo>
                    <a:pt x="81" y="279"/>
                    <a:pt x="82" y="279"/>
                    <a:pt x="83" y="278"/>
                  </a:cubicBezTo>
                  <a:cubicBezTo>
                    <a:pt x="85" y="277"/>
                    <a:pt x="88" y="276"/>
                    <a:pt x="91" y="275"/>
                  </a:cubicBezTo>
                  <a:cubicBezTo>
                    <a:pt x="91" y="275"/>
                    <a:pt x="92" y="275"/>
                    <a:pt x="92" y="274"/>
                  </a:cubicBezTo>
                  <a:cubicBezTo>
                    <a:pt x="95" y="273"/>
                    <a:pt x="99" y="272"/>
                    <a:pt x="102" y="271"/>
                  </a:cubicBezTo>
                  <a:cubicBezTo>
                    <a:pt x="103" y="271"/>
                    <a:pt x="104" y="270"/>
                    <a:pt x="105" y="270"/>
                  </a:cubicBezTo>
                  <a:cubicBezTo>
                    <a:pt x="107" y="269"/>
                    <a:pt x="109" y="269"/>
                    <a:pt x="112" y="268"/>
                  </a:cubicBezTo>
                  <a:cubicBezTo>
                    <a:pt x="113" y="267"/>
                    <a:pt x="115" y="267"/>
                    <a:pt x="116" y="266"/>
                  </a:cubicBezTo>
                  <a:cubicBezTo>
                    <a:pt x="118" y="266"/>
                    <a:pt x="120" y="265"/>
                    <a:pt x="123" y="265"/>
                  </a:cubicBezTo>
                  <a:cubicBezTo>
                    <a:pt x="124" y="264"/>
                    <a:pt x="126" y="264"/>
                    <a:pt x="127" y="263"/>
                  </a:cubicBezTo>
                  <a:cubicBezTo>
                    <a:pt x="129" y="263"/>
                    <a:pt x="132" y="262"/>
                    <a:pt x="134" y="262"/>
                  </a:cubicBezTo>
                  <a:cubicBezTo>
                    <a:pt x="136" y="261"/>
                    <a:pt x="137" y="261"/>
                    <a:pt x="138" y="261"/>
                  </a:cubicBezTo>
                  <a:cubicBezTo>
                    <a:pt x="142" y="260"/>
                    <a:pt x="146" y="259"/>
                    <a:pt x="149" y="258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47" y="1"/>
                    <a:pt x="143" y="2"/>
                    <a:pt x="139" y="3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7"/>
            <p:cNvSpPr>
              <a:spLocks/>
            </p:cNvSpPr>
            <p:nvPr/>
          </p:nvSpPr>
          <p:spPr bwMode="auto">
            <a:xfrm>
              <a:off x="4208463" y="3017838"/>
              <a:ext cx="1223963" cy="1274763"/>
            </a:xfrm>
            <a:custGeom>
              <a:avLst/>
              <a:gdLst>
                <a:gd name="T0" fmla="*/ 771 w 771"/>
                <a:gd name="T1" fmla="*/ 194 h 803"/>
                <a:gd name="T2" fmla="*/ 769 w 771"/>
                <a:gd name="T3" fmla="*/ 803 h 803"/>
                <a:gd name="T4" fmla="*/ 0 w 771"/>
                <a:gd name="T5" fmla="*/ 611 h 803"/>
                <a:gd name="T6" fmla="*/ 2 w 771"/>
                <a:gd name="T7" fmla="*/ 0 h 803"/>
                <a:gd name="T8" fmla="*/ 771 w 771"/>
                <a:gd name="T9" fmla="*/ 194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1" h="803">
                  <a:moveTo>
                    <a:pt x="771" y="194"/>
                  </a:moveTo>
                  <a:lnTo>
                    <a:pt x="769" y="803"/>
                  </a:lnTo>
                  <a:lnTo>
                    <a:pt x="0" y="611"/>
                  </a:lnTo>
                  <a:lnTo>
                    <a:pt x="2" y="0"/>
                  </a:lnTo>
                  <a:lnTo>
                    <a:pt x="771" y="194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auto">
            <a:xfrm>
              <a:off x="6677026" y="2479676"/>
              <a:ext cx="525463" cy="1857375"/>
            </a:xfrm>
            <a:custGeom>
              <a:avLst/>
              <a:gdLst>
                <a:gd name="T0" fmla="*/ 79 w 140"/>
                <a:gd name="T1" fmla="*/ 30 h 494"/>
                <a:gd name="T2" fmla="*/ 71 w 140"/>
                <a:gd name="T3" fmla="*/ 26 h 494"/>
                <a:gd name="T4" fmla="*/ 68 w 140"/>
                <a:gd name="T5" fmla="*/ 24 h 494"/>
                <a:gd name="T6" fmla="*/ 62 w 140"/>
                <a:gd name="T7" fmla="*/ 21 h 494"/>
                <a:gd name="T8" fmla="*/ 58 w 140"/>
                <a:gd name="T9" fmla="*/ 20 h 494"/>
                <a:gd name="T10" fmla="*/ 53 w 140"/>
                <a:gd name="T11" fmla="*/ 17 h 494"/>
                <a:gd name="T12" fmla="*/ 49 w 140"/>
                <a:gd name="T13" fmla="*/ 15 h 494"/>
                <a:gd name="T14" fmla="*/ 43 w 140"/>
                <a:gd name="T15" fmla="*/ 13 h 494"/>
                <a:gd name="T16" fmla="*/ 43 w 140"/>
                <a:gd name="T17" fmla="*/ 13 h 494"/>
                <a:gd name="T18" fmla="*/ 42 w 140"/>
                <a:gd name="T19" fmla="*/ 13 h 494"/>
                <a:gd name="T20" fmla="*/ 30 w 140"/>
                <a:gd name="T21" fmla="*/ 8 h 494"/>
                <a:gd name="T22" fmla="*/ 26 w 140"/>
                <a:gd name="T23" fmla="*/ 7 h 494"/>
                <a:gd name="T24" fmla="*/ 12 w 140"/>
                <a:gd name="T25" fmla="*/ 3 h 494"/>
                <a:gd name="T26" fmla="*/ 12 w 140"/>
                <a:gd name="T27" fmla="*/ 3 h 494"/>
                <a:gd name="T28" fmla="*/ 1 w 140"/>
                <a:gd name="T29" fmla="*/ 0 h 494"/>
                <a:gd name="T30" fmla="*/ 0 w 140"/>
                <a:gd name="T31" fmla="*/ 406 h 494"/>
                <a:gd name="T32" fmla="*/ 11 w 140"/>
                <a:gd name="T33" fmla="*/ 409 h 494"/>
                <a:gd name="T34" fmla="*/ 25 w 140"/>
                <a:gd name="T35" fmla="*/ 414 h 494"/>
                <a:gd name="T36" fmla="*/ 28 w 140"/>
                <a:gd name="T37" fmla="*/ 415 h 494"/>
                <a:gd name="T38" fmla="*/ 41 w 140"/>
                <a:gd name="T39" fmla="*/ 420 h 494"/>
                <a:gd name="T40" fmla="*/ 42 w 140"/>
                <a:gd name="T41" fmla="*/ 420 h 494"/>
                <a:gd name="T42" fmla="*/ 47 w 140"/>
                <a:gd name="T43" fmla="*/ 422 h 494"/>
                <a:gd name="T44" fmla="*/ 51 w 140"/>
                <a:gd name="T45" fmla="*/ 424 h 494"/>
                <a:gd name="T46" fmla="*/ 57 w 140"/>
                <a:gd name="T47" fmla="*/ 426 h 494"/>
                <a:gd name="T48" fmla="*/ 61 w 140"/>
                <a:gd name="T49" fmla="*/ 428 h 494"/>
                <a:gd name="T50" fmla="*/ 67 w 140"/>
                <a:gd name="T51" fmla="*/ 431 h 494"/>
                <a:gd name="T52" fmla="*/ 70 w 140"/>
                <a:gd name="T53" fmla="*/ 433 h 494"/>
                <a:gd name="T54" fmla="*/ 78 w 140"/>
                <a:gd name="T55" fmla="*/ 437 h 494"/>
                <a:gd name="T56" fmla="*/ 139 w 140"/>
                <a:gd name="T57" fmla="*/ 494 h 494"/>
                <a:gd name="T58" fmla="*/ 140 w 140"/>
                <a:gd name="T59" fmla="*/ 87 h 494"/>
                <a:gd name="T60" fmla="*/ 79 w 140"/>
                <a:gd name="T61" fmla="*/ 3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40" h="494">
                  <a:moveTo>
                    <a:pt x="79" y="30"/>
                  </a:moveTo>
                  <a:cubicBezTo>
                    <a:pt x="76" y="29"/>
                    <a:pt x="74" y="27"/>
                    <a:pt x="71" y="26"/>
                  </a:cubicBezTo>
                  <a:cubicBezTo>
                    <a:pt x="70" y="25"/>
                    <a:pt x="69" y="25"/>
                    <a:pt x="68" y="24"/>
                  </a:cubicBezTo>
                  <a:cubicBezTo>
                    <a:pt x="66" y="23"/>
                    <a:pt x="64" y="22"/>
                    <a:pt x="62" y="21"/>
                  </a:cubicBezTo>
                  <a:cubicBezTo>
                    <a:pt x="61" y="21"/>
                    <a:pt x="59" y="20"/>
                    <a:pt x="58" y="20"/>
                  </a:cubicBezTo>
                  <a:cubicBezTo>
                    <a:pt x="56" y="19"/>
                    <a:pt x="55" y="18"/>
                    <a:pt x="53" y="17"/>
                  </a:cubicBezTo>
                  <a:cubicBezTo>
                    <a:pt x="51" y="16"/>
                    <a:pt x="50" y="16"/>
                    <a:pt x="49" y="15"/>
                  </a:cubicBezTo>
                  <a:cubicBezTo>
                    <a:pt x="47" y="15"/>
                    <a:pt x="45" y="14"/>
                    <a:pt x="43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2" y="13"/>
                    <a:pt x="42" y="13"/>
                  </a:cubicBezTo>
                  <a:cubicBezTo>
                    <a:pt x="38" y="11"/>
                    <a:pt x="34" y="10"/>
                    <a:pt x="30" y="8"/>
                  </a:cubicBezTo>
                  <a:cubicBezTo>
                    <a:pt x="28" y="8"/>
                    <a:pt x="27" y="7"/>
                    <a:pt x="26" y="7"/>
                  </a:cubicBezTo>
                  <a:cubicBezTo>
                    <a:pt x="22" y="6"/>
                    <a:pt x="17" y="4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8" y="2"/>
                    <a:pt x="5" y="1"/>
                    <a:pt x="1" y="0"/>
                  </a:cubicBezTo>
                  <a:cubicBezTo>
                    <a:pt x="0" y="406"/>
                    <a:pt x="0" y="406"/>
                    <a:pt x="0" y="406"/>
                  </a:cubicBezTo>
                  <a:cubicBezTo>
                    <a:pt x="4" y="407"/>
                    <a:pt x="7" y="408"/>
                    <a:pt x="11" y="409"/>
                  </a:cubicBezTo>
                  <a:cubicBezTo>
                    <a:pt x="16" y="411"/>
                    <a:pt x="20" y="412"/>
                    <a:pt x="25" y="414"/>
                  </a:cubicBezTo>
                  <a:cubicBezTo>
                    <a:pt x="26" y="414"/>
                    <a:pt x="27" y="415"/>
                    <a:pt x="28" y="415"/>
                  </a:cubicBezTo>
                  <a:cubicBezTo>
                    <a:pt x="33" y="416"/>
                    <a:pt x="37" y="418"/>
                    <a:pt x="41" y="420"/>
                  </a:cubicBezTo>
                  <a:cubicBezTo>
                    <a:pt x="41" y="420"/>
                    <a:pt x="42" y="420"/>
                    <a:pt x="42" y="420"/>
                  </a:cubicBezTo>
                  <a:cubicBezTo>
                    <a:pt x="44" y="421"/>
                    <a:pt x="46" y="421"/>
                    <a:pt x="47" y="422"/>
                  </a:cubicBezTo>
                  <a:cubicBezTo>
                    <a:pt x="49" y="423"/>
                    <a:pt x="50" y="423"/>
                    <a:pt x="51" y="424"/>
                  </a:cubicBezTo>
                  <a:cubicBezTo>
                    <a:pt x="53" y="425"/>
                    <a:pt x="55" y="426"/>
                    <a:pt x="57" y="426"/>
                  </a:cubicBezTo>
                  <a:cubicBezTo>
                    <a:pt x="58" y="427"/>
                    <a:pt x="60" y="428"/>
                    <a:pt x="61" y="428"/>
                  </a:cubicBezTo>
                  <a:cubicBezTo>
                    <a:pt x="63" y="429"/>
                    <a:pt x="65" y="430"/>
                    <a:pt x="67" y="431"/>
                  </a:cubicBezTo>
                  <a:cubicBezTo>
                    <a:pt x="68" y="432"/>
                    <a:pt x="69" y="432"/>
                    <a:pt x="70" y="433"/>
                  </a:cubicBezTo>
                  <a:cubicBezTo>
                    <a:pt x="72" y="434"/>
                    <a:pt x="75" y="436"/>
                    <a:pt x="78" y="437"/>
                  </a:cubicBezTo>
                  <a:cubicBezTo>
                    <a:pt x="106" y="453"/>
                    <a:pt x="126" y="473"/>
                    <a:pt x="139" y="494"/>
                  </a:cubicBezTo>
                  <a:cubicBezTo>
                    <a:pt x="140" y="87"/>
                    <a:pt x="140" y="87"/>
                    <a:pt x="140" y="87"/>
                  </a:cubicBezTo>
                  <a:cubicBezTo>
                    <a:pt x="128" y="66"/>
                    <a:pt x="107" y="46"/>
                    <a:pt x="79" y="30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9"/>
            <p:cNvSpPr>
              <a:spLocks/>
            </p:cNvSpPr>
            <p:nvPr/>
          </p:nvSpPr>
          <p:spPr bwMode="auto">
            <a:xfrm>
              <a:off x="6680201" y="1773238"/>
              <a:ext cx="1754188" cy="1033463"/>
            </a:xfrm>
            <a:custGeom>
              <a:avLst/>
              <a:gdLst>
                <a:gd name="T0" fmla="*/ 327 w 467"/>
                <a:gd name="T1" fmla="*/ 74 h 275"/>
                <a:gd name="T2" fmla="*/ 467 w 467"/>
                <a:gd name="T3" fmla="*/ 200 h 275"/>
                <a:gd name="T4" fmla="*/ 139 w 467"/>
                <a:gd name="T5" fmla="*/ 275 h 275"/>
                <a:gd name="T6" fmla="*/ 78 w 467"/>
                <a:gd name="T7" fmla="*/ 218 h 275"/>
                <a:gd name="T8" fmla="*/ 0 w 467"/>
                <a:gd name="T9" fmla="*/ 188 h 275"/>
                <a:gd name="T10" fmla="*/ 140 w 467"/>
                <a:gd name="T11" fmla="*/ 0 h 275"/>
                <a:gd name="T12" fmla="*/ 327 w 467"/>
                <a:gd name="T13" fmla="*/ 74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7" h="275">
                  <a:moveTo>
                    <a:pt x="327" y="74"/>
                  </a:moveTo>
                  <a:cubicBezTo>
                    <a:pt x="389" y="110"/>
                    <a:pt x="437" y="153"/>
                    <a:pt x="467" y="200"/>
                  </a:cubicBezTo>
                  <a:cubicBezTo>
                    <a:pt x="139" y="275"/>
                    <a:pt x="139" y="275"/>
                    <a:pt x="139" y="275"/>
                  </a:cubicBezTo>
                  <a:cubicBezTo>
                    <a:pt x="127" y="254"/>
                    <a:pt x="106" y="234"/>
                    <a:pt x="78" y="218"/>
                  </a:cubicBezTo>
                  <a:cubicBezTo>
                    <a:pt x="56" y="206"/>
                    <a:pt x="30" y="195"/>
                    <a:pt x="0" y="188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212" y="18"/>
                    <a:pt x="275" y="43"/>
                    <a:pt x="327" y="7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0"/>
            <p:cNvSpPr>
              <a:spLocks/>
            </p:cNvSpPr>
            <p:nvPr/>
          </p:nvSpPr>
          <p:spPr bwMode="auto">
            <a:xfrm>
              <a:off x="7199313" y="2525713"/>
              <a:ext cx="1235075" cy="1811338"/>
            </a:xfrm>
            <a:custGeom>
              <a:avLst/>
              <a:gdLst>
                <a:gd name="T0" fmla="*/ 778 w 778"/>
                <a:gd name="T1" fmla="*/ 0 h 1141"/>
                <a:gd name="T2" fmla="*/ 776 w 778"/>
                <a:gd name="T3" fmla="*/ 964 h 1141"/>
                <a:gd name="T4" fmla="*/ 0 w 778"/>
                <a:gd name="T5" fmla="*/ 1141 h 1141"/>
                <a:gd name="T6" fmla="*/ 2 w 778"/>
                <a:gd name="T7" fmla="*/ 177 h 1141"/>
                <a:gd name="T8" fmla="*/ 778 w 778"/>
                <a:gd name="T9" fmla="*/ 0 h 1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8" h="1141">
                  <a:moveTo>
                    <a:pt x="778" y="0"/>
                  </a:moveTo>
                  <a:lnTo>
                    <a:pt x="776" y="964"/>
                  </a:lnTo>
                  <a:lnTo>
                    <a:pt x="0" y="1141"/>
                  </a:lnTo>
                  <a:lnTo>
                    <a:pt x="2" y="177"/>
                  </a:lnTo>
                  <a:lnTo>
                    <a:pt x="778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1"/>
            <p:cNvSpPr>
              <a:spLocks/>
            </p:cNvSpPr>
            <p:nvPr/>
          </p:nvSpPr>
          <p:spPr bwMode="auto">
            <a:xfrm>
              <a:off x="5349876" y="3603626"/>
              <a:ext cx="82550" cy="906463"/>
            </a:xfrm>
            <a:custGeom>
              <a:avLst/>
              <a:gdLst>
                <a:gd name="T0" fmla="*/ 17 w 22"/>
                <a:gd name="T1" fmla="*/ 7 h 241"/>
                <a:gd name="T2" fmla="*/ 16 w 22"/>
                <a:gd name="T3" fmla="*/ 9 h 241"/>
                <a:gd name="T4" fmla="*/ 14 w 22"/>
                <a:gd name="T5" fmla="*/ 13 h 241"/>
                <a:gd name="T6" fmla="*/ 13 w 22"/>
                <a:gd name="T7" fmla="*/ 13 h 241"/>
                <a:gd name="T8" fmla="*/ 11 w 22"/>
                <a:gd name="T9" fmla="*/ 17 h 241"/>
                <a:gd name="T10" fmla="*/ 9 w 22"/>
                <a:gd name="T11" fmla="*/ 21 h 241"/>
                <a:gd name="T12" fmla="*/ 8 w 22"/>
                <a:gd name="T13" fmla="*/ 24 h 241"/>
                <a:gd name="T14" fmla="*/ 7 w 22"/>
                <a:gd name="T15" fmla="*/ 27 h 241"/>
                <a:gd name="T16" fmla="*/ 7 w 22"/>
                <a:gd name="T17" fmla="*/ 28 h 241"/>
                <a:gd name="T18" fmla="*/ 5 w 22"/>
                <a:gd name="T19" fmla="*/ 31 h 241"/>
                <a:gd name="T20" fmla="*/ 4 w 22"/>
                <a:gd name="T21" fmla="*/ 35 h 241"/>
                <a:gd name="T22" fmla="*/ 3 w 22"/>
                <a:gd name="T23" fmla="*/ 38 h 241"/>
                <a:gd name="T24" fmla="*/ 3 w 22"/>
                <a:gd name="T25" fmla="*/ 41 h 241"/>
                <a:gd name="T26" fmla="*/ 3 w 22"/>
                <a:gd name="T27" fmla="*/ 42 h 241"/>
                <a:gd name="T28" fmla="*/ 2 w 22"/>
                <a:gd name="T29" fmla="*/ 46 h 241"/>
                <a:gd name="T30" fmla="*/ 2 w 22"/>
                <a:gd name="T31" fmla="*/ 49 h 241"/>
                <a:gd name="T32" fmla="*/ 1 w 22"/>
                <a:gd name="T33" fmla="*/ 53 h 241"/>
                <a:gd name="T34" fmla="*/ 1 w 22"/>
                <a:gd name="T35" fmla="*/ 55 h 241"/>
                <a:gd name="T36" fmla="*/ 1 w 22"/>
                <a:gd name="T37" fmla="*/ 58 h 241"/>
                <a:gd name="T38" fmla="*/ 0 w 22"/>
                <a:gd name="T39" fmla="*/ 241 h 241"/>
                <a:gd name="T40" fmla="*/ 0 w 22"/>
                <a:gd name="T41" fmla="*/ 236 h 241"/>
                <a:gd name="T42" fmla="*/ 0 w 22"/>
                <a:gd name="T43" fmla="*/ 233 h 241"/>
                <a:gd name="T44" fmla="*/ 1 w 22"/>
                <a:gd name="T45" fmla="*/ 229 h 241"/>
                <a:gd name="T46" fmla="*/ 1 w 22"/>
                <a:gd name="T47" fmla="*/ 226 h 241"/>
                <a:gd name="T48" fmla="*/ 2 w 22"/>
                <a:gd name="T49" fmla="*/ 222 h 241"/>
                <a:gd name="T50" fmla="*/ 3 w 22"/>
                <a:gd name="T51" fmla="*/ 218 h 241"/>
                <a:gd name="T52" fmla="*/ 4 w 22"/>
                <a:gd name="T53" fmla="*/ 215 h 241"/>
                <a:gd name="T54" fmla="*/ 5 w 22"/>
                <a:gd name="T55" fmla="*/ 211 h 241"/>
                <a:gd name="T56" fmla="*/ 7 w 22"/>
                <a:gd name="T57" fmla="*/ 208 h 241"/>
                <a:gd name="T58" fmla="*/ 8 w 22"/>
                <a:gd name="T59" fmla="*/ 204 h 241"/>
                <a:gd name="T60" fmla="*/ 10 w 22"/>
                <a:gd name="T61" fmla="*/ 200 h 241"/>
                <a:gd name="T62" fmla="*/ 12 w 22"/>
                <a:gd name="T63" fmla="*/ 197 h 241"/>
                <a:gd name="T64" fmla="*/ 15 w 22"/>
                <a:gd name="T65" fmla="*/ 192 h 241"/>
                <a:gd name="T66" fmla="*/ 16 w 22"/>
                <a:gd name="T67" fmla="*/ 190 h 241"/>
                <a:gd name="T68" fmla="*/ 21 w 22"/>
                <a:gd name="T69" fmla="*/ 183 h 241"/>
                <a:gd name="T70" fmla="*/ 22 w 22"/>
                <a:gd name="T71" fmla="*/ 0 h 241"/>
                <a:gd name="T72" fmla="*/ 17 w 22"/>
                <a:gd name="T73" fmla="*/ 7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" h="241">
                  <a:moveTo>
                    <a:pt x="17" y="7"/>
                  </a:moveTo>
                  <a:cubicBezTo>
                    <a:pt x="17" y="8"/>
                    <a:pt x="16" y="8"/>
                    <a:pt x="16" y="9"/>
                  </a:cubicBezTo>
                  <a:cubicBezTo>
                    <a:pt x="15" y="10"/>
                    <a:pt x="14" y="11"/>
                    <a:pt x="14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5"/>
                    <a:pt x="12" y="16"/>
                    <a:pt x="11" y="17"/>
                  </a:cubicBezTo>
                  <a:cubicBezTo>
                    <a:pt x="11" y="18"/>
                    <a:pt x="10" y="19"/>
                    <a:pt x="9" y="21"/>
                  </a:cubicBezTo>
                  <a:cubicBezTo>
                    <a:pt x="9" y="22"/>
                    <a:pt x="8" y="23"/>
                    <a:pt x="8" y="24"/>
                  </a:cubicBezTo>
                  <a:cubicBezTo>
                    <a:pt x="8" y="25"/>
                    <a:pt x="7" y="26"/>
                    <a:pt x="7" y="27"/>
                  </a:cubicBezTo>
                  <a:cubicBezTo>
                    <a:pt x="7" y="27"/>
                    <a:pt x="7" y="28"/>
                    <a:pt x="7" y="28"/>
                  </a:cubicBezTo>
                  <a:cubicBezTo>
                    <a:pt x="6" y="29"/>
                    <a:pt x="6" y="30"/>
                    <a:pt x="5" y="31"/>
                  </a:cubicBezTo>
                  <a:cubicBezTo>
                    <a:pt x="5" y="33"/>
                    <a:pt x="5" y="34"/>
                    <a:pt x="4" y="35"/>
                  </a:cubicBezTo>
                  <a:cubicBezTo>
                    <a:pt x="4" y="36"/>
                    <a:pt x="4" y="37"/>
                    <a:pt x="3" y="38"/>
                  </a:cubicBezTo>
                  <a:cubicBezTo>
                    <a:pt x="3" y="39"/>
                    <a:pt x="3" y="40"/>
                    <a:pt x="3" y="41"/>
                  </a:cubicBezTo>
                  <a:cubicBezTo>
                    <a:pt x="3" y="41"/>
                    <a:pt x="3" y="42"/>
                    <a:pt x="3" y="42"/>
                  </a:cubicBezTo>
                  <a:cubicBezTo>
                    <a:pt x="2" y="43"/>
                    <a:pt x="2" y="45"/>
                    <a:pt x="2" y="46"/>
                  </a:cubicBezTo>
                  <a:cubicBezTo>
                    <a:pt x="2" y="47"/>
                    <a:pt x="2" y="48"/>
                    <a:pt x="2" y="49"/>
                  </a:cubicBezTo>
                  <a:cubicBezTo>
                    <a:pt x="1" y="51"/>
                    <a:pt x="1" y="52"/>
                    <a:pt x="1" y="53"/>
                  </a:cubicBezTo>
                  <a:cubicBezTo>
                    <a:pt x="1" y="54"/>
                    <a:pt x="1" y="55"/>
                    <a:pt x="1" y="55"/>
                  </a:cubicBezTo>
                  <a:cubicBezTo>
                    <a:pt x="1" y="56"/>
                    <a:pt x="1" y="57"/>
                    <a:pt x="1" y="58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39"/>
                    <a:pt x="0" y="238"/>
                    <a:pt x="0" y="236"/>
                  </a:cubicBezTo>
                  <a:cubicBezTo>
                    <a:pt x="0" y="235"/>
                    <a:pt x="0" y="234"/>
                    <a:pt x="0" y="233"/>
                  </a:cubicBezTo>
                  <a:cubicBezTo>
                    <a:pt x="1" y="231"/>
                    <a:pt x="1" y="230"/>
                    <a:pt x="1" y="229"/>
                  </a:cubicBezTo>
                  <a:cubicBezTo>
                    <a:pt x="1" y="228"/>
                    <a:pt x="1" y="227"/>
                    <a:pt x="1" y="226"/>
                  </a:cubicBezTo>
                  <a:cubicBezTo>
                    <a:pt x="2" y="224"/>
                    <a:pt x="2" y="223"/>
                    <a:pt x="2" y="222"/>
                  </a:cubicBezTo>
                  <a:cubicBezTo>
                    <a:pt x="3" y="221"/>
                    <a:pt x="3" y="220"/>
                    <a:pt x="3" y="218"/>
                  </a:cubicBezTo>
                  <a:cubicBezTo>
                    <a:pt x="3" y="217"/>
                    <a:pt x="4" y="216"/>
                    <a:pt x="4" y="215"/>
                  </a:cubicBezTo>
                  <a:cubicBezTo>
                    <a:pt x="5" y="213"/>
                    <a:pt x="5" y="212"/>
                    <a:pt x="5" y="211"/>
                  </a:cubicBezTo>
                  <a:cubicBezTo>
                    <a:pt x="6" y="210"/>
                    <a:pt x="6" y="209"/>
                    <a:pt x="7" y="208"/>
                  </a:cubicBezTo>
                  <a:cubicBezTo>
                    <a:pt x="7" y="206"/>
                    <a:pt x="8" y="205"/>
                    <a:pt x="8" y="204"/>
                  </a:cubicBezTo>
                  <a:cubicBezTo>
                    <a:pt x="9" y="203"/>
                    <a:pt x="10" y="202"/>
                    <a:pt x="10" y="200"/>
                  </a:cubicBezTo>
                  <a:cubicBezTo>
                    <a:pt x="11" y="199"/>
                    <a:pt x="11" y="198"/>
                    <a:pt x="12" y="197"/>
                  </a:cubicBezTo>
                  <a:cubicBezTo>
                    <a:pt x="13" y="195"/>
                    <a:pt x="14" y="194"/>
                    <a:pt x="15" y="192"/>
                  </a:cubicBezTo>
                  <a:cubicBezTo>
                    <a:pt x="15" y="192"/>
                    <a:pt x="15" y="191"/>
                    <a:pt x="16" y="190"/>
                  </a:cubicBezTo>
                  <a:cubicBezTo>
                    <a:pt x="17" y="188"/>
                    <a:pt x="19" y="186"/>
                    <a:pt x="21" y="183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0" y="2"/>
                    <a:pt x="19" y="5"/>
                    <a:pt x="17" y="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2"/>
            <p:cNvSpPr>
              <a:spLocks/>
            </p:cNvSpPr>
            <p:nvPr/>
          </p:nvSpPr>
          <p:spPr bwMode="auto">
            <a:xfrm>
              <a:off x="4200526" y="4051301"/>
              <a:ext cx="1239838" cy="969963"/>
            </a:xfrm>
            <a:custGeom>
              <a:avLst/>
              <a:gdLst>
                <a:gd name="T0" fmla="*/ 781 w 781"/>
                <a:gd name="T1" fmla="*/ 0 h 611"/>
                <a:gd name="T2" fmla="*/ 779 w 781"/>
                <a:gd name="T3" fmla="*/ 434 h 611"/>
                <a:gd name="T4" fmla="*/ 0 w 781"/>
                <a:gd name="T5" fmla="*/ 611 h 611"/>
                <a:gd name="T6" fmla="*/ 2 w 781"/>
                <a:gd name="T7" fmla="*/ 178 h 611"/>
                <a:gd name="T8" fmla="*/ 781 w 781"/>
                <a:gd name="T9" fmla="*/ 0 h 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1" h="611">
                  <a:moveTo>
                    <a:pt x="781" y="0"/>
                  </a:moveTo>
                  <a:lnTo>
                    <a:pt x="779" y="434"/>
                  </a:lnTo>
                  <a:lnTo>
                    <a:pt x="0" y="611"/>
                  </a:lnTo>
                  <a:lnTo>
                    <a:pt x="2" y="178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"/>
            <p:cNvSpPr>
              <a:spLocks/>
            </p:cNvSpPr>
            <p:nvPr/>
          </p:nvSpPr>
          <p:spPr bwMode="auto">
            <a:xfrm>
              <a:off x="4019551" y="3817938"/>
              <a:ext cx="184150" cy="1203325"/>
            </a:xfrm>
            <a:custGeom>
              <a:avLst/>
              <a:gdLst>
                <a:gd name="T0" fmla="*/ 3 w 49"/>
                <a:gd name="T1" fmla="*/ 26 h 320"/>
                <a:gd name="T2" fmla="*/ 2 w 49"/>
                <a:gd name="T3" fmla="*/ 0 h 320"/>
                <a:gd name="T4" fmla="*/ 1 w 49"/>
                <a:gd name="T5" fmla="*/ 183 h 320"/>
                <a:gd name="T6" fmla="*/ 48 w 49"/>
                <a:gd name="T7" fmla="*/ 320 h 320"/>
                <a:gd name="T8" fmla="*/ 49 w 49"/>
                <a:gd name="T9" fmla="*/ 137 h 320"/>
                <a:gd name="T10" fmla="*/ 3 w 49"/>
                <a:gd name="T11" fmla="*/ 26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20">
                  <a:moveTo>
                    <a:pt x="3" y="26"/>
                  </a:moveTo>
                  <a:cubicBezTo>
                    <a:pt x="2" y="17"/>
                    <a:pt x="2" y="8"/>
                    <a:pt x="2" y="0"/>
                  </a:cubicBezTo>
                  <a:cubicBezTo>
                    <a:pt x="1" y="183"/>
                    <a:pt x="1" y="183"/>
                    <a:pt x="1" y="183"/>
                  </a:cubicBezTo>
                  <a:cubicBezTo>
                    <a:pt x="0" y="230"/>
                    <a:pt x="17" y="277"/>
                    <a:pt x="48" y="320"/>
                  </a:cubicBezTo>
                  <a:cubicBezTo>
                    <a:pt x="49" y="137"/>
                    <a:pt x="49" y="137"/>
                    <a:pt x="49" y="137"/>
                  </a:cubicBezTo>
                  <a:cubicBezTo>
                    <a:pt x="24" y="102"/>
                    <a:pt x="8" y="64"/>
                    <a:pt x="3" y="2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4"/>
            <p:cNvSpPr>
              <a:spLocks/>
            </p:cNvSpPr>
            <p:nvPr/>
          </p:nvSpPr>
          <p:spPr bwMode="auto">
            <a:xfrm>
              <a:off x="3956051" y="3300413"/>
              <a:ext cx="1484313" cy="1033463"/>
            </a:xfrm>
            <a:custGeom>
              <a:avLst/>
              <a:gdLst>
                <a:gd name="T0" fmla="*/ 393 w 395"/>
                <a:gd name="T1" fmla="*/ 81 h 275"/>
                <a:gd name="T2" fmla="*/ 395 w 395"/>
                <a:gd name="T3" fmla="*/ 200 h 275"/>
                <a:gd name="T4" fmla="*/ 66 w 395"/>
                <a:gd name="T5" fmla="*/ 275 h 275"/>
                <a:gd name="T6" fmla="*/ 68 w 395"/>
                <a:gd name="T7" fmla="*/ 0 h 275"/>
                <a:gd name="T8" fmla="*/ 393 w 395"/>
                <a:gd name="T9" fmla="*/ 81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5" h="275">
                  <a:moveTo>
                    <a:pt x="393" y="81"/>
                  </a:moveTo>
                  <a:cubicBezTo>
                    <a:pt x="363" y="120"/>
                    <a:pt x="366" y="163"/>
                    <a:pt x="395" y="200"/>
                  </a:cubicBezTo>
                  <a:cubicBezTo>
                    <a:pt x="66" y="275"/>
                    <a:pt x="66" y="275"/>
                    <a:pt x="66" y="275"/>
                  </a:cubicBezTo>
                  <a:cubicBezTo>
                    <a:pt x="5" y="190"/>
                    <a:pt x="0" y="91"/>
                    <a:pt x="68" y="0"/>
                  </a:cubicBezTo>
                  <a:lnTo>
                    <a:pt x="393" y="8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5"/>
            <p:cNvSpPr>
              <a:spLocks/>
            </p:cNvSpPr>
            <p:nvPr/>
          </p:nvSpPr>
          <p:spPr bwMode="auto">
            <a:xfrm>
              <a:off x="4200526" y="4611688"/>
              <a:ext cx="1201738" cy="1112838"/>
            </a:xfrm>
            <a:custGeom>
              <a:avLst/>
              <a:gdLst>
                <a:gd name="T0" fmla="*/ 307 w 320"/>
                <a:gd name="T1" fmla="*/ 183 h 296"/>
                <a:gd name="T2" fmla="*/ 305 w 320"/>
                <a:gd name="T3" fmla="*/ 183 h 296"/>
                <a:gd name="T4" fmla="*/ 294 w 320"/>
                <a:gd name="T5" fmla="*/ 180 h 296"/>
                <a:gd name="T6" fmla="*/ 293 w 320"/>
                <a:gd name="T7" fmla="*/ 180 h 296"/>
                <a:gd name="T8" fmla="*/ 277 w 320"/>
                <a:gd name="T9" fmla="*/ 175 h 296"/>
                <a:gd name="T10" fmla="*/ 272 w 320"/>
                <a:gd name="T11" fmla="*/ 173 h 296"/>
                <a:gd name="T12" fmla="*/ 257 w 320"/>
                <a:gd name="T13" fmla="*/ 168 h 296"/>
                <a:gd name="T14" fmla="*/ 256 w 320"/>
                <a:gd name="T15" fmla="*/ 168 h 296"/>
                <a:gd name="T16" fmla="*/ 240 w 320"/>
                <a:gd name="T17" fmla="*/ 162 h 296"/>
                <a:gd name="T18" fmla="*/ 236 w 320"/>
                <a:gd name="T19" fmla="*/ 161 h 296"/>
                <a:gd name="T20" fmla="*/ 221 w 320"/>
                <a:gd name="T21" fmla="*/ 155 h 296"/>
                <a:gd name="T22" fmla="*/ 220 w 320"/>
                <a:gd name="T23" fmla="*/ 155 h 296"/>
                <a:gd name="T24" fmla="*/ 213 w 320"/>
                <a:gd name="T25" fmla="*/ 152 h 296"/>
                <a:gd name="T26" fmla="*/ 208 w 320"/>
                <a:gd name="T27" fmla="*/ 150 h 296"/>
                <a:gd name="T28" fmla="*/ 202 w 320"/>
                <a:gd name="T29" fmla="*/ 148 h 296"/>
                <a:gd name="T30" fmla="*/ 197 w 320"/>
                <a:gd name="T31" fmla="*/ 145 h 296"/>
                <a:gd name="T32" fmla="*/ 190 w 320"/>
                <a:gd name="T33" fmla="*/ 143 h 296"/>
                <a:gd name="T34" fmla="*/ 185 w 320"/>
                <a:gd name="T35" fmla="*/ 140 h 296"/>
                <a:gd name="T36" fmla="*/ 179 w 320"/>
                <a:gd name="T37" fmla="*/ 137 h 296"/>
                <a:gd name="T38" fmla="*/ 174 w 320"/>
                <a:gd name="T39" fmla="*/ 135 h 296"/>
                <a:gd name="T40" fmla="*/ 168 w 320"/>
                <a:gd name="T41" fmla="*/ 132 h 296"/>
                <a:gd name="T42" fmla="*/ 164 w 320"/>
                <a:gd name="T43" fmla="*/ 130 h 296"/>
                <a:gd name="T44" fmla="*/ 157 w 320"/>
                <a:gd name="T45" fmla="*/ 127 h 296"/>
                <a:gd name="T46" fmla="*/ 153 w 320"/>
                <a:gd name="T47" fmla="*/ 124 h 296"/>
                <a:gd name="T48" fmla="*/ 146 w 320"/>
                <a:gd name="T49" fmla="*/ 121 h 296"/>
                <a:gd name="T50" fmla="*/ 143 w 320"/>
                <a:gd name="T51" fmla="*/ 119 h 296"/>
                <a:gd name="T52" fmla="*/ 133 w 320"/>
                <a:gd name="T53" fmla="*/ 113 h 296"/>
                <a:gd name="T54" fmla="*/ 1 w 320"/>
                <a:gd name="T55" fmla="*/ 0 h 296"/>
                <a:gd name="T56" fmla="*/ 0 w 320"/>
                <a:gd name="T57" fmla="*/ 109 h 296"/>
                <a:gd name="T58" fmla="*/ 132 w 320"/>
                <a:gd name="T59" fmla="*/ 222 h 296"/>
                <a:gd name="T60" fmla="*/ 142 w 320"/>
                <a:gd name="T61" fmla="*/ 228 h 296"/>
                <a:gd name="T62" fmla="*/ 145 w 320"/>
                <a:gd name="T63" fmla="*/ 230 h 296"/>
                <a:gd name="T64" fmla="*/ 152 w 320"/>
                <a:gd name="T65" fmla="*/ 233 h 296"/>
                <a:gd name="T66" fmla="*/ 156 w 320"/>
                <a:gd name="T67" fmla="*/ 235 h 296"/>
                <a:gd name="T68" fmla="*/ 162 w 320"/>
                <a:gd name="T69" fmla="*/ 239 h 296"/>
                <a:gd name="T70" fmla="*/ 167 w 320"/>
                <a:gd name="T71" fmla="*/ 241 h 296"/>
                <a:gd name="T72" fmla="*/ 173 w 320"/>
                <a:gd name="T73" fmla="*/ 244 h 296"/>
                <a:gd name="T74" fmla="*/ 178 w 320"/>
                <a:gd name="T75" fmla="*/ 246 h 296"/>
                <a:gd name="T76" fmla="*/ 184 w 320"/>
                <a:gd name="T77" fmla="*/ 249 h 296"/>
                <a:gd name="T78" fmla="*/ 189 w 320"/>
                <a:gd name="T79" fmla="*/ 251 h 296"/>
                <a:gd name="T80" fmla="*/ 195 w 320"/>
                <a:gd name="T81" fmla="*/ 254 h 296"/>
                <a:gd name="T82" fmla="*/ 201 w 320"/>
                <a:gd name="T83" fmla="*/ 256 h 296"/>
                <a:gd name="T84" fmla="*/ 207 w 320"/>
                <a:gd name="T85" fmla="*/ 259 h 296"/>
                <a:gd name="T86" fmla="*/ 212 w 320"/>
                <a:gd name="T87" fmla="*/ 261 h 296"/>
                <a:gd name="T88" fmla="*/ 218 w 320"/>
                <a:gd name="T89" fmla="*/ 264 h 296"/>
                <a:gd name="T90" fmla="*/ 219 w 320"/>
                <a:gd name="T91" fmla="*/ 264 h 296"/>
                <a:gd name="T92" fmla="*/ 220 w 320"/>
                <a:gd name="T93" fmla="*/ 264 h 296"/>
                <a:gd name="T94" fmla="*/ 234 w 320"/>
                <a:gd name="T95" fmla="*/ 270 h 296"/>
                <a:gd name="T96" fmla="*/ 238 w 320"/>
                <a:gd name="T97" fmla="*/ 271 h 296"/>
                <a:gd name="T98" fmla="*/ 255 w 320"/>
                <a:gd name="T99" fmla="*/ 277 h 296"/>
                <a:gd name="T100" fmla="*/ 255 w 320"/>
                <a:gd name="T101" fmla="*/ 277 h 296"/>
                <a:gd name="T102" fmla="*/ 271 w 320"/>
                <a:gd name="T103" fmla="*/ 282 h 296"/>
                <a:gd name="T104" fmla="*/ 275 w 320"/>
                <a:gd name="T105" fmla="*/ 284 h 296"/>
                <a:gd name="T106" fmla="*/ 292 w 320"/>
                <a:gd name="T107" fmla="*/ 289 h 296"/>
                <a:gd name="T108" fmla="*/ 292 w 320"/>
                <a:gd name="T109" fmla="*/ 289 h 296"/>
                <a:gd name="T110" fmla="*/ 292 w 320"/>
                <a:gd name="T111" fmla="*/ 289 h 296"/>
                <a:gd name="T112" fmla="*/ 303 w 320"/>
                <a:gd name="T113" fmla="*/ 292 h 296"/>
                <a:gd name="T114" fmla="*/ 306 w 320"/>
                <a:gd name="T115" fmla="*/ 292 h 296"/>
                <a:gd name="T116" fmla="*/ 319 w 320"/>
                <a:gd name="T117" fmla="*/ 296 h 296"/>
                <a:gd name="T118" fmla="*/ 320 w 320"/>
                <a:gd name="T119" fmla="*/ 187 h 296"/>
                <a:gd name="T120" fmla="*/ 307 w 320"/>
                <a:gd name="T121" fmla="*/ 183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20" h="296">
                  <a:moveTo>
                    <a:pt x="307" y="183"/>
                  </a:moveTo>
                  <a:cubicBezTo>
                    <a:pt x="306" y="183"/>
                    <a:pt x="305" y="183"/>
                    <a:pt x="305" y="183"/>
                  </a:cubicBezTo>
                  <a:cubicBezTo>
                    <a:pt x="301" y="182"/>
                    <a:pt x="297" y="181"/>
                    <a:pt x="294" y="180"/>
                  </a:cubicBezTo>
                  <a:cubicBezTo>
                    <a:pt x="294" y="180"/>
                    <a:pt x="294" y="180"/>
                    <a:pt x="293" y="180"/>
                  </a:cubicBezTo>
                  <a:cubicBezTo>
                    <a:pt x="288" y="178"/>
                    <a:pt x="282" y="176"/>
                    <a:pt x="277" y="175"/>
                  </a:cubicBezTo>
                  <a:cubicBezTo>
                    <a:pt x="275" y="174"/>
                    <a:pt x="274" y="174"/>
                    <a:pt x="272" y="173"/>
                  </a:cubicBezTo>
                  <a:cubicBezTo>
                    <a:pt x="267" y="172"/>
                    <a:pt x="262" y="170"/>
                    <a:pt x="257" y="168"/>
                  </a:cubicBezTo>
                  <a:cubicBezTo>
                    <a:pt x="256" y="168"/>
                    <a:pt x="256" y="168"/>
                    <a:pt x="256" y="168"/>
                  </a:cubicBezTo>
                  <a:cubicBezTo>
                    <a:pt x="250" y="166"/>
                    <a:pt x="245" y="164"/>
                    <a:pt x="240" y="162"/>
                  </a:cubicBezTo>
                  <a:cubicBezTo>
                    <a:pt x="238" y="162"/>
                    <a:pt x="237" y="161"/>
                    <a:pt x="236" y="161"/>
                  </a:cubicBezTo>
                  <a:cubicBezTo>
                    <a:pt x="231" y="159"/>
                    <a:pt x="226" y="157"/>
                    <a:pt x="221" y="155"/>
                  </a:cubicBezTo>
                  <a:cubicBezTo>
                    <a:pt x="221" y="155"/>
                    <a:pt x="220" y="155"/>
                    <a:pt x="220" y="155"/>
                  </a:cubicBezTo>
                  <a:cubicBezTo>
                    <a:pt x="218" y="154"/>
                    <a:pt x="215" y="153"/>
                    <a:pt x="213" y="152"/>
                  </a:cubicBezTo>
                  <a:cubicBezTo>
                    <a:pt x="212" y="152"/>
                    <a:pt x="210" y="151"/>
                    <a:pt x="208" y="150"/>
                  </a:cubicBezTo>
                  <a:cubicBezTo>
                    <a:pt x="206" y="149"/>
                    <a:pt x="204" y="148"/>
                    <a:pt x="202" y="148"/>
                  </a:cubicBezTo>
                  <a:cubicBezTo>
                    <a:pt x="200" y="147"/>
                    <a:pt x="198" y="146"/>
                    <a:pt x="197" y="145"/>
                  </a:cubicBezTo>
                  <a:cubicBezTo>
                    <a:pt x="194" y="144"/>
                    <a:pt x="192" y="143"/>
                    <a:pt x="190" y="143"/>
                  </a:cubicBezTo>
                  <a:cubicBezTo>
                    <a:pt x="189" y="142"/>
                    <a:pt x="187" y="141"/>
                    <a:pt x="185" y="140"/>
                  </a:cubicBezTo>
                  <a:cubicBezTo>
                    <a:pt x="183" y="139"/>
                    <a:pt x="181" y="138"/>
                    <a:pt x="179" y="137"/>
                  </a:cubicBezTo>
                  <a:cubicBezTo>
                    <a:pt x="178" y="137"/>
                    <a:pt x="176" y="136"/>
                    <a:pt x="174" y="135"/>
                  </a:cubicBezTo>
                  <a:cubicBezTo>
                    <a:pt x="172" y="134"/>
                    <a:pt x="170" y="133"/>
                    <a:pt x="168" y="132"/>
                  </a:cubicBezTo>
                  <a:cubicBezTo>
                    <a:pt x="167" y="131"/>
                    <a:pt x="165" y="131"/>
                    <a:pt x="164" y="130"/>
                  </a:cubicBezTo>
                  <a:cubicBezTo>
                    <a:pt x="161" y="129"/>
                    <a:pt x="159" y="128"/>
                    <a:pt x="157" y="127"/>
                  </a:cubicBezTo>
                  <a:cubicBezTo>
                    <a:pt x="156" y="126"/>
                    <a:pt x="154" y="125"/>
                    <a:pt x="153" y="124"/>
                  </a:cubicBezTo>
                  <a:cubicBezTo>
                    <a:pt x="151" y="123"/>
                    <a:pt x="149" y="122"/>
                    <a:pt x="146" y="121"/>
                  </a:cubicBezTo>
                  <a:cubicBezTo>
                    <a:pt x="145" y="120"/>
                    <a:pt x="144" y="120"/>
                    <a:pt x="143" y="119"/>
                  </a:cubicBezTo>
                  <a:cubicBezTo>
                    <a:pt x="140" y="117"/>
                    <a:pt x="136" y="115"/>
                    <a:pt x="133" y="113"/>
                  </a:cubicBezTo>
                  <a:cubicBezTo>
                    <a:pt x="76" y="81"/>
                    <a:pt x="32" y="42"/>
                    <a:pt x="1" y="0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31" y="151"/>
                    <a:pt x="75" y="189"/>
                    <a:pt x="132" y="222"/>
                  </a:cubicBezTo>
                  <a:cubicBezTo>
                    <a:pt x="135" y="224"/>
                    <a:pt x="138" y="226"/>
                    <a:pt x="142" y="228"/>
                  </a:cubicBezTo>
                  <a:cubicBezTo>
                    <a:pt x="143" y="228"/>
                    <a:pt x="144" y="229"/>
                    <a:pt x="145" y="230"/>
                  </a:cubicBezTo>
                  <a:cubicBezTo>
                    <a:pt x="147" y="231"/>
                    <a:pt x="150" y="232"/>
                    <a:pt x="152" y="233"/>
                  </a:cubicBezTo>
                  <a:cubicBezTo>
                    <a:pt x="153" y="234"/>
                    <a:pt x="155" y="235"/>
                    <a:pt x="156" y="235"/>
                  </a:cubicBezTo>
                  <a:cubicBezTo>
                    <a:pt x="158" y="237"/>
                    <a:pt x="160" y="238"/>
                    <a:pt x="162" y="239"/>
                  </a:cubicBezTo>
                  <a:cubicBezTo>
                    <a:pt x="164" y="240"/>
                    <a:pt x="166" y="240"/>
                    <a:pt x="167" y="241"/>
                  </a:cubicBezTo>
                  <a:cubicBezTo>
                    <a:pt x="169" y="242"/>
                    <a:pt x="171" y="243"/>
                    <a:pt x="173" y="244"/>
                  </a:cubicBezTo>
                  <a:cubicBezTo>
                    <a:pt x="175" y="245"/>
                    <a:pt x="176" y="246"/>
                    <a:pt x="178" y="246"/>
                  </a:cubicBezTo>
                  <a:cubicBezTo>
                    <a:pt x="180" y="247"/>
                    <a:pt x="182" y="248"/>
                    <a:pt x="184" y="249"/>
                  </a:cubicBezTo>
                  <a:cubicBezTo>
                    <a:pt x="186" y="250"/>
                    <a:pt x="188" y="251"/>
                    <a:pt x="189" y="251"/>
                  </a:cubicBezTo>
                  <a:cubicBezTo>
                    <a:pt x="191" y="252"/>
                    <a:pt x="193" y="253"/>
                    <a:pt x="195" y="254"/>
                  </a:cubicBezTo>
                  <a:cubicBezTo>
                    <a:pt x="197" y="255"/>
                    <a:pt x="199" y="256"/>
                    <a:pt x="201" y="256"/>
                  </a:cubicBezTo>
                  <a:cubicBezTo>
                    <a:pt x="203" y="257"/>
                    <a:pt x="205" y="258"/>
                    <a:pt x="207" y="259"/>
                  </a:cubicBezTo>
                  <a:cubicBezTo>
                    <a:pt x="209" y="260"/>
                    <a:pt x="210" y="260"/>
                    <a:pt x="212" y="261"/>
                  </a:cubicBezTo>
                  <a:cubicBezTo>
                    <a:pt x="214" y="262"/>
                    <a:pt x="216" y="263"/>
                    <a:pt x="218" y="264"/>
                  </a:cubicBezTo>
                  <a:cubicBezTo>
                    <a:pt x="219" y="264"/>
                    <a:pt x="219" y="264"/>
                    <a:pt x="219" y="264"/>
                  </a:cubicBezTo>
                  <a:cubicBezTo>
                    <a:pt x="219" y="264"/>
                    <a:pt x="220" y="264"/>
                    <a:pt x="220" y="264"/>
                  </a:cubicBezTo>
                  <a:cubicBezTo>
                    <a:pt x="225" y="266"/>
                    <a:pt x="230" y="268"/>
                    <a:pt x="234" y="270"/>
                  </a:cubicBezTo>
                  <a:cubicBezTo>
                    <a:pt x="236" y="270"/>
                    <a:pt x="237" y="271"/>
                    <a:pt x="238" y="271"/>
                  </a:cubicBezTo>
                  <a:cubicBezTo>
                    <a:pt x="244" y="273"/>
                    <a:pt x="249" y="275"/>
                    <a:pt x="255" y="277"/>
                  </a:cubicBezTo>
                  <a:cubicBezTo>
                    <a:pt x="255" y="277"/>
                    <a:pt x="255" y="277"/>
                    <a:pt x="255" y="277"/>
                  </a:cubicBezTo>
                  <a:cubicBezTo>
                    <a:pt x="261" y="279"/>
                    <a:pt x="266" y="281"/>
                    <a:pt x="271" y="282"/>
                  </a:cubicBezTo>
                  <a:cubicBezTo>
                    <a:pt x="273" y="283"/>
                    <a:pt x="274" y="283"/>
                    <a:pt x="275" y="284"/>
                  </a:cubicBezTo>
                  <a:cubicBezTo>
                    <a:pt x="281" y="285"/>
                    <a:pt x="287" y="287"/>
                    <a:pt x="292" y="289"/>
                  </a:cubicBezTo>
                  <a:cubicBezTo>
                    <a:pt x="292" y="289"/>
                    <a:pt x="292" y="289"/>
                    <a:pt x="292" y="289"/>
                  </a:cubicBezTo>
                  <a:cubicBezTo>
                    <a:pt x="292" y="289"/>
                    <a:pt x="292" y="289"/>
                    <a:pt x="292" y="289"/>
                  </a:cubicBezTo>
                  <a:cubicBezTo>
                    <a:pt x="296" y="290"/>
                    <a:pt x="300" y="291"/>
                    <a:pt x="303" y="292"/>
                  </a:cubicBezTo>
                  <a:cubicBezTo>
                    <a:pt x="304" y="292"/>
                    <a:pt x="305" y="292"/>
                    <a:pt x="306" y="292"/>
                  </a:cubicBezTo>
                  <a:cubicBezTo>
                    <a:pt x="310" y="293"/>
                    <a:pt x="315" y="295"/>
                    <a:pt x="319" y="296"/>
                  </a:cubicBezTo>
                  <a:cubicBezTo>
                    <a:pt x="320" y="187"/>
                    <a:pt x="320" y="187"/>
                    <a:pt x="320" y="187"/>
                  </a:cubicBezTo>
                  <a:cubicBezTo>
                    <a:pt x="316" y="186"/>
                    <a:pt x="311" y="185"/>
                    <a:pt x="307" y="18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6"/>
            <p:cNvSpPr>
              <a:spLocks/>
            </p:cNvSpPr>
            <p:nvPr/>
          </p:nvSpPr>
          <p:spPr bwMode="auto">
            <a:xfrm>
              <a:off x="4203701" y="4330701"/>
              <a:ext cx="1725613" cy="984250"/>
            </a:xfrm>
            <a:custGeom>
              <a:avLst/>
              <a:gdLst>
                <a:gd name="T0" fmla="*/ 459 w 459"/>
                <a:gd name="T1" fmla="*/ 74 h 262"/>
                <a:gd name="T2" fmla="*/ 319 w 459"/>
                <a:gd name="T3" fmla="*/ 262 h 262"/>
                <a:gd name="T4" fmla="*/ 132 w 459"/>
                <a:gd name="T5" fmla="*/ 188 h 262"/>
                <a:gd name="T6" fmla="*/ 0 w 459"/>
                <a:gd name="T7" fmla="*/ 75 h 262"/>
                <a:gd name="T8" fmla="*/ 329 w 459"/>
                <a:gd name="T9" fmla="*/ 0 h 262"/>
                <a:gd name="T10" fmla="*/ 381 w 459"/>
                <a:gd name="T11" fmla="*/ 44 h 262"/>
                <a:gd name="T12" fmla="*/ 459 w 459"/>
                <a:gd name="T13" fmla="*/ 74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9" h="262">
                  <a:moveTo>
                    <a:pt x="459" y="74"/>
                  </a:moveTo>
                  <a:cubicBezTo>
                    <a:pt x="319" y="262"/>
                    <a:pt x="319" y="262"/>
                    <a:pt x="319" y="262"/>
                  </a:cubicBezTo>
                  <a:cubicBezTo>
                    <a:pt x="247" y="244"/>
                    <a:pt x="184" y="219"/>
                    <a:pt x="132" y="188"/>
                  </a:cubicBezTo>
                  <a:cubicBezTo>
                    <a:pt x="75" y="156"/>
                    <a:pt x="31" y="117"/>
                    <a:pt x="0" y="75"/>
                  </a:cubicBezTo>
                  <a:cubicBezTo>
                    <a:pt x="329" y="0"/>
                    <a:pt x="329" y="0"/>
                    <a:pt x="329" y="0"/>
                  </a:cubicBezTo>
                  <a:cubicBezTo>
                    <a:pt x="341" y="16"/>
                    <a:pt x="359" y="31"/>
                    <a:pt x="381" y="44"/>
                  </a:cubicBezTo>
                  <a:cubicBezTo>
                    <a:pt x="403" y="56"/>
                    <a:pt x="429" y="67"/>
                    <a:pt x="459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7"/>
            <p:cNvSpPr>
              <a:spLocks/>
            </p:cNvSpPr>
            <p:nvPr/>
          </p:nvSpPr>
          <p:spPr bwMode="auto">
            <a:xfrm>
              <a:off x="5399088" y="4608513"/>
              <a:ext cx="530225" cy="1116013"/>
            </a:xfrm>
            <a:custGeom>
              <a:avLst/>
              <a:gdLst>
                <a:gd name="T0" fmla="*/ 334 w 334"/>
                <a:gd name="T1" fmla="*/ 0 h 703"/>
                <a:gd name="T2" fmla="*/ 334 w 334"/>
                <a:gd name="T3" fmla="*/ 260 h 703"/>
                <a:gd name="T4" fmla="*/ 0 w 334"/>
                <a:gd name="T5" fmla="*/ 703 h 703"/>
                <a:gd name="T6" fmla="*/ 2 w 334"/>
                <a:gd name="T7" fmla="*/ 445 h 703"/>
                <a:gd name="T8" fmla="*/ 334 w 334"/>
                <a:gd name="T9" fmla="*/ 0 h 7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4" h="703">
                  <a:moveTo>
                    <a:pt x="334" y="0"/>
                  </a:moveTo>
                  <a:lnTo>
                    <a:pt x="334" y="260"/>
                  </a:lnTo>
                  <a:lnTo>
                    <a:pt x="0" y="703"/>
                  </a:lnTo>
                  <a:lnTo>
                    <a:pt x="2" y="445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8"/>
            <p:cNvSpPr>
              <a:spLocks/>
            </p:cNvSpPr>
            <p:nvPr/>
          </p:nvSpPr>
          <p:spPr bwMode="auto">
            <a:xfrm>
              <a:off x="5402263" y="4886326"/>
              <a:ext cx="1785938" cy="857250"/>
            </a:xfrm>
            <a:custGeom>
              <a:avLst/>
              <a:gdLst>
                <a:gd name="T0" fmla="*/ 344 w 475"/>
                <a:gd name="T1" fmla="*/ 0 h 228"/>
                <a:gd name="T2" fmla="*/ 475 w 475"/>
                <a:gd name="T3" fmla="*/ 190 h 228"/>
                <a:gd name="T4" fmla="*/ 0 w 475"/>
                <a:gd name="T5" fmla="*/ 188 h 228"/>
                <a:gd name="T6" fmla="*/ 140 w 475"/>
                <a:gd name="T7" fmla="*/ 1 h 228"/>
                <a:gd name="T8" fmla="*/ 344 w 475"/>
                <a:gd name="T9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5" h="228">
                  <a:moveTo>
                    <a:pt x="344" y="0"/>
                  </a:moveTo>
                  <a:cubicBezTo>
                    <a:pt x="475" y="190"/>
                    <a:pt x="475" y="190"/>
                    <a:pt x="475" y="190"/>
                  </a:cubicBezTo>
                  <a:cubicBezTo>
                    <a:pt x="328" y="226"/>
                    <a:pt x="158" y="228"/>
                    <a:pt x="0" y="188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208" y="18"/>
                    <a:pt x="282" y="16"/>
                    <a:pt x="3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9"/>
            <p:cNvSpPr>
              <a:spLocks/>
            </p:cNvSpPr>
            <p:nvPr/>
          </p:nvSpPr>
          <p:spPr bwMode="auto">
            <a:xfrm>
              <a:off x="5399088" y="5592763"/>
              <a:ext cx="1789113" cy="241300"/>
            </a:xfrm>
            <a:custGeom>
              <a:avLst/>
              <a:gdLst>
                <a:gd name="T0" fmla="*/ 449 w 476"/>
                <a:gd name="T1" fmla="*/ 9 h 64"/>
                <a:gd name="T2" fmla="*/ 422 w 476"/>
                <a:gd name="T3" fmla="*/ 14 h 64"/>
                <a:gd name="T4" fmla="*/ 400 w 476"/>
                <a:gd name="T5" fmla="*/ 17 h 64"/>
                <a:gd name="T6" fmla="*/ 381 w 476"/>
                <a:gd name="T7" fmla="*/ 20 h 64"/>
                <a:gd name="T8" fmla="*/ 363 w 476"/>
                <a:gd name="T9" fmla="*/ 22 h 64"/>
                <a:gd name="T10" fmla="*/ 340 w 476"/>
                <a:gd name="T11" fmla="*/ 25 h 64"/>
                <a:gd name="T12" fmla="*/ 324 w 476"/>
                <a:gd name="T13" fmla="*/ 26 h 64"/>
                <a:gd name="T14" fmla="*/ 308 w 476"/>
                <a:gd name="T15" fmla="*/ 28 h 64"/>
                <a:gd name="T16" fmla="*/ 292 w 476"/>
                <a:gd name="T17" fmla="*/ 28 h 64"/>
                <a:gd name="T18" fmla="*/ 276 w 476"/>
                <a:gd name="T19" fmla="*/ 29 h 64"/>
                <a:gd name="T20" fmla="*/ 260 w 476"/>
                <a:gd name="T21" fmla="*/ 29 h 64"/>
                <a:gd name="T22" fmla="*/ 245 w 476"/>
                <a:gd name="T23" fmla="*/ 30 h 64"/>
                <a:gd name="T24" fmla="*/ 230 w 476"/>
                <a:gd name="T25" fmla="*/ 29 h 64"/>
                <a:gd name="T26" fmla="*/ 214 w 476"/>
                <a:gd name="T27" fmla="*/ 29 h 64"/>
                <a:gd name="T28" fmla="*/ 200 w 476"/>
                <a:gd name="T29" fmla="*/ 29 h 64"/>
                <a:gd name="T30" fmla="*/ 185 w 476"/>
                <a:gd name="T31" fmla="*/ 28 h 64"/>
                <a:gd name="T32" fmla="*/ 170 w 476"/>
                <a:gd name="T33" fmla="*/ 27 h 64"/>
                <a:gd name="T34" fmla="*/ 155 w 476"/>
                <a:gd name="T35" fmla="*/ 26 h 64"/>
                <a:gd name="T36" fmla="*/ 140 w 476"/>
                <a:gd name="T37" fmla="*/ 24 h 64"/>
                <a:gd name="T38" fmla="*/ 125 w 476"/>
                <a:gd name="T39" fmla="*/ 23 h 64"/>
                <a:gd name="T40" fmla="*/ 110 w 476"/>
                <a:gd name="T41" fmla="*/ 21 h 64"/>
                <a:gd name="T42" fmla="*/ 95 w 476"/>
                <a:gd name="T43" fmla="*/ 19 h 64"/>
                <a:gd name="T44" fmla="*/ 80 w 476"/>
                <a:gd name="T45" fmla="*/ 17 h 64"/>
                <a:gd name="T46" fmla="*/ 65 w 476"/>
                <a:gd name="T47" fmla="*/ 14 h 64"/>
                <a:gd name="T48" fmla="*/ 50 w 476"/>
                <a:gd name="T49" fmla="*/ 11 h 64"/>
                <a:gd name="T50" fmla="*/ 36 w 476"/>
                <a:gd name="T51" fmla="*/ 8 h 64"/>
                <a:gd name="T52" fmla="*/ 18 w 476"/>
                <a:gd name="T53" fmla="*/ 5 h 64"/>
                <a:gd name="T54" fmla="*/ 0 w 476"/>
                <a:gd name="T55" fmla="*/ 35 h 64"/>
                <a:gd name="T56" fmla="*/ 23 w 476"/>
                <a:gd name="T57" fmla="*/ 40 h 64"/>
                <a:gd name="T58" fmla="*/ 38 w 476"/>
                <a:gd name="T59" fmla="*/ 43 h 64"/>
                <a:gd name="T60" fmla="*/ 49 w 476"/>
                <a:gd name="T61" fmla="*/ 46 h 64"/>
                <a:gd name="T62" fmla="*/ 64 w 476"/>
                <a:gd name="T63" fmla="*/ 48 h 64"/>
                <a:gd name="T64" fmla="*/ 79 w 476"/>
                <a:gd name="T65" fmla="*/ 51 h 64"/>
                <a:gd name="T66" fmla="*/ 94 w 476"/>
                <a:gd name="T67" fmla="*/ 53 h 64"/>
                <a:gd name="T68" fmla="*/ 102 w 476"/>
                <a:gd name="T69" fmla="*/ 54 h 64"/>
                <a:gd name="T70" fmla="*/ 117 w 476"/>
                <a:gd name="T71" fmla="*/ 56 h 64"/>
                <a:gd name="T72" fmla="*/ 132 w 476"/>
                <a:gd name="T73" fmla="*/ 58 h 64"/>
                <a:gd name="T74" fmla="*/ 146 w 476"/>
                <a:gd name="T75" fmla="*/ 60 h 64"/>
                <a:gd name="T76" fmla="*/ 157 w 476"/>
                <a:gd name="T77" fmla="*/ 60 h 64"/>
                <a:gd name="T78" fmla="*/ 168 w 476"/>
                <a:gd name="T79" fmla="*/ 61 h 64"/>
                <a:gd name="T80" fmla="*/ 183 w 476"/>
                <a:gd name="T81" fmla="*/ 62 h 64"/>
                <a:gd name="T82" fmla="*/ 198 w 476"/>
                <a:gd name="T83" fmla="*/ 63 h 64"/>
                <a:gd name="T84" fmla="*/ 213 w 476"/>
                <a:gd name="T85" fmla="*/ 64 h 64"/>
                <a:gd name="T86" fmla="*/ 221 w 476"/>
                <a:gd name="T87" fmla="*/ 64 h 64"/>
                <a:gd name="T88" fmla="*/ 236 w 476"/>
                <a:gd name="T89" fmla="*/ 64 h 64"/>
                <a:gd name="T90" fmla="*/ 251 w 476"/>
                <a:gd name="T91" fmla="*/ 64 h 64"/>
                <a:gd name="T92" fmla="*/ 267 w 476"/>
                <a:gd name="T93" fmla="*/ 64 h 64"/>
                <a:gd name="T94" fmla="*/ 277 w 476"/>
                <a:gd name="T95" fmla="*/ 63 h 64"/>
                <a:gd name="T96" fmla="*/ 291 w 476"/>
                <a:gd name="T97" fmla="*/ 63 h 64"/>
                <a:gd name="T98" fmla="*/ 307 w 476"/>
                <a:gd name="T99" fmla="*/ 62 h 64"/>
                <a:gd name="T100" fmla="*/ 323 w 476"/>
                <a:gd name="T101" fmla="*/ 61 h 64"/>
                <a:gd name="T102" fmla="*/ 339 w 476"/>
                <a:gd name="T103" fmla="*/ 59 h 64"/>
                <a:gd name="T104" fmla="*/ 345 w 476"/>
                <a:gd name="T105" fmla="*/ 59 h 64"/>
                <a:gd name="T106" fmla="*/ 366 w 476"/>
                <a:gd name="T107" fmla="*/ 56 h 64"/>
                <a:gd name="T108" fmla="*/ 386 w 476"/>
                <a:gd name="T109" fmla="*/ 54 h 64"/>
                <a:gd name="T110" fmla="*/ 403 w 476"/>
                <a:gd name="T111" fmla="*/ 51 h 64"/>
                <a:gd name="T112" fmla="*/ 421 w 476"/>
                <a:gd name="T113" fmla="*/ 48 h 64"/>
                <a:gd name="T114" fmla="*/ 448 w 476"/>
                <a:gd name="T115" fmla="*/ 43 h 64"/>
                <a:gd name="T116" fmla="*/ 475 w 476"/>
                <a:gd name="T117" fmla="*/ 37 h 64"/>
                <a:gd name="T118" fmla="*/ 451 w 476"/>
                <a:gd name="T119" fmla="*/ 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76" h="64">
                  <a:moveTo>
                    <a:pt x="451" y="8"/>
                  </a:moveTo>
                  <a:cubicBezTo>
                    <a:pt x="450" y="8"/>
                    <a:pt x="450" y="8"/>
                    <a:pt x="449" y="9"/>
                  </a:cubicBezTo>
                  <a:cubicBezTo>
                    <a:pt x="441" y="10"/>
                    <a:pt x="433" y="12"/>
                    <a:pt x="424" y="13"/>
                  </a:cubicBezTo>
                  <a:cubicBezTo>
                    <a:pt x="423" y="14"/>
                    <a:pt x="422" y="14"/>
                    <a:pt x="422" y="14"/>
                  </a:cubicBezTo>
                  <a:cubicBezTo>
                    <a:pt x="416" y="15"/>
                    <a:pt x="410" y="16"/>
                    <a:pt x="404" y="17"/>
                  </a:cubicBezTo>
                  <a:cubicBezTo>
                    <a:pt x="403" y="17"/>
                    <a:pt x="402" y="17"/>
                    <a:pt x="400" y="17"/>
                  </a:cubicBezTo>
                  <a:cubicBezTo>
                    <a:pt x="396" y="18"/>
                    <a:pt x="391" y="19"/>
                    <a:pt x="387" y="19"/>
                  </a:cubicBezTo>
                  <a:cubicBezTo>
                    <a:pt x="385" y="20"/>
                    <a:pt x="383" y="20"/>
                    <a:pt x="381" y="20"/>
                  </a:cubicBezTo>
                  <a:cubicBezTo>
                    <a:pt x="377" y="21"/>
                    <a:pt x="372" y="21"/>
                    <a:pt x="367" y="22"/>
                  </a:cubicBezTo>
                  <a:cubicBezTo>
                    <a:pt x="366" y="22"/>
                    <a:pt x="365" y="22"/>
                    <a:pt x="363" y="22"/>
                  </a:cubicBezTo>
                  <a:cubicBezTo>
                    <a:pt x="358" y="23"/>
                    <a:pt x="352" y="24"/>
                    <a:pt x="346" y="24"/>
                  </a:cubicBezTo>
                  <a:cubicBezTo>
                    <a:pt x="344" y="25"/>
                    <a:pt x="342" y="25"/>
                    <a:pt x="340" y="25"/>
                  </a:cubicBezTo>
                  <a:cubicBezTo>
                    <a:pt x="337" y="25"/>
                    <a:pt x="334" y="26"/>
                    <a:pt x="330" y="26"/>
                  </a:cubicBezTo>
                  <a:cubicBezTo>
                    <a:pt x="328" y="26"/>
                    <a:pt x="326" y="26"/>
                    <a:pt x="324" y="26"/>
                  </a:cubicBezTo>
                  <a:cubicBezTo>
                    <a:pt x="321" y="27"/>
                    <a:pt x="318" y="27"/>
                    <a:pt x="314" y="27"/>
                  </a:cubicBezTo>
                  <a:cubicBezTo>
                    <a:pt x="312" y="27"/>
                    <a:pt x="310" y="27"/>
                    <a:pt x="308" y="28"/>
                  </a:cubicBezTo>
                  <a:cubicBezTo>
                    <a:pt x="305" y="28"/>
                    <a:pt x="302" y="28"/>
                    <a:pt x="298" y="28"/>
                  </a:cubicBezTo>
                  <a:cubicBezTo>
                    <a:pt x="296" y="28"/>
                    <a:pt x="294" y="28"/>
                    <a:pt x="292" y="28"/>
                  </a:cubicBezTo>
                  <a:cubicBezTo>
                    <a:pt x="289" y="29"/>
                    <a:pt x="285" y="29"/>
                    <a:pt x="282" y="29"/>
                  </a:cubicBezTo>
                  <a:cubicBezTo>
                    <a:pt x="280" y="29"/>
                    <a:pt x="278" y="29"/>
                    <a:pt x="276" y="29"/>
                  </a:cubicBezTo>
                  <a:cubicBezTo>
                    <a:pt x="273" y="29"/>
                    <a:pt x="270" y="29"/>
                    <a:pt x="268" y="29"/>
                  </a:cubicBezTo>
                  <a:cubicBezTo>
                    <a:pt x="265" y="29"/>
                    <a:pt x="263" y="29"/>
                    <a:pt x="260" y="29"/>
                  </a:cubicBezTo>
                  <a:cubicBezTo>
                    <a:pt x="258" y="29"/>
                    <a:pt x="255" y="29"/>
                    <a:pt x="253" y="29"/>
                  </a:cubicBezTo>
                  <a:cubicBezTo>
                    <a:pt x="250" y="30"/>
                    <a:pt x="248" y="30"/>
                    <a:pt x="245" y="30"/>
                  </a:cubicBezTo>
                  <a:cubicBezTo>
                    <a:pt x="242" y="30"/>
                    <a:pt x="240" y="30"/>
                    <a:pt x="237" y="30"/>
                  </a:cubicBezTo>
                  <a:cubicBezTo>
                    <a:pt x="235" y="30"/>
                    <a:pt x="232" y="30"/>
                    <a:pt x="230" y="29"/>
                  </a:cubicBezTo>
                  <a:cubicBezTo>
                    <a:pt x="227" y="29"/>
                    <a:pt x="225" y="29"/>
                    <a:pt x="222" y="29"/>
                  </a:cubicBezTo>
                  <a:cubicBezTo>
                    <a:pt x="219" y="29"/>
                    <a:pt x="217" y="29"/>
                    <a:pt x="214" y="29"/>
                  </a:cubicBezTo>
                  <a:cubicBezTo>
                    <a:pt x="212" y="29"/>
                    <a:pt x="210" y="29"/>
                    <a:pt x="207" y="29"/>
                  </a:cubicBezTo>
                  <a:cubicBezTo>
                    <a:pt x="205" y="29"/>
                    <a:pt x="202" y="29"/>
                    <a:pt x="200" y="29"/>
                  </a:cubicBezTo>
                  <a:cubicBezTo>
                    <a:pt x="197" y="29"/>
                    <a:pt x="195" y="28"/>
                    <a:pt x="192" y="28"/>
                  </a:cubicBezTo>
                  <a:cubicBezTo>
                    <a:pt x="190" y="28"/>
                    <a:pt x="187" y="28"/>
                    <a:pt x="185" y="28"/>
                  </a:cubicBezTo>
                  <a:cubicBezTo>
                    <a:pt x="182" y="28"/>
                    <a:pt x="180" y="28"/>
                    <a:pt x="178" y="28"/>
                  </a:cubicBezTo>
                  <a:cubicBezTo>
                    <a:pt x="175" y="27"/>
                    <a:pt x="172" y="27"/>
                    <a:pt x="170" y="27"/>
                  </a:cubicBezTo>
                  <a:cubicBezTo>
                    <a:pt x="167" y="27"/>
                    <a:pt x="165" y="27"/>
                    <a:pt x="163" y="26"/>
                  </a:cubicBezTo>
                  <a:cubicBezTo>
                    <a:pt x="160" y="26"/>
                    <a:pt x="157" y="26"/>
                    <a:pt x="155" y="26"/>
                  </a:cubicBezTo>
                  <a:cubicBezTo>
                    <a:pt x="152" y="26"/>
                    <a:pt x="150" y="25"/>
                    <a:pt x="148" y="25"/>
                  </a:cubicBezTo>
                  <a:cubicBezTo>
                    <a:pt x="145" y="25"/>
                    <a:pt x="142" y="25"/>
                    <a:pt x="140" y="24"/>
                  </a:cubicBezTo>
                  <a:cubicBezTo>
                    <a:pt x="137" y="24"/>
                    <a:pt x="135" y="24"/>
                    <a:pt x="133" y="24"/>
                  </a:cubicBezTo>
                  <a:cubicBezTo>
                    <a:pt x="130" y="23"/>
                    <a:pt x="127" y="23"/>
                    <a:pt x="125" y="23"/>
                  </a:cubicBezTo>
                  <a:cubicBezTo>
                    <a:pt x="122" y="23"/>
                    <a:pt x="120" y="22"/>
                    <a:pt x="118" y="22"/>
                  </a:cubicBezTo>
                  <a:cubicBezTo>
                    <a:pt x="115" y="22"/>
                    <a:pt x="113" y="21"/>
                    <a:pt x="110" y="21"/>
                  </a:cubicBezTo>
                  <a:cubicBezTo>
                    <a:pt x="108" y="21"/>
                    <a:pt x="105" y="20"/>
                    <a:pt x="103" y="20"/>
                  </a:cubicBezTo>
                  <a:cubicBezTo>
                    <a:pt x="100" y="20"/>
                    <a:pt x="98" y="19"/>
                    <a:pt x="95" y="19"/>
                  </a:cubicBezTo>
                  <a:cubicBezTo>
                    <a:pt x="93" y="19"/>
                    <a:pt x="90" y="18"/>
                    <a:pt x="88" y="18"/>
                  </a:cubicBezTo>
                  <a:cubicBezTo>
                    <a:pt x="85" y="17"/>
                    <a:pt x="83" y="17"/>
                    <a:pt x="80" y="17"/>
                  </a:cubicBezTo>
                  <a:cubicBezTo>
                    <a:pt x="78" y="16"/>
                    <a:pt x="75" y="16"/>
                    <a:pt x="73" y="15"/>
                  </a:cubicBezTo>
                  <a:cubicBezTo>
                    <a:pt x="70" y="15"/>
                    <a:pt x="68" y="14"/>
                    <a:pt x="65" y="14"/>
                  </a:cubicBezTo>
                  <a:cubicBezTo>
                    <a:pt x="63" y="14"/>
                    <a:pt x="60" y="13"/>
                    <a:pt x="58" y="13"/>
                  </a:cubicBezTo>
                  <a:cubicBezTo>
                    <a:pt x="55" y="12"/>
                    <a:pt x="53" y="12"/>
                    <a:pt x="50" y="11"/>
                  </a:cubicBezTo>
                  <a:cubicBezTo>
                    <a:pt x="48" y="11"/>
                    <a:pt x="45" y="10"/>
                    <a:pt x="43" y="10"/>
                  </a:cubicBezTo>
                  <a:cubicBezTo>
                    <a:pt x="40" y="9"/>
                    <a:pt x="38" y="9"/>
                    <a:pt x="36" y="8"/>
                  </a:cubicBezTo>
                  <a:cubicBezTo>
                    <a:pt x="32" y="8"/>
                    <a:pt x="28" y="7"/>
                    <a:pt x="24" y="6"/>
                  </a:cubicBezTo>
                  <a:cubicBezTo>
                    <a:pt x="22" y="5"/>
                    <a:pt x="20" y="5"/>
                    <a:pt x="18" y="5"/>
                  </a:cubicBezTo>
                  <a:cubicBezTo>
                    <a:pt x="13" y="3"/>
                    <a:pt x="7" y="2"/>
                    <a:pt x="1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36"/>
                    <a:pt x="12" y="38"/>
                    <a:pt x="17" y="39"/>
                  </a:cubicBezTo>
                  <a:cubicBezTo>
                    <a:pt x="19" y="39"/>
                    <a:pt x="21" y="40"/>
                    <a:pt x="23" y="40"/>
                  </a:cubicBezTo>
                  <a:cubicBezTo>
                    <a:pt x="27" y="41"/>
                    <a:pt x="31" y="42"/>
                    <a:pt x="35" y="43"/>
                  </a:cubicBezTo>
                  <a:cubicBezTo>
                    <a:pt x="36" y="43"/>
                    <a:pt x="37" y="43"/>
                    <a:pt x="38" y="43"/>
                  </a:cubicBezTo>
                  <a:cubicBezTo>
                    <a:pt x="39" y="44"/>
                    <a:pt x="40" y="44"/>
                    <a:pt x="41" y="44"/>
                  </a:cubicBezTo>
                  <a:cubicBezTo>
                    <a:pt x="44" y="45"/>
                    <a:pt x="46" y="45"/>
                    <a:pt x="49" y="46"/>
                  </a:cubicBezTo>
                  <a:cubicBezTo>
                    <a:pt x="51" y="46"/>
                    <a:pt x="54" y="47"/>
                    <a:pt x="56" y="47"/>
                  </a:cubicBezTo>
                  <a:cubicBezTo>
                    <a:pt x="59" y="48"/>
                    <a:pt x="61" y="48"/>
                    <a:pt x="64" y="48"/>
                  </a:cubicBezTo>
                  <a:cubicBezTo>
                    <a:pt x="66" y="49"/>
                    <a:pt x="69" y="49"/>
                    <a:pt x="71" y="50"/>
                  </a:cubicBezTo>
                  <a:cubicBezTo>
                    <a:pt x="74" y="50"/>
                    <a:pt x="76" y="51"/>
                    <a:pt x="79" y="51"/>
                  </a:cubicBezTo>
                  <a:cubicBezTo>
                    <a:pt x="82" y="51"/>
                    <a:pt x="84" y="52"/>
                    <a:pt x="87" y="52"/>
                  </a:cubicBezTo>
                  <a:cubicBezTo>
                    <a:pt x="89" y="53"/>
                    <a:pt x="92" y="53"/>
                    <a:pt x="94" y="53"/>
                  </a:cubicBezTo>
                  <a:cubicBezTo>
                    <a:pt x="96" y="54"/>
                    <a:pt x="97" y="54"/>
                    <a:pt x="98" y="54"/>
                  </a:cubicBezTo>
                  <a:cubicBezTo>
                    <a:pt x="99" y="54"/>
                    <a:pt x="101" y="54"/>
                    <a:pt x="102" y="54"/>
                  </a:cubicBezTo>
                  <a:cubicBezTo>
                    <a:pt x="104" y="55"/>
                    <a:pt x="106" y="55"/>
                    <a:pt x="109" y="55"/>
                  </a:cubicBezTo>
                  <a:cubicBezTo>
                    <a:pt x="111" y="56"/>
                    <a:pt x="114" y="56"/>
                    <a:pt x="117" y="56"/>
                  </a:cubicBezTo>
                  <a:cubicBezTo>
                    <a:pt x="119" y="57"/>
                    <a:pt x="121" y="57"/>
                    <a:pt x="124" y="57"/>
                  </a:cubicBezTo>
                  <a:cubicBezTo>
                    <a:pt x="126" y="57"/>
                    <a:pt x="129" y="58"/>
                    <a:pt x="132" y="58"/>
                  </a:cubicBezTo>
                  <a:cubicBezTo>
                    <a:pt x="134" y="58"/>
                    <a:pt x="136" y="59"/>
                    <a:pt x="139" y="59"/>
                  </a:cubicBezTo>
                  <a:cubicBezTo>
                    <a:pt x="141" y="59"/>
                    <a:pt x="144" y="59"/>
                    <a:pt x="146" y="60"/>
                  </a:cubicBezTo>
                  <a:cubicBezTo>
                    <a:pt x="149" y="60"/>
                    <a:pt x="151" y="60"/>
                    <a:pt x="154" y="60"/>
                  </a:cubicBezTo>
                  <a:cubicBezTo>
                    <a:pt x="155" y="60"/>
                    <a:pt x="156" y="60"/>
                    <a:pt x="157" y="60"/>
                  </a:cubicBezTo>
                  <a:cubicBezTo>
                    <a:pt x="158" y="61"/>
                    <a:pt x="160" y="61"/>
                    <a:pt x="161" y="61"/>
                  </a:cubicBezTo>
                  <a:cubicBezTo>
                    <a:pt x="164" y="61"/>
                    <a:pt x="166" y="61"/>
                    <a:pt x="168" y="61"/>
                  </a:cubicBezTo>
                  <a:cubicBezTo>
                    <a:pt x="171" y="62"/>
                    <a:pt x="174" y="62"/>
                    <a:pt x="176" y="62"/>
                  </a:cubicBezTo>
                  <a:cubicBezTo>
                    <a:pt x="179" y="62"/>
                    <a:pt x="181" y="62"/>
                    <a:pt x="183" y="62"/>
                  </a:cubicBezTo>
                  <a:cubicBezTo>
                    <a:pt x="186" y="62"/>
                    <a:pt x="189" y="63"/>
                    <a:pt x="191" y="63"/>
                  </a:cubicBezTo>
                  <a:cubicBezTo>
                    <a:pt x="194" y="63"/>
                    <a:pt x="196" y="63"/>
                    <a:pt x="198" y="63"/>
                  </a:cubicBezTo>
                  <a:cubicBezTo>
                    <a:pt x="201" y="63"/>
                    <a:pt x="204" y="63"/>
                    <a:pt x="206" y="63"/>
                  </a:cubicBezTo>
                  <a:cubicBezTo>
                    <a:pt x="209" y="63"/>
                    <a:pt x="211" y="63"/>
                    <a:pt x="213" y="64"/>
                  </a:cubicBezTo>
                  <a:cubicBezTo>
                    <a:pt x="214" y="64"/>
                    <a:pt x="215" y="64"/>
                    <a:pt x="215" y="64"/>
                  </a:cubicBezTo>
                  <a:cubicBezTo>
                    <a:pt x="217" y="64"/>
                    <a:pt x="219" y="64"/>
                    <a:pt x="221" y="64"/>
                  </a:cubicBezTo>
                  <a:cubicBezTo>
                    <a:pt x="223" y="64"/>
                    <a:pt x="226" y="64"/>
                    <a:pt x="229" y="64"/>
                  </a:cubicBezTo>
                  <a:cubicBezTo>
                    <a:pt x="231" y="64"/>
                    <a:pt x="234" y="64"/>
                    <a:pt x="236" y="64"/>
                  </a:cubicBezTo>
                  <a:cubicBezTo>
                    <a:pt x="239" y="64"/>
                    <a:pt x="241" y="64"/>
                    <a:pt x="244" y="64"/>
                  </a:cubicBezTo>
                  <a:cubicBezTo>
                    <a:pt x="246" y="64"/>
                    <a:pt x="249" y="64"/>
                    <a:pt x="251" y="64"/>
                  </a:cubicBezTo>
                  <a:cubicBezTo>
                    <a:pt x="254" y="64"/>
                    <a:pt x="257" y="64"/>
                    <a:pt x="259" y="64"/>
                  </a:cubicBezTo>
                  <a:cubicBezTo>
                    <a:pt x="262" y="64"/>
                    <a:pt x="264" y="64"/>
                    <a:pt x="267" y="64"/>
                  </a:cubicBezTo>
                  <a:cubicBezTo>
                    <a:pt x="269" y="64"/>
                    <a:pt x="272" y="63"/>
                    <a:pt x="274" y="63"/>
                  </a:cubicBezTo>
                  <a:cubicBezTo>
                    <a:pt x="275" y="63"/>
                    <a:pt x="276" y="63"/>
                    <a:pt x="277" y="63"/>
                  </a:cubicBezTo>
                  <a:cubicBezTo>
                    <a:pt x="278" y="63"/>
                    <a:pt x="280" y="63"/>
                    <a:pt x="281" y="63"/>
                  </a:cubicBezTo>
                  <a:cubicBezTo>
                    <a:pt x="284" y="63"/>
                    <a:pt x="287" y="63"/>
                    <a:pt x="291" y="63"/>
                  </a:cubicBezTo>
                  <a:cubicBezTo>
                    <a:pt x="293" y="63"/>
                    <a:pt x="295" y="63"/>
                    <a:pt x="297" y="62"/>
                  </a:cubicBezTo>
                  <a:cubicBezTo>
                    <a:pt x="300" y="62"/>
                    <a:pt x="303" y="62"/>
                    <a:pt x="307" y="62"/>
                  </a:cubicBezTo>
                  <a:cubicBezTo>
                    <a:pt x="309" y="62"/>
                    <a:pt x="311" y="62"/>
                    <a:pt x="313" y="61"/>
                  </a:cubicBezTo>
                  <a:cubicBezTo>
                    <a:pt x="316" y="61"/>
                    <a:pt x="320" y="61"/>
                    <a:pt x="323" y="61"/>
                  </a:cubicBezTo>
                  <a:cubicBezTo>
                    <a:pt x="325" y="61"/>
                    <a:pt x="327" y="60"/>
                    <a:pt x="329" y="60"/>
                  </a:cubicBezTo>
                  <a:cubicBezTo>
                    <a:pt x="332" y="60"/>
                    <a:pt x="336" y="60"/>
                    <a:pt x="339" y="59"/>
                  </a:cubicBezTo>
                  <a:cubicBezTo>
                    <a:pt x="341" y="59"/>
                    <a:pt x="342" y="59"/>
                    <a:pt x="344" y="59"/>
                  </a:cubicBezTo>
                  <a:cubicBezTo>
                    <a:pt x="344" y="59"/>
                    <a:pt x="344" y="59"/>
                    <a:pt x="345" y="59"/>
                  </a:cubicBezTo>
                  <a:cubicBezTo>
                    <a:pt x="351" y="58"/>
                    <a:pt x="356" y="58"/>
                    <a:pt x="362" y="57"/>
                  </a:cubicBezTo>
                  <a:cubicBezTo>
                    <a:pt x="364" y="57"/>
                    <a:pt x="365" y="57"/>
                    <a:pt x="366" y="56"/>
                  </a:cubicBezTo>
                  <a:cubicBezTo>
                    <a:pt x="371" y="56"/>
                    <a:pt x="376" y="55"/>
                    <a:pt x="380" y="55"/>
                  </a:cubicBezTo>
                  <a:cubicBezTo>
                    <a:pt x="382" y="54"/>
                    <a:pt x="384" y="54"/>
                    <a:pt x="386" y="54"/>
                  </a:cubicBezTo>
                  <a:cubicBezTo>
                    <a:pt x="390" y="53"/>
                    <a:pt x="395" y="52"/>
                    <a:pt x="399" y="52"/>
                  </a:cubicBezTo>
                  <a:cubicBezTo>
                    <a:pt x="401" y="52"/>
                    <a:pt x="402" y="51"/>
                    <a:pt x="403" y="51"/>
                  </a:cubicBezTo>
                  <a:cubicBezTo>
                    <a:pt x="409" y="50"/>
                    <a:pt x="415" y="49"/>
                    <a:pt x="420" y="48"/>
                  </a:cubicBezTo>
                  <a:cubicBezTo>
                    <a:pt x="421" y="48"/>
                    <a:pt x="421" y="48"/>
                    <a:pt x="421" y="48"/>
                  </a:cubicBezTo>
                  <a:cubicBezTo>
                    <a:pt x="422" y="48"/>
                    <a:pt x="423" y="48"/>
                    <a:pt x="423" y="48"/>
                  </a:cubicBezTo>
                  <a:cubicBezTo>
                    <a:pt x="431" y="46"/>
                    <a:pt x="440" y="45"/>
                    <a:pt x="448" y="43"/>
                  </a:cubicBezTo>
                  <a:cubicBezTo>
                    <a:pt x="448" y="43"/>
                    <a:pt x="449" y="43"/>
                    <a:pt x="449" y="43"/>
                  </a:cubicBezTo>
                  <a:cubicBezTo>
                    <a:pt x="458" y="41"/>
                    <a:pt x="466" y="39"/>
                    <a:pt x="475" y="37"/>
                  </a:cubicBezTo>
                  <a:cubicBezTo>
                    <a:pt x="476" y="2"/>
                    <a:pt x="476" y="2"/>
                    <a:pt x="476" y="2"/>
                  </a:cubicBezTo>
                  <a:cubicBezTo>
                    <a:pt x="468" y="4"/>
                    <a:pt x="459" y="6"/>
                    <a:pt x="451" y="8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43" name="Group 42"/>
            <p:cNvGrpSpPr/>
            <p:nvPr/>
          </p:nvGrpSpPr>
          <p:grpSpPr>
            <a:xfrm>
              <a:off x="4884738" y="4608513"/>
              <a:ext cx="604838" cy="349250"/>
              <a:chOff x="4884738" y="4608513"/>
              <a:chExt cx="604838" cy="349250"/>
            </a:xfrm>
          </p:grpSpPr>
          <p:sp>
            <p:nvSpPr>
              <p:cNvPr id="30" name="Freeform 30"/>
              <p:cNvSpPr>
                <a:spLocks noEditPoints="1"/>
              </p:cNvSpPr>
              <p:nvPr/>
            </p:nvSpPr>
            <p:spPr bwMode="auto">
              <a:xfrm>
                <a:off x="5011738" y="4683126"/>
                <a:ext cx="349250" cy="200025"/>
              </a:xfrm>
              <a:custGeom>
                <a:avLst/>
                <a:gdLst>
                  <a:gd name="T0" fmla="*/ 77 w 93"/>
                  <a:gd name="T1" fmla="*/ 10 h 53"/>
                  <a:gd name="T2" fmla="*/ 76 w 93"/>
                  <a:gd name="T3" fmla="*/ 44 h 53"/>
                  <a:gd name="T4" fmla="*/ 17 w 93"/>
                  <a:gd name="T5" fmla="*/ 44 h 53"/>
                  <a:gd name="T6" fmla="*/ 16 w 93"/>
                  <a:gd name="T7" fmla="*/ 43 h 53"/>
                  <a:gd name="T8" fmla="*/ 17 w 93"/>
                  <a:gd name="T9" fmla="*/ 9 h 53"/>
                  <a:gd name="T10" fmla="*/ 76 w 93"/>
                  <a:gd name="T11" fmla="*/ 9 h 53"/>
                  <a:gd name="T12" fmla="*/ 77 w 93"/>
                  <a:gd name="T13" fmla="*/ 10 h 53"/>
                  <a:gd name="T14" fmla="*/ 52 w 93"/>
                  <a:gd name="T15" fmla="*/ 45 h 53"/>
                  <a:gd name="T16" fmla="*/ 57 w 93"/>
                  <a:gd name="T17" fmla="*/ 44 h 53"/>
                  <a:gd name="T18" fmla="*/ 59 w 93"/>
                  <a:gd name="T19" fmla="*/ 41 h 53"/>
                  <a:gd name="T20" fmla="*/ 54 w 93"/>
                  <a:gd name="T21" fmla="*/ 28 h 53"/>
                  <a:gd name="T22" fmla="*/ 55 w 93"/>
                  <a:gd name="T23" fmla="*/ 27 h 53"/>
                  <a:gd name="T24" fmla="*/ 73 w 93"/>
                  <a:gd name="T25" fmla="*/ 17 h 53"/>
                  <a:gd name="T26" fmla="*/ 74 w 93"/>
                  <a:gd name="T27" fmla="*/ 12 h 53"/>
                  <a:gd name="T28" fmla="*/ 73 w 93"/>
                  <a:gd name="T29" fmla="*/ 12 h 53"/>
                  <a:gd name="T30" fmla="*/ 64 w 93"/>
                  <a:gd name="T31" fmla="*/ 12 h 53"/>
                  <a:gd name="T32" fmla="*/ 44 w 93"/>
                  <a:gd name="T33" fmla="*/ 22 h 53"/>
                  <a:gd name="T34" fmla="*/ 42 w 93"/>
                  <a:gd name="T35" fmla="*/ 24 h 53"/>
                  <a:gd name="T36" fmla="*/ 41 w 93"/>
                  <a:gd name="T37" fmla="*/ 26 h 53"/>
                  <a:gd name="T38" fmla="*/ 46 w 93"/>
                  <a:gd name="T39" fmla="*/ 41 h 53"/>
                  <a:gd name="T40" fmla="*/ 48 w 93"/>
                  <a:gd name="T41" fmla="*/ 44 h 53"/>
                  <a:gd name="T42" fmla="*/ 52 w 93"/>
                  <a:gd name="T43" fmla="*/ 4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3" h="53">
                    <a:moveTo>
                      <a:pt x="77" y="10"/>
                    </a:moveTo>
                    <a:cubicBezTo>
                      <a:pt x="93" y="19"/>
                      <a:pt x="92" y="35"/>
                      <a:pt x="76" y="44"/>
                    </a:cubicBezTo>
                    <a:cubicBezTo>
                      <a:pt x="59" y="53"/>
                      <a:pt x="33" y="53"/>
                      <a:pt x="17" y="44"/>
                    </a:cubicBezTo>
                    <a:cubicBezTo>
                      <a:pt x="17" y="43"/>
                      <a:pt x="16" y="43"/>
                      <a:pt x="16" y="43"/>
                    </a:cubicBezTo>
                    <a:cubicBezTo>
                      <a:pt x="0" y="33"/>
                      <a:pt x="1" y="18"/>
                      <a:pt x="17" y="9"/>
                    </a:cubicBezTo>
                    <a:cubicBezTo>
                      <a:pt x="34" y="0"/>
                      <a:pt x="60" y="0"/>
                      <a:pt x="76" y="9"/>
                    </a:cubicBezTo>
                    <a:cubicBezTo>
                      <a:pt x="76" y="9"/>
                      <a:pt x="77" y="9"/>
                      <a:pt x="77" y="10"/>
                    </a:cubicBezTo>
                    <a:close/>
                    <a:moveTo>
                      <a:pt x="52" y="45"/>
                    </a:moveTo>
                    <a:cubicBezTo>
                      <a:pt x="54" y="45"/>
                      <a:pt x="56" y="44"/>
                      <a:pt x="57" y="44"/>
                    </a:cubicBezTo>
                    <a:cubicBezTo>
                      <a:pt x="58" y="43"/>
                      <a:pt x="59" y="42"/>
                      <a:pt x="59" y="41"/>
                    </a:cubicBezTo>
                    <a:cubicBezTo>
                      <a:pt x="54" y="28"/>
                      <a:pt x="54" y="28"/>
                      <a:pt x="54" y="28"/>
                    </a:cubicBezTo>
                    <a:cubicBezTo>
                      <a:pt x="54" y="27"/>
                      <a:pt x="55" y="27"/>
                      <a:pt x="55" y="27"/>
                    </a:cubicBezTo>
                    <a:cubicBezTo>
                      <a:pt x="73" y="17"/>
                      <a:pt x="73" y="17"/>
                      <a:pt x="73" y="17"/>
                    </a:cubicBezTo>
                    <a:cubicBezTo>
                      <a:pt x="75" y="16"/>
                      <a:pt x="76" y="14"/>
                      <a:pt x="74" y="12"/>
                    </a:cubicBezTo>
                    <a:cubicBezTo>
                      <a:pt x="74" y="12"/>
                      <a:pt x="73" y="12"/>
                      <a:pt x="73" y="12"/>
                    </a:cubicBezTo>
                    <a:cubicBezTo>
                      <a:pt x="70" y="10"/>
                      <a:pt x="66" y="10"/>
                      <a:pt x="64" y="12"/>
                    </a:cubicBezTo>
                    <a:cubicBezTo>
                      <a:pt x="44" y="22"/>
                      <a:pt x="44" y="22"/>
                      <a:pt x="44" y="22"/>
                    </a:cubicBezTo>
                    <a:cubicBezTo>
                      <a:pt x="43" y="23"/>
                      <a:pt x="43" y="23"/>
                      <a:pt x="42" y="24"/>
                    </a:cubicBezTo>
                    <a:cubicBezTo>
                      <a:pt x="42" y="25"/>
                      <a:pt x="41" y="25"/>
                      <a:pt x="41" y="26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2"/>
                      <a:pt x="47" y="43"/>
                      <a:pt x="48" y="44"/>
                    </a:cubicBezTo>
                    <a:cubicBezTo>
                      <a:pt x="49" y="44"/>
                      <a:pt x="51" y="45"/>
                      <a:pt x="52" y="4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" name="Freeform 31"/>
              <p:cNvSpPr>
                <a:spLocks noEditPoints="1"/>
              </p:cNvSpPr>
              <p:nvPr/>
            </p:nvSpPr>
            <p:spPr bwMode="auto">
              <a:xfrm>
                <a:off x="4884738" y="4608513"/>
                <a:ext cx="604838" cy="349250"/>
              </a:xfrm>
              <a:custGeom>
                <a:avLst/>
                <a:gdLst>
                  <a:gd name="T0" fmla="*/ 134 w 161"/>
                  <a:gd name="T1" fmla="*/ 17 h 93"/>
                  <a:gd name="T2" fmla="*/ 131 w 161"/>
                  <a:gd name="T3" fmla="*/ 77 h 93"/>
                  <a:gd name="T4" fmla="*/ 29 w 161"/>
                  <a:gd name="T5" fmla="*/ 76 h 93"/>
                  <a:gd name="T6" fmla="*/ 28 w 161"/>
                  <a:gd name="T7" fmla="*/ 75 h 93"/>
                  <a:gd name="T8" fmla="*/ 30 w 161"/>
                  <a:gd name="T9" fmla="*/ 16 h 93"/>
                  <a:gd name="T10" fmla="*/ 132 w 161"/>
                  <a:gd name="T11" fmla="*/ 16 h 93"/>
                  <a:gd name="T12" fmla="*/ 134 w 161"/>
                  <a:gd name="T13" fmla="*/ 17 h 93"/>
                  <a:gd name="T14" fmla="*/ 41 w 161"/>
                  <a:gd name="T15" fmla="*/ 70 h 93"/>
                  <a:gd name="T16" fmla="*/ 120 w 161"/>
                  <a:gd name="T17" fmla="*/ 70 h 93"/>
                  <a:gd name="T18" fmla="*/ 122 w 161"/>
                  <a:gd name="T19" fmla="*/ 23 h 93"/>
                  <a:gd name="T20" fmla="*/ 121 w 161"/>
                  <a:gd name="T21" fmla="*/ 23 h 93"/>
                  <a:gd name="T22" fmla="*/ 41 w 161"/>
                  <a:gd name="T23" fmla="*/ 22 h 93"/>
                  <a:gd name="T24" fmla="*/ 40 w 161"/>
                  <a:gd name="T25" fmla="*/ 69 h 93"/>
                  <a:gd name="T26" fmla="*/ 41 w 161"/>
                  <a:gd name="T27" fmla="*/ 7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61" h="93">
                    <a:moveTo>
                      <a:pt x="134" y="17"/>
                    </a:moveTo>
                    <a:cubicBezTo>
                      <a:pt x="161" y="34"/>
                      <a:pt x="160" y="61"/>
                      <a:pt x="131" y="77"/>
                    </a:cubicBezTo>
                    <a:cubicBezTo>
                      <a:pt x="103" y="93"/>
                      <a:pt x="57" y="92"/>
                      <a:pt x="29" y="76"/>
                    </a:cubicBezTo>
                    <a:cubicBezTo>
                      <a:pt x="29" y="76"/>
                      <a:pt x="28" y="76"/>
                      <a:pt x="28" y="75"/>
                    </a:cubicBezTo>
                    <a:cubicBezTo>
                      <a:pt x="0" y="58"/>
                      <a:pt x="1" y="32"/>
                      <a:pt x="30" y="16"/>
                    </a:cubicBezTo>
                    <a:cubicBezTo>
                      <a:pt x="59" y="0"/>
                      <a:pt x="104" y="0"/>
                      <a:pt x="132" y="16"/>
                    </a:cubicBezTo>
                    <a:cubicBezTo>
                      <a:pt x="133" y="17"/>
                      <a:pt x="133" y="17"/>
                      <a:pt x="134" y="17"/>
                    </a:cubicBezTo>
                    <a:close/>
                    <a:moveTo>
                      <a:pt x="41" y="70"/>
                    </a:moveTo>
                    <a:cubicBezTo>
                      <a:pt x="62" y="82"/>
                      <a:pt x="98" y="82"/>
                      <a:pt x="120" y="70"/>
                    </a:cubicBezTo>
                    <a:cubicBezTo>
                      <a:pt x="143" y="58"/>
                      <a:pt x="144" y="37"/>
                      <a:pt x="122" y="23"/>
                    </a:cubicBezTo>
                    <a:cubicBezTo>
                      <a:pt x="122" y="23"/>
                      <a:pt x="121" y="23"/>
                      <a:pt x="121" y="23"/>
                    </a:cubicBezTo>
                    <a:cubicBezTo>
                      <a:pt x="99" y="10"/>
                      <a:pt x="64" y="10"/>
                      <a:pt x="41" y="22"/>
                    </a:cubicBezTo>
                    <a:cubicBezTo>
                      <a:pt x="19" y="35"/>
                      <a:pt x="18" y="56"/>
                      <a:pt x="40" y="69"/>
                    </a:cubicBezTo>
                    <a:cubicBezTo>
                      <a:pt x="40" y="69"/>
                      <a:pt x="40" y="69"/>
                      <a:pt x="41" y="7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4832351" y="2663826"/>
              <a:ext cx="503238" cy="338137"/>
              <a:chOff x="4832351" y="2663826"/>
              <a:chExt cx="503238" cy="338137"/>
            </a:xfrm>
          </p:grpSpPr>
          <p:sp>
            <p:nvSpPr>
              <p:cNvPr id="32" name="Freeform 32"/>
              <p:cNvSpPr>
                <a:spLocks/>
              </p:cNvSpPr>
              <p:nvPr/>
            </p:nvSpPr>
            <p:spPr bwMode="auto">
              <a:xfrm>
                <a:off x="5121276" y="2693988"/>
                <a:ext cx="138113" cy="90488"/>
              </a:xfrm>
              <a:custGeom>
                <a:avLst/>
                <a:gdLst>
                  <a:gd name="T0" fmla="*/ 31 w 87"/>
                  <a:gd name="T1" fmla="*/ 0 h 57"/>
                  <a:gd name="T2" fmla="*/ 87 w 87"/>
                  <a:gd name="T3" fmla="*/ 43 h 57"/>
                  <a:gd name="T4" fmla="*/ 59 w 87"/>
                  <a:gd name="T5" fmla="*/ 57 h 57"/>
                  <a:gd name="T6" fmla="*/ 0 w 87"/>
                  <a:gd name="T7" fmla="*/ 12 h 57"/>
                  <a:gd name="T8" fmla="*/ 31 w 87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7" h="57">
                    <a:moveTo>
                      <a:pt x="31" y="0"/>
                    </a:moveTo>
                    <a:lnTo>
                      <a:pt x="87" y="43"/>
                    </a:lnTo>
                    <a:lnTo>
                      <a:pt x="59" y="57"/>
                    </a:lnTo>
                    <a:lnTo>
                      <a:pt x="0" y="12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" name="Freeform 33"/>
              <p:cNvSpPr>
                <a:spLocks/>
              </p:cNvSpPr>
              <p:nvPr/>
            </p:nvSpPr>
            <p:spPr bwMode="auto">
              <a:xfrm>
                <a:off x="5184776" y="2663826"/>
                <a:ext cx="150813" cy="90488"/>
              </a:xfrm>
              <a:custGeom>
                <a:avLst/>
                <a:gdLst>
                  <a:gd name="T0" fmla="*/ 32 w 40"/>
                  <a:gd name="T1" fmla="*/ 4 h 24"/>
                  <a:gd name="T2" fmla="*/ 34 w 40"/>
                  <a:gd name="T3" fmla="*/ 5 h 24"/>
                  <a:gd name="T4" fmla="*/ 30 w 40"/>
                  <a:gd name="T5" fmla="*/ 21 h 24"/>
                  <a:gd name="T6" fmla="*/ 25 w 40"/>
                  <a:gd name="T7" fmla="*/ 24 h 24"/>
                  <a:gd name="T8" fmla="*/ 0 w 40"/>
                  <a:gd name="T9" fmla="*/ 6 h 24"/>
                  <a:gd name="T10" fmla="*/ 6 w 40"/>
                  <a:gd name="T11" fmla="*/ 3 h 24"/>
                  <a:gd name="T12" fmla="*/ 32 w 40"/>
                  <a:gd name="T13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24">
                    <a:moveTo>
                      <a:pt x="32" y="4"/>
                    </a:moveTo>
                    <a:cubicBezTo>
                      <a:pt x="33" y="5"/>
                      <a:pt x="33" y="5"/>
                      <a:pt x="34" y="5"/>
                    </a:cubicBezTo>
                    <a:cubicBezTo>
                      <a:pt x="40" y="10"/>
                      <a:pt x="39" y="18"/>
                      <a:pt x="30" y="21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14" y="0"/>
                      <a:pt x="25" y="0"/>
                      <a:pt x="32" y="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" name="Freeform 34"/>
              <p:cNvSpPr>
                <a:spLocks/>
              </p:cNvSpPr>
              <p:nvPr/>
            </p:nvSpPr>
            <p:spPr bwMode="auto">
              <a:xfrm>
                <a:off x="5027613" y="2728913"/>
                <a:ext cx="160338" cy="96838"/>
              </a:xfrm>
              <a:custGeom>
                <a:avLst/>
                <a:gdLst>
                  <a:gd name="T0" fmla="*/ 42 w 101"/>
                  <a:gd name="T1" fmla="*/ 0 h 61"/>
                  <a:gd name="T2" fmla="*/ 101 w 101"/>
                  <a:gd name="T3" fmla="*/ 42 h 61"/>
                  <a:gd name="T4" fmla="*/ 57 w 101"/>
                  <a:gd name="T5" fmla="*/ 61 h 61"/>
                  <a:gd name="T6" fmla="*/ 0 w 101"/>
                  <a:gd name="T7" fmla="*/ 18 h 61"/>
                  <a:gd name="T8" fmla="*/ 42 w 101"/>
                  <a:gd name="T9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61">
                    <a:moveTo>
                      <a:pt x="42" y="0"/>
                    </a:moveTo>
                    <a:lnTo>
                      <a:pt x="101" y="42"/>
                    </a:lnTo>
                    <a:lnTo>
                      <a:pt x="57" y="61"/>
                    </a:lnTo>
                    <a:lnTo>
                      <a:pt x="0" y="18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" name="Freeform 35"/>
              <p:cNvSpPr>
                <a:spLocks/>
              </p:cNvSpPr>
              <p:nvPr/>
            </p:nvSpPr>
            <p:spPr bwMode="auto">
              <a:xfrm>
                <a:off x="4832351" y="2894013"/>
                <a:ext cx="393700" cy="107950"/>
              </a:xfrm>
              <a:custGeom>
                <a:avLst/>
                <a:gdLst>
                  <a:gd name="T0" fmla="*/ 104 w 105"/>
                  <a:gd name="T1" fmla="*/ 25 h 29"/>
                  <a:gd name="T2" fmla="*/ 104 w 105"/>
                  <a:gd name="T3" fmla="*/ 27 h 29"/>
                  <a:gd name="T4" fmla="*/ 99 w 105"/>
                  <a:gd name="T5" fmla="*/ 28 h 29"/>
                  <a:gd name="T6" fmla="*/ 0 w 105"/>
                  <a:gd name="T7" fmla="*/ 2 h 29"/>
                  <a:gd name="T8" fmla="*/ 10 w 105"/>
                  <a:gd name="T9" fmla="*/ 0 h 29"/>
                  <a:gd name="T10" fmla="*/ 16 w 105"/>
                  <a:gd name="T11" fmla="*/ 2 h 29"/>
                  <a:gd name="T12" fmla="*/ 102 w 105"/>
                  <a:gd name="T13" fmla="*/ 24 h 29"/>
                  <a:gd name="T14" fmla="*/ 104 w 105"/>
                  <a:gd name="T15" fmla="*/ 25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5" h="29">
                    <a:moveTo>
                      <a:pt x="104" y="25"/>
                    </a:moveTo>
                    <a:cubicBezTo>
                      <a:pt x="105" y="25"/>
                      <a:pt x="105" y="26"/>
                      <a:pt x="104" y="27"/>
                    </a:cubicBezTo>
                    <a:cubicBezTo>
                      <a:pt x="103" y="28"/>
                      <a:pt x="101" y="29"/>
                      <a:pt x="99" y="28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02" y="24"/>
                      <a:pt x="102" y="24"/>
                      <a:pt x="102" y="24"/>
                    </a:cubicBezTo>
                    <a:cubicBezTo>
                      <a:pt x="103" y="24"/>
                      <a:pt x="103" y="24"/>
                      <a:pt x="104" y="2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" name="Freeform 36"/>
              <p:cNvSpPr>
                <a:spLocks/>
              </p:cNvSpPr>
              <p:nvPr/>
            </p:nvSpPr>
            <p:spPr bwMode="auto">
              <a:xfrm>
                <a:off x="4929188" y="2770188"/>
                <a:ext cx="161925" cy="101600"/>
              </a:xfrm>
              <a:custGeom>
                <a:avLst/>
                <a:gdLst>
                  <a:gd name="T0" fmla="*/ 45 w 102"/>
                  <a:gd name="T1" fmla="*/ 0 h 64"/>
                  <a:gd name="T2" fmla="*/ 102 w 102"/>
                  <a:gd name="T3" fmla="*/ 42 h 64"/>
                  <a:gd name="T4" fmla="*/ 57 w 102"/>
                  <a:gd name="T5" fmla="*/ 64 h 64"/>
                  <a:gd name="T6" fmla="*/ 0 w 102"/>
                  <a:gd name="T7" fmla="*/ 21 h 64"/>
                  <a:gd name="T8" fmla="*/ 45 w 102"/>
                  <a:gd name="T9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64">
                    <a:moveTo>
                      <a:pt x="45" y="0"/>
                    </a:moveTo>
                    <a:lnTo>
                      <a:pt x="102" y="42"/>
                    </a:lnTo>
                    <a:lnTo>
                      <a:pt x="57" y="64"/>
                    </a:lnTo>
                    <a:lnTo>
                      <a:pt x="0" y="21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" name="Freeform 37"/>
              <p:cNvSpPr>
                <a:spLocks/>
              </p:cNvSpPr>
              <p:nvPr/>
            </p:nvSpPr>
            <p:spPr bwMode="auto">
              <a:xfrm>
                <a:off x="4832351" y="2814638"/>
                <a:ext cx="160338" cy="85725"/>
              </a:xfrm>
              <a:custGeom>
                <a:avLst/>
                <a:gdLst>
                  <a:gd name="T0" fmla="*/ 45 w 101"/>
                  <a:gd name="T1" fmla="*/ 0 h 54"/>
                  <a:gd name="T2" fmla="*/ 101 w 101"/>
                  <a:gd name="T3" fmla="*/ 43 h 54"/>
                  <a:gd name="T4" fmla="*/ 80 w 101"/>
                  <a:gd name="T5" fmla="*/ 52 h 54"/>
                  <a:gd name="T6" fmla="*/ 38 w 101"/>
                  <a:gd name="T7" fmla="*/ 54 h 54"/>
                  <a:gd name="T8" fmla="*/ 23 w 101"/>
                  <a:gd name="T9" fmla="*/ 50 h 54"/>
                  <a:gd name="T10" fmla="*/ 0 w 101"/>
                  <a:gd name="T11" fmla="*/ 54 h 54"/>
                  <a:gd name="T12" fmla="*/ 0 w 101"/>
                  <a:gd name="T13" fmla="*/ 54 h 54"/>
                  <a:gd name="T14" fmla="*/ 23 w 101"/>
                  <a:gd name="T15" fmla="*/ 9 h 54"/>
                  <a:gd name="T16" fmla="*/ 45 w 101"/>
                  <a:gd name="T17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" h="54">
                    <a:moveTo>
                      <a:pt x="45" y="0"/>
                    </a:moveTo>
                    <a:lnTo>
                      <a:pt x="101" y="43"/>
                    </a:lnTo>
                    <a:lnTo>
                      <a:pt x="80" y="52"/>
                    </a:lnTo>
                    <a:lnTo>
                      <a:pt x="38" y="54"/>
                    </a:lnTo>
                    <a:lnTo>
                      <a:pt x="23" y="50"/>
                    </a:lnTo>
                    <a:lnTo>
                      <a:pt x="0" y="54"/>
                    </a:lnTo>
                    <a:lnTo>
                      <a:pt x="0" y="54"/>
                    </a:lnTo>
                    <a:lnTo>
                      <a:pt x="23" y="9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44" name="Group 43"/>
            <p:cNvGrpSpPr/>
            <p:nvPr/>
          </p:nvGrpSpPr>
          <p:grpSpPr>
            <a:xfrm>
              <a:off x="7161213" y="2028826"/>
              <a:ext cx="796925" cy="458788"/>
              <a:chOff x="7161213" y="2028826"/>
              <a:chExt cx="796925" cy="458788"/>
            </a:xfrm>
          </p:grpSpPr>
          <p:sp>
            <p:nvSpPr>
              <p:cNvPr id="38" name="Freeform 38"/>
              <p:cNvSpPr>
                <a:spLocks noEditPoints="1"/>
              </p:cNvSpPr>
              <p:nvPr/>
            </p:nvSpPr>
            <p:spPr bwMode="auto">
              <a:xfrm>
                <a:off x="7161213" y="2028826"/>
                <a:ext cx="796925" cy="458788"/>
              </a:xfrm>
              <a:custGeom>
                <a:avLst/>
                <a:gdLst>
                  <a:gd name="T0" fmla="*/ 205 w 212"/>
                  <a:gd name="T1" fmla="*/ 72 h 122"/>
                  <a:gd name="T2" fmla="*/ 205 w 212"/>
                  <a:gd name="T3" fmla="*/ 85 h 122"/>
                  <a:gd name="T4" fmla="*/ 147 w 212"/>
                  <a:gd name="T5" fmla="*/ 118 h 122"/>
                  <a:gd name="T6" fmla="*/ 125 w 212"/>
                  <a:gd name="T7" fmla="*/ 118 h 122"/>
                  <a:gd name="T8" fmla="*/ 6 w 212"/>
                  <a:gd name="T9" fmla="*/ 50 h 122"/>
                  <a:gd name="T10" fmla="*/ 6 w 212"/>
                  <a:gd name="T11" fmla="*/ 37 h 122"/>
                  <a:gd name="T12" fmla="*/ 64 w 212"/>
                  <a:gd name="T13" fmla="*/ 3 h 122"/>
                  <a:gd name="T14" fmla="*/ 87 w 212"/>
                  <a:gd name="T15" fmla="*/ 3 h 122"/>
                  <a:gd name="T16" fmla="*/ 205 w 212"/>
                  <a:gd name="T17" fmla="*/ 72 h 122"/>
                  <a:gd name="T18" fmla="*/ 70 w 212"/>
                  <a:gd name="T19" fmla="*/ 81 h 122"/>
                  <a:gd name="T20" fmla="*/ 141 w 212"/>
                  <a:gd name="T21" fmla="*/ 81 h 122"/>
                  <a:gd name="T22" fmla="*/ 141 w 212"/>
                  <a:gd name="T23" fmla="*/ 40 h 122"/>
                  <a:gd name="T24" fmla="*/ 70 w 212"/>
                  <a:gd name="T25" fmla="*/ 40 h 122"/>
                  <a:gd name="T26" fmla="*/ 70 w 212"/>
                  <a:gd name="T27" fmla="*/ 81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2" h="122">
                    <a:moveTo>
                      <a:pt x="205" y="72"/>
                    </a:moveTo>
                    <a:cubicBezTo>
                      <a:pt x="212" y="75"/>
                      <a:pt x="212" y="81"/>
                      <a:pt x="205" y="85"/>
                    </a:cubicBezTo>
                    <a:cubicBezTo>
                      <a:pt x="147" y="118"/>
                      <a:pt x="147" y="118"/>
                      <a:pt x="147" y="118"/>
                    </a:cubicBezTo>
                    <a:cubicBezTo>
                      <a:pt x="141" y="122"/>
                      <a:pt x="131" y="122"/>
                      <a:pt x="125" y="118"/>
                    </a:cubicBezTo>
                    <a:cubicBezTo>
                      <a:pt x="6" y="50"/>
                      <a:pt x="6" y="50"/>
                      <a:pt x="6" y="50"/>
                    </a:cubicBezTo>
                    <a:cubicBezTo>
                      <a:pt x="0" y="46"/>
                      <a:pt x="0" y="41"/>
                      <a:pt x="6" y="37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71" y="0"/>
                      <a:pt x="81" y="0"/>
                      <a:pt x="87" y="3"/>
                    </a:cubicBezTo>
                    <a:lnTo>
                      <a:pt x="205" y="72"/>
                    </a:lnTo>
                    <a:close/>
                    <a:moveTo>
                      <a:pt x="70" y="81"/>
                    </a:moveTo>
                    <a:cubicBezTo>
                      <a:pt x="90" y="93"/>
                      <a:pt x="122" y="93"/>
                      <a:pt x="141" y="81"/>
                    </a:cubicBezTo>
                    <a:cubicBezTo>
                      <a:pt x="161" y="70"/>
                      <a:pt x="161" y="52"/>
                      <a:pt x="141" y="40"/>
                    </a:cubicBezTo>
                    <a:cubicBezTo>
                      <a:pt x="121" y="29"/>
                      <a:pt x="90" y="29"/>
                      <a:pt x="70" y="40"/>
                    </a:cubicBezTo>
                    <a:cubicBezTo>
                      <a:pt x="51" y="52"/>
                      <a:pt x="51" y="70"/>
                      <a:pt x="70" y="8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" name="Freeform 39"/>
              <p:cNvSpPr>
                <a:spLocks noEditPoints="1"/>
              </p:cNvSpPr>
              <p:nvPr/>
            </p:nvSpPr>
            <p:spPr bwMode="auto">
              <a:xfrm>
                <a:off x="7394576" y="2160588"/>
                <a:ext cx="330200" cy="192088"/>
              </a:xfrm>
              <a:custGeom>
                <a:avLst/>
                <a:gdLst>
                  <a:gd name="T0" fmla="*/ 72 w 88"/>
                  <a:gd name="T1" fmla="*/ 9 h 51"/>
                  <a:gd name="T2" fmla="*/ 72 w 88"/>
                  <a:gd name="T3" fmla="*/ 42 h 51"/>
                  <a:gd name="T4" fmla="*/ 15 w 88"/>
                  <a:gd name="T5" fmla="*/ 42 h 51"/>
                  <a:gd name="T6" fmla="*/ 15 w 88"/>
                  <a:gd name="T7" fmla="*/ 9 h 51"/>
                  <a:gd name="T8" fmla="*/ 72 w 88"/>
                  <a:gd name="T9" fmla="*/ 9 h 51"/>
                  <a:gd name="T10" fmla="*/ 27 w 88"/>
                  <a:gd name="T11" fmla="*/ 39 h 51"/>
                  <a:gd name="T12" fmla="*/ 43 w 88"/>
                  <a:gd name="T13" fmla="*/ 37 h 51"/>
                  <a:gd name="T14" fmla="*/ 51 w 88"/>
                  <a:gd name="T15" fmla="*/ 18 h 51"/>
                  <a:gd name="T16" fmla="*/ 58 w 88"/>
                  <a:gd name="T17" fmla="*/ 18 h 51"/>
                  <a:gd name="T18" fmla="*/ 57 w 88"/>
                  <a:gd name="T19" fmla="*/ 22 h 51"/>
                  <a:gd name="T20" fmla="*/ 56 w 88"/>
                  <a:gd name="T21" fmla="*/ 23 h 51"/>
                  <a:gd name="T22" fmla="*/ 62 w 88"/>
                  <a:gd name="T23" fmla="*/ 26 h 51"/>
                  <a:gd name="T24" fmla="*/ 63 w 88"/>
                  <a:gd name="T25" fmla="*/ 25 h 51"/>
                  <a:gd name="T26" fmla="*/ 66 w 88"/>
                  <a:gd name="T27" fmla="*/ 16 h 51"/>
                  <a:gd name="T28" fmla="*/ 69 w 88"/>
                  <a:gd name="T29" fmla="*/ 14 h 51"/>
                  <a:gd name="T30" fmla="*/ 64 w 88"/>
                  <a:gd name="T31" fmla="*/ 11 h 51"/>
                  <a:gd name="T32" fmla="*/ 61 w 88"/>
                  <a:gd name="T33" fmla="*/ 13 h 51"/>
                  <a:gd name="T34" fmla="*/ 44 w 88"/>
                  <a:gd name="T35" fmla="*/ 15 h 51"/>
                  <a:gd name="T36" fmla="*/ 37 w 88"/>
                  <a:gd name="T37" fmla="*/ 34 h 51"/>
                  <a:gd name="T38" fmla="*/ 29 w 88"/>
                  <a:gd name="T39" fmla="*/ 34 h 51"/>
                  <a:gd name="T40" fmla="*/ 30 w 88"/>
                  <a:gd name="T41" fmla="*/ 30 h 51"/>
                  <a:gd name="T42" fmla="*/ 33 w 88"/>
                  <a:gd name="T43" fmla="*/ 28 h 51"/>
                  <a:gd name="T44" fmla="*/ 27 w 88"/>
                  <a:gd name="T45" fmla="*/ 24 h 51"/>
                  <a:gd name="T46" fmla="*/ 24 w 88"/>
                  <a:gd name="T47" fmla="*/ 26 h 51"/>
                  <a:gd name="T48" fmla="*/ 21 w 88"/>
                  <a:gd name="T49" fmla="*/ 36 h 51"/>
                  <a:gd name="T50" fmla="*/ 18 w 88"/>
                  <a:gd name="T51" fmla="*/ 37 h 51"/>
                  <a:gd name="T52" fmla="*/ 24 w 88"/>
                  <a:gd name="T53" fmla="*/ 40 h 51"/>
                  <a:gd name="T54" fmla="*/ 27 w 88"/>
                  <a:gd name="T55" fmla="*/ 39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88" h="51">
                    <a:moveTo>
                      <a:pt x="72" y="9"/>
                    </a:moveTo>
                    <a:cubicBezTo>
                      <a:pt x="88" y="18"/>
                      <a:pt x="88" y="33"/>
                      <a:pt x="72" y="42"/>
                    </a:cubicBezTo>
                    <a:cubicBezTo>
                      <a:pt x="57" y="51"/>
                      <a:pt x="31" y="51"/>
                      <a:pt x="15" y="42"/>
                    </a:cubicBezTo>
                    <a:cubicBezTo>
                      <a:pt x="0" y="33"/>
                      <a:pt x="0" y="18"/>
                      <a:pt x="15" y="9"/>
                    </a:cubicBezTo>
                    <a:cubicBezTo>
                      <a:pt x="31" y="0"/>
                      <a:pt x="56" y="0"/>
                      <a:pt x="72" y="9"/>
                    </a:cubicBezTo>
                    <a:close/>
                    <a:moveTo>
                      <a:pt x="27" y="39"/>
                    </a:moveTo>
                    <a:cubicBezTo>
                      <a:pt x="32" y="41"/>
                      <a:pt x="38" y="40"/>
                      <a:pt x="43" y="37"/>
                    </a:cubicBezTo>
                    <a:cubicBezTo>
                      <a:pt x="55" y="30"/>
                      <a:pt x="43" y="23"/>
                      <a:pt x="51" y="18"/>
                    </a:cubicBezTo>
                    <a:cubicBezTo>
                      <a:pt x="54" y="16"/>
                      <a:pt x="56" y="16"/>
                      <a:pt x="58" y="18"/>
                    </a:cubicBezTo>
                    <a:cubicBezTo>
                      <a:pt x="60" y="19"/>
                      <a:pt x="60" y="20"/>
                      <a:pt x="57" y="22"/>
                    </a:cubicBezTo>
                    <a:cubicBezTo>
                      <a:pt x="56" y="23"/>
                      <a:pt x="56" y="23"/>
                      <a:pt x="56" y="23"/>
                    </a:cubicBezTo>
                    <a:cubicBezTo>
                      <a:pt x="62" y="26"/>
                      <a:pt x="62" y="26"/>
                      <a:pt x="62" y="26"/>
                    </a:cubicBezTo>
                    <a:cubicBezTo>
                      <a:pt x="63" y="25"/>
                      <a:pt x="63" y="25"/>
                      <a:pt x="63" y="25"/>
                    </a:cubicBezTo>
                    <a:cubicBezTo>
                      <a:pt x="68" y="22"/>
                      <a:pt x="70" y="19"/>
                      <a:pt x="66" y="16"/>
                    </a:cubicBezTo>
                    <a:cubicBezTo>
                      <a:pt x="69" y="14"/>
                      <a:pt x="69" y="14"/>
                      <a:pt x="69" y="14"/>
                    </a:cubicBezTo>
                    <a:cubicBezTo>
                      <a:pt x="64" y="11"/>
                      <a:pt x="64" y="11"/>
                      <a:pt x="64" y="11"/>
                    </a:cubicBezTo>
                    <a:cubicBezTo>
                      <a:pt x="61" y="13"/>
                      <a:pt x="61" y="13"/>
                      <a:pt x="61" y="13"/>
                    </a:cubicBezTo>
                    <a:cubicBezTo>
                      <a:pt x="55" y="11"/>
                      <a:pt x="50" y="12"/>
                      <a:pt x="44" y="15"/>
                    </a:cubicBezTo>
                    <a:cubicBezTo>
                      <a:pt x="33" y="21"/>
                      <a:pt x="45" y="29"/>
                      <a:pt x="37" y="34"/>
                    </a:cubicBezTo>
                    <a:cubicBezTo>
                      <a:pt x="34" y="35"/>
                      <a:pt x="31" y="35"/>
                      <a:pt x="29" y="34"/>
                    </a:cubicBezTo>
                    <a:cubicBezTo>
                      <a:pt x="27" y="33"/>
                      <a:pt x="27" y="31"/>
                      <a:pt x="30" y="30"/>
                    </a:cubicBezTo>
                    <a:cubicBezTo>
                      <a:pt x="33" y="28"/>
                      <a:pt x="33" y="28"/>
                      <a:pt x="33" y="28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19" y="29"/>
                      <a:pt x="18" y="33"/>
                      <a:pt x="21" y="36"/>
                    </a:cubicBezTo>
                    <a:cubicBezTo>
                      <a:pt x="18" y="37"/>
                      <a:pt x="18" y="37"/>
                      <a:pt x="18" y="37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7" y="39"/>
                      <a:pt x="27" y="39"/>
                      <a:pt x="27" y="3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0" name="Line 40"/>
            <p:cNvSpPr>
              <a:spLocks noChangeShapeType="1"/>
            </p:cNvSpPr>
            <p:nvPr/>
          </p:nvSpPr>
          <p:spPr bwMode="auto">
            <a:xfrm>
              <a:off x="6391276" y="1411288"/>
              <a:ext cx="0" cy="0"/>
            </a:xfrm>
            <a:prstGeom prst="line">
              <a:avLst/>
            </a:prstGeom>
            <a:noFill/>
            <a:ln w="30163" cap="flat">
              <a:solidFill>
                <a:srgbClr val="DA72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41"/>
            <p:cNvSpPr>
              <a:spLocks noChangeShapeType="1"/>
            </p:cNvSpPr>
            <p:nvPr/>
          </p:nvSpPr>
          <p:spPr bwMode="auto">
            <a:xfrm>
              <a:off x="6391276" y="2025651"/>
              <a:ext cx="0" cy="0"/>
            </a:xfrm>
            <a:prstGeom prst="line">
              <a:avLst/>
            </a:prstGeom>
            <a:noFill/>
            <a:ln w="30163" cap="flat">
              <a:solidFill>
                <a:srgbClr val="DA72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9127446" y="1631251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210351" y="1923693"/>
            <a:ext cx="2168850" cy="120032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been.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785601" y="2390309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83771" y="2682751"/>
            <a:ext cx="2161548" cy="120032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been.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764589" y="4961415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847494" y="5253857"/>
            <a:ext cx="2938106" cy="88684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been.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113741" y="357089"/>
            <a:ext cx="39645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Infographic</a:t>
            </a:r>
            <a:r>
              <a:rPr lang="en-US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Slide</a:t>
            </a:r>
            <a:endParaRPr 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489786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/>
          <p:nvPr/>
        </p:nvGrpSpPr>
        <p:grpSpPr>
          <a:xfrm>
            <a:off x="6246814" y="1465943"/>
            <a:ext cx="5071790" cy="4953907"/>
            <a:chOff x="5840413" y="815975"/>
            <a:chExt cx="5737225" cy="5603875"/>
          </a:xfrm>
        </p:grpSpPr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9563101" y="1274763"/>
              <a:ext cx="106363" cy="3867150"/>
            </a:xfrm>
            <a:custGeom>
              <a:avLst/>
              <a:gdLst>
                <a:gd name="T0" fmla="*/ 41 w 67"/>
                <a:gd name="T1" fmla="*/ 2436 h 2436"/>
                <a:gd name="T2" fmla="*/ 0 w 67"/>
                <a:gd name="T3" fmla="*/ 2182 h 2436"/>
                <a:gd name="T4" fmla="*/ 26 w 67"/>
                <a:gd name="T5" fmla="*/ 0 h 2436"/>
                <a:gd name="T6" fmla="*/ 67 w 67"/>
                <a:gd name="T7" fmla="*/ 255 h 2436"/>
                <a:gd name="T8" fmla="*/ 41 w 67"/>
                <a:gd name="T9" fmla="*/ 2436 h 2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2436">
                  <a:moveTo>
                    <a:pt x="41" y="2436"/>
                  </a:moveTo>
                  <a:lnTo>
                    <a:pt x="0" y="2182"/>
                  </a:lnTo>
                  <a:lnTo>
                    <a:pt x="26" y="0"/>
                  </a:lnTo>
                  <a:lnTo>
                    <a:pt x="67" y="255"/>
                  </a:lnTo>
                  <a:lnTo>
                    <a:pt x="41" y="2436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8"/>
            <p:cNvSpPr>
              <a:spLocks/>
            </p:cNvSpPr>
            <p:nvPr/>
          </p:nvSpPr>
          <p:spPr bwMode="auto">
            <a:xfrm>
              <a:off x="9604376" y="1274763"/>
              <a:ext cx="1533525" cy="409575"/>
            </a:xfrm>
            <a:custGeom>
              <a:avLst/>
              <a:gdLst>
                <a:gd name="T0" fmla="*/ 41 w 966"/>
                <a:gd name="T1" fmla="*/ 255 h 258"/>
                <a:gd name="T2" fmla="*/ 0 w 966"/>
                <a:gd name="T3" fmla="*/ 0 h 258"/>
                <a:gd name="T4" fmla="*/ 926 w 966"/>
                <a:gd name="T5" fmla="*/ 2 h 258"/>
                <a:gd name="T6" fmla="*/ 966 w 966"/>
                <a:gd name="T7" fmla="*/ 258 h 258"/>
                <a:gd name="T8" fmla="*/ 41 w 966"/>
                <a:gd name="T9" fmla="*/ 2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6" h="258">
                  <a:moveTo>
                    <a:pt x="41" y="255"/>
                  </a:moveTo>
                  <a:lnTo>
                    <a:pt x="0" y="0"/>
                  </a:lnTo>
                  <a:lnTo>
                    <a:pt x="926" y="2"/>
                  </a:lnTo>
                  <a:lnTo>
                    <a:pt x="966" y="258"/>
                  </a:lnTo>
                  <a:lnTo>
                    <a:pt x="41" y="255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9"/>
            <p:cNvSpPr>
              <a:spLocks/>
            </p:cNvSpPr>
            <p:nvPr/>
          </p:nvSpPr>
          <p:spPr bwMode="auto">
            <a:xfrm>
              <a:off x="9628188" y="1679575"/>
              <a:ext cx="1509713" cy="3468688"/>
            </a:xfrm>
            <a:custGeom>
              <a:avLst/>
              <a:gdLst>
                <a:gd name="T0" fmla="*/ 951 w 951"/>
                <a:gd name="T1" fmla="*/ 3 h 2185"/>
                <a:gd name="T2" fmla="*/ 925 w 951"/>
                <a:gd name="T3" fmla="*/ 2185 h 2185"/>
                <a:gd name="T4" fmla="*/ 0 w 951"/>
                <a:gd name="T5" fmla="*/ 2181 h 2185"/>
                <a:gd name="T6" fmla="*/ 26 w 951"/>
                <a:gd name="T7" fmla="*/ 0 h 2185"/>
                <a:gd name="T8" fmla="*/ 951 w 951"/>
                <a:gd name="T9" fmla="*/ 3 h 2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1" h="2185">
                  <a:moveTo>
                    <a:pt x="951" y="3"/>
                  </a:moveTo>
                  <a:lnTo>
                    <a:pt x="925" y="2185"/>
                  </a:lnTo>
                  <a:lnTo>
                    <a:pt x="0" y="2181"/>
                  </a:lnTo>
                  <a:lnTo>
                    <a:pt x="26" y="0"/>
                  </a:lnTo>
                  <a:lnTo>
                    <a:pt x="951" y="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0"/>
            <p:cNvSpPr>
              <a:spLocks/>
            </p:cNvSpPr>
            <p:nvPr/>
          </p:nvSpPr>
          <p:spPr bwMode="auto">
            <a:xfrm>
              <a:off x="7756526" y="2232025"/>
              <a:ext cx="928688" cy="3243263"/>
            </a:xfrm>
            <a:custGeom>
              <a:avLst/>
              <a:gdLst>
                <a:gd name="T0" fmla="*/ 575 w 585"/>
                <a:gd name="T1" fmla="*/ 2043 h 2043"/>
                <a:gd name="T2" fmla="*/ 0 w 585"/>
                <a:gd name="T3" fmla="*/ 1809 h 2043"/>
                <a:gd name="T4" fmla="*/ 10 w 585"/>
                <a:gd name="T5" fmla="*/ 0 h 2043"/>
                <a:gd name="T6" fmla="*/ 585 w 585"/>
                <a:gd name="T7" fmla="*/ 235 h 2043"/>
                <a:gd name="T8" fmla="*/ 575 w 585"/>
                <a:gd name="T9" fmla="*/ 2043 h 2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5" h="2043">
                  <a:moveTo>
                    <a:pt x="575" y="2043"/>
                  </a:moveTo>
                  <a:lnTo>
                    <a:pt x="0" y="1809"/>
                  </a:lnTo>
                  <a:lnTo>
                    <a:pt x="10" y="0"/>
                  </a:lnTo>
                  <a:lnTo>
                    <a:pt x="585" y="235"/>
                  </a:lnTo>
                  <a:lnTo>
                    <a:pt x="575" y="2043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1"/>
            <p:cNvSpPr>
              <a:spLocks/>
            </p:cNvSpPr>
            <p:nvPr/>
          </p:nvSpPr>
          <p:spPr bwMode="auto">
            <a:xfrm>
              <a:off x="7772401" y="2093913"/>
              <a:ext cx="2095500" cy="511175"/>
            </a:xfrm>
            <a:custGeom>
              <a:avLst/>
              <a:gdLst>
                <a:gd name="T0" fmla="*/ 575 w 1320"/>
                <a:gd name="T1" fmla="*/ 322 h 322"/>
                <a:gd name="T2" fmla="*/ 0 w 1320"/>
                <a:gd name="T3" fmla="*/ 87 h 322"/>
                <a:gd name="T4" fmla="*/ 747 w 1320"/>
                <a:gd name="T5" fmla="*/ 0 h 322"/>
                <a:gd name="T6" fmla="*/ 1320 w 1320"/>
                <a:gd name="T7" fmla="*/ 234 h 322"/>
                <a:gd name="T8" fmla="*/ 575 w 1320"/>
                <a:gd name="T9" fmla="*/ 32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0" h="322">
                  <a:moveTo>
                    <a:pt x="575" y="322"/>
                  </a:moveTo>
                  <a:lnTo>
                    <a:pt x="0" y="87"/>
                  </a:lnTo>
                  <a:lnTo>
                    <a:pt x="747" y="0"/>
                  </a:lnTo>
                  <a:lnTo>
                    <a:pt x="1320" y="234"/>
                  </a:lnTo>
                  <a:lnTo>
                    <a:pt x="575" y="322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2"/>
            <p:cNvSpPr>
              <a:spLocks/>
            </p:cNvSpPr>
            <p:nvPr/>
          </p:nvSpPr>
          <p:spPr bwMode="auto">
            <a:xfrm>
              <a:off x="8669338" y="2465388"/>
              <a:ext cx="1198563" cy="3009900"/>
            </a:xfrm>
            <a:custGeom>
              <a:avLst/>
              <a:gdLst>
                <a:gd name="T0" fmla="*/ 755 w 755"/>
                <a:gd name="T1" fmla="*/ 0 h 1896"/>
                <a:gd name="T2" fmla="*/ 748 w 755"/>
                <a:gd name="T3" fmla="*/ 1809 h 1896"/>
                <a:gd name="T4" fmla="*/ 0 w 755"/>
                <a:gd name="T5" fmla="*/ 1896 h 1896"/>
                <a:gd name="T6" fmla="*/ 10 w 755"/>
                <a:gd name="T7" fmla="*/ 88 h 1896"/>
                <a:gd name="T8" fmla="*/ 755 w 755"/>
                <a:gd name="T9" fmla="*/ 0 h 18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5" h="1896">
                  <a:moveTo>
                    <a:pt x="755" y="0"/>
                  </a:moveTo>
                  <a:lnTo>
                    <a:pt x="748" y="1809"/>
                  </a:lnTo>
                  <a:lnTo>
                    <a:pt x="0" y="1896"/>
                  </a:lnTo>
                  <a:lnTo>
                    <a:pt x="10" y="88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3"/>
            <p:cNvSpPr>
              <a:spLocks/>
            </p:cNvSpPr>
            <p:nvPr/>
          </p:nvSpPr>
          <p:spPr bwMode="auto">
            <a:xfrm>
              <a:off x="7140576" y="2992438"/>
              <a:ext cx="349250" cy="2933700"/>
            </a:xfrm>
            <a:custGeom>
              <a:avLst/>
              <a:gdLst>
                <a:gd name="T0" fmla="*/ 211 w 220"/>
                <a:gd name="T1" fmla="*/ 1848 h 1848"/>
                <a:gd name="T2" fmla="*/ 0 w 220"/>
                <a:gd name="T3" fmla="*/ 1586 h 1848"/>
                <a:gd name="T4" fmla="*/ 9 w 220"/>
                <a:gd name="T5" fmla="*/ 0 h 1848"/>
                <a:gd name="T6" fmla="*/ 220 w 220"/>
                <a:gd name="T7" fmla="*/ 260 h 1848"/>
                <a:gd name="T8" fmla="*/ 211 w 220"/>
                <a:gd name="T9" fmla="*/ 1848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848">
                  <a:moveTo>
                    <a:pt x="211" y="1848"/>
                  </a:moveTo>
                  <a:lnTo>
                    <a:pt x="0" y="1586"/>
                  </a:lnTo>
                  <a:lnTo>
                    <a:pt x="9" y="0"/>
                  </a:lnTo>
                  <a:lnTo>
                    <a:pt x="220" y="260"/>
                  </a:lnTo>
                  <a:lnTo>
                    <a:pt x="211" y="184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4"/>
            <p:cNvSpPr>
              <a:spLocks/>
            </p:cNvSpPr>
            <p:nvPr/>
          </p:nvSpPr>
          <p:spPr bwMode="auto">
            <a:xfrm>
              <a:off x="7154863" y="2946400"/>
              <a:ext cx="1665288" cy="458788"/>
            </a:xfrm>
            <a:custGeom>
              <a:avLst/>
              <a:gdLst>
                <a:gd name="T0" fmla="*/ 211 w 1049"/>
                <a:gd name="T1" fmla="*/ 289 h 289"/>
                <a:gd name="T2" fmla="*/ 0 w 1049"/>
                <a:gd name="T3" fmla="*/ 29 h 289"/>
                <a:gd name="T4" fmla="*/ 838 w 1049"/>
                <a:gd name="T5" fmla="*/ 0 h 289"/>
                <a:gd name="T6" fmla="*/ 1049 w 1049"/>
                <a:gd name="T7" fmla="*/ 261 h 289"/>
                <a:gd name="T8" fmla="*/ 211 w 1049"/>
                <a:gd name="T9" fmla="*/ 289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9" h="289">
                  <a:moveTo>
                    <a:pt x="211" y="289"/>
                  </a:moveTo>
                  <a:lnTo>
                    <a:pt x="0" y="29"/>
                  </a:lnTo>
                  <a:lnTo>
                    <a:pt x="838" y="0"/>
                  </a:lnTo>
                  <a:lnTo>
                    <a:pt x="1049" y="261"/>
                  </a:lnTo>
                  <a:lnTo>
                    <a:pt x="211" y="289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5"/>
            <p:cNvSpPr>
              <a:spLocks/>
            </p:cNvSpPr>
            <p:nvPr/>
          </p:nvSpPr>
          <p:spPr bwMode="auto">
            <a:xfrm>
              <a:off x="7475538" y="3360738"/>
              <a:ext cx="1344613" cy="2565400"/>
            </a:xfrm>
            <a:custGeom>
              <a:avLst/>
              <a:gdLst>
                <a:gd name="T0" fmla="*/ 847 w 847"/>
                <a:gd name="T1" fmla="*/ 0 h 1616"/>
                <a:gd name="T2" fmla="*/ 840 w 847"/>
                <a:gd name="T3" fmla="*/ 1586 h 1616"/>
                <a:gd name="T4" fmla="*/ 0 w 847"/>
                <a:gd name="T5" fmla="*/ 1616 h 1616"/>
                <a:gd name="T6" fmla="*/ 9 w 847"/>
                <a:gd name="T7" fmla="*/ 28 h 1616"/>
                <a:gd name="T8" fmla="*/ 847 w 847"/>
                <a:gd name="T9" fmla="*/ 0 h 1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7" h="1616">
                  <a:moveTo>
                    <a:pt x="847" y="0"/>
                  </a:moveTo>
                  <a:lnTo>
                    <a:pt x="840" y="1586"/>
                  </a:lnTo>
                  <a:lnTo>
                    <a:pt x="0" y="1616"/>
                  </a:lnTo>
                  <a:lnTo>
                    <a:pt x="9" y="28"/>
                  </a:lnTo>
                  <a:lnTo>
                    <a:pt x="84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6"/>
            <p:cNvSpPr>
              <a:spLocks/>
            </p:cNvSpPr>
            <p:nvPr/>
          </p:nvSpPr>
          <p:spPr bwMode="auto">
            <a:xfrm>
              <a:off x="7124701" y="4133850"/>
              <a:ext cx="511175" cy="2286000"/>
            </a:xfrm>
            <a:custGeom>
              <a:avLst/>
              <a:gdLst>
                <a:gd name="T0" fmla="*/ 0 w 322"/>
                <a:gd name="T1" fmla="*/ 220 h 1440"/>
                <a:gd name="T2" fmla="*/ 315 w 322"/>
                <a:gd name="T3" fmla="*/ 0 h 1440"/>
                <a:gd name="T4" fmla="*/ 322 w 322"/>
                <a:gd name="T5" fmla="*/ 1219 h 1440"/>
                <a:gd name="T6" fmla="*/ 8 w 322"/>
                <a:gd name="T7" fmla="*/ 1440 h 1440"/>
                <a:gd name="T8" fmla="*/ 0 w 322"/>
                <a:gd name="T9" fmla="*/ 22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2" h="1440">
                  <a:moveTo>
                    <a:pt x="0" y="220"/>
                  </a:moveTo>
                  <a:lnTo>
                    <a:pt x="315" y="0"/>
                  </a:lnTo>
                  <a:lnTo>
                    <a:pt x="322" y="1219"/>
                  </a:lnTo>
                  <a:lnTo>
                    <a:pt x="8" y="1440"/>
                  </a:lnTo>
                  <a:lnTo>
                    <a:pt x="0" y="22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7"/>
            <p:cNvSpPr>
              <a:spLocks/>
            </p:cNvSpPr>
            <p:nvPr/>
          </p:nvSpPr>
          <p:spPr bwMode="auto">
            <a:xfrm>
              <a:off x="5840413" y="4043363"/>
              <a:ext cx="1784350" cy="439738"/>
            </a:xfrm>
            <a:custGeom>
              <a:avLst/>
              <a:gdLst>
                <a:gd name="T0" fmla="*/ 0 w 1124"/>
                <a:gd name="T1" fmla="*/ 221 h 277"/>
                <a:gd name="T2" fmla="*/ 315 w 1124"/>
                <a:gd name="T3" fmla="*/ 0 h 277"/>
                <a:gd name="T4" fmla="*/ 1124 w 1124"/>
                <a:gd name="T5" fmla="*/ 57 h 277"/>
                <a:gd name="T6" fmla="*/ 809 w 1124"/>
                <a:gd name="T7" fmla="*/ 277 h 277"/>
                <a:gd name="T8" fmla="*/ 0 w 1124"/>
                <a:gd name="T9" fmla="*/ 221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277">
                  <a:moveTo>
                    <a:pt x="0" y="221"/>
                  </a:moveTo>
                  <a:lnTo>
                    <a:pt x="315" y="0"/>
                  </a:lnTo>
                  <a:lnTo>
                    <a:pt x="1124" y="57"/>
                  </a:lnTo>
                  <a:lnTo>
                    <a:pt x="809" y="277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auto">
            <a:xfrm>
              <a:off x="5840413" y="4394200"/>
              <a:ext cx="1296988" cy="2025650"/>
            </a:xfrm>
            <a:custGeom>
              <a:avLst/>
              <a:gdLst>
                <a:gd name="T0" fmla="*/ 809 w 817"/>
                <a:gd name="T1" fmla="*/ 56 h 1276"/>
                <a:gd name="T2" fmla="*/ 817 w 817"/>
                <a:gd name="T3" fmla="*/ 1276 h 1276"/>
                <a:gd name="T4" fmla="*/ 10 w 817"/>
                <a:gd name="T5" fmla="*/ 1219 h 1276"/>
                <a:gd name="T6" fmla="*/ 0 w 817"/>
                <a:gd name="T7" fmla="*/ 0 h 1276"/>
                <a:gd name="T8" fmla="*/ 809 w 817"/>
                <a:gd name="T9" fmla="*/ 56 h 1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7" h="1276">
                  <a:moveTo>
                    <a:pt x="809" y="56"/>
                  </a:moveTo>
                  <a:lnTo>
                    <a:pt x="817" y="1276"/>
                  </a:lnTo>
                  <a:lnTo>
                    <a:pt x="10" y="1219"/>
                  </a:lnTo>
                  <a:lnTo>
                    <a:pt x="0" y="0"/>
                  </a:lnTo>
                  <a:lnTo>
                    <a:pt x="809" y="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9"/>
            <p:cNvSpPr>
              <a:spLocks/>
            </p:cNvSpPr>
            <p:nvPr/>
          </p:nvSpPr>
          <p:spPr bwMode="auto">
            <a:xfrm>
              <a:off x="6329363" y="2319338"/>
              <a:ext cx="1036638" cy="1800225"/>
            </a:xfrm>
            <a:custGeom>
              <a:avLst/>
              <a:gdLst>
                <a:gd name="T0" fmla="*/ 52 w 276"/>
                <a:gd name="T1" fmla="*/ 472 h 479"/>
                <a:gd name="T2" fmla="*/ 36 w 276"/>
                <a:gd name="T3" fmla="*/ 324 h 479"/>
                <a:gd name="T4" fmla="*/ 88 w 276"/>
                <a:gd name="T5" fmla="*/ 106 h 479"/>
                <a:gd name="T6" fmla="*/ 136 w 276"/>
                <a:gd name="T7" fmla="*/ 53 h 479"/>
                <a:gd name="T8" fmla="*/ 159 w 276"/>
                <a:gd name="T9" fmla="*/ 40 h 479"/>
                <a:gd name="T10" fmla="*/ 180 w 276"/>
                <a:gd name="T11" fmla="*/ 36 h 479"/>
                <a:gd name="T12" fmla="*/ 200 w 276"/>
                <a:gd name="T13" fmla="*/ 41 h 479"/>
                <a:gd name="T14" fmla="*/ 225 w 276"/>
                <a:gd name="T15" fmla="*/ 66 h 479"/>
                <a:gd name="T16" fmla="*/ 240 w 276"/>
                <a:gd name="T17" fmla="*/ 121 h 479"/>
                <a:gd name="T18" fmla="*/ 276 w 276"/>
                <a:gd name="T19" fmla="*/ 118 h 479"/>
                <a:gd name="T20" fmla="*/ 266 w 276"/>
                <a:gd name="T21" fmla="*/ 69 h 479"/>
                <a:gd name="T22" fmla="*/ 232 w 276"/>
                <a:gd name="T23" fmla="*/ 18 h 479"/>
                <a:gd name="T24" fmla="*/ 207 w 276"/>
                <a:gd name="T25" fmla="*/ 5 h 479"/>
                <a:gd name="T26" fmla="*/ 180 w 276"/>
                <a:gd name="T27" fmla="*/ 0 h 479"/>
                <a:gd name="T28" fmla="*/ 147 w 276"/>
                <a:gd name="T29" fmla="*/ 6 h 479"/>
                <a:gd name="T30" fmla="*/ 92 w 276"/>
                <a:gd name="T31" fmla="*/ 43 h 479"/>
                <a:gd name="T32" fmla="*/ 27 w 276"/>
                <a:gd name="T33" fmla="*/ 152 h 479"/>
                <a:gd name="T34" fmla="*/ 0 w 276"/>
                <a:gd name="T35" fmla="*/ 324 h 479"/>
                <a:gd name="T36" fmla="*/ 16 w 276"/>
                <a:gd name="T37" fmla="*/ 479 h 479"/>
                <a:gd name="T38" fmla="*/ 52 w 276"/>
                <a:gd name="T39" fmla="*/ 472 h 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6" h="479">
                  <a:moveTo>
                    <a:pt x="52" y="472"/>
                  </a:moveTo>
                  <a:cubicBezTo>
                    <a:pt x="41" y="418"/>
                    <a:pt x="36" y="368"/>
                    <a:pt x="36" y="324"/>
                  </a:cubicBezTo>
                  <a:cubicBezTo>
                    <a:pt x="36" y="227"/>
                    <a:pt x="58" y="154"/>
                    <a:pt x="88" y="106"/>
                  </a:cubicBezTo>
                  <a:cubicBezTo>
                    <a:pt x="103" y="82"/>
                    <a:pt x="119" y="64"/>
                    <a:pt x="136" y="53"/>
                  </a:cubicBezTo>
                  <a:cubicBezTo>
                    <a:pt x="144" y="47"/>
                    <a:pt x="152" y="43"/>
                    <a:pt x="159" y="40"/>
                  </a:cubicBezTo>
                  <a:cubicBezTo>
                    <a:pt x="167" y="38"/>
                    <a:pt x="174" y="36"/>
                    <a:pt x="180" y="36"/>
                  </a:cubicBezTo>
                  <a:cubicBezTo>
                    <a:pt x="187" y="36"/>
                    <a:pt x="194" y="38"/>
                    <a:pt x="200" y="41"/>
                  </a:cubicBezTo>
                  <a:cubicBezTo>
                    <a:pt x="209" y="45"/>
                    <a:pt x="218" y="53"/>
                    <a:pt x="225" y="66"/>
                  </a:cubicBezTo>
                  <a:cubicBezTo>
                    <a:pt x="232" y="79"/>
                    <a:pt x="238" y="98"/>
                    <a:pt x="240" y="121"/>
                  </a:cubicBezTo>
                  <a:cubicBezTo>
                    <a:pt x="276" y="118"/>
                    <a:pt x="276" y="118"/>
                    <a:pt x="276" y="118"/>
                  </a:cubicBezTo>
                  <a:cubicBezTo>
                    <a:pt x="274" y="100"/>
                    <a:pt x="271" y="83"/>
                    <a:pt x="266" y="69"/>
                  </a:cubicBezTo>
                  <a:cubicBezTo>
                    <a:pt x="258" y="48"/>
                    <a:pt x="247" y="30"/>
                    <a:pt x="232" y="18"/>
                  </a:cubicBezTo>
                  <a:cubicBezTo>
                    <a:pt x="224" y="12"/>
                    <a:pt x="216" y="8"/>
                    <a:pt x="207" y="5"/>
                  </a:cubicBezTo>
                  <a:cubicBezTo>
                    <a:pt x="199" y="2"/>
                    <a:pt x="189" y="0"/>
                    <a:pt x="180" y="0"/>
                  </a:cubicBezTo>
                  <a:cubicBezTo>
                    <a:pt x="169" y="0"/>
                    <a:pt x="158" y="2"/>
                    <a:pt x="147" y="6"/>
                  </a:cubicBezTo>
                  <a:cubicBezTo>
                    <a:pt x="128" y="13"/>
                    <a:pt x="109" y="26"/>
                    <a:pt x="92" y="43"/>
                  </a:cubicBezTo>
                  <a:cubicBezTo>
                    <a:pt x="66" y="68"/>
                    <a:pt x="43" y="105"/>
                    <a:pt x="27" y="152"/>
                  </a:cubicBezTo>
                  <a:cubicBezTo>
                    <a:pt x="10" y="199"/>
                    <a:pt x="0" y="256"/>
                    <a:pt x="0" y="324"/>
                  </a:cubicBezTo>
                  <a:cubicBezTo>
                    <a:pt x="0" y="371"/>
                    <a:pt x="5" y="423"/>
                    <a:pt x="16" y="479"/>
                  </a:cubicBezTo>
                  <a:lnTo>
                    <a:pt x="52" y="472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0"/>
            <p:cNvSpPr>
              <a:spLocks/>
            </p:cNvSpPr>
            <p:nvPr/>
          </p:nvSpPr>
          <p:spPr bwMode="auto">
            <a:xfrm>
              <a:off x="7181851" y="2709863"/>
              <a:ext cx="198438" cy="187325"/>
            </a:xfrm>
            <a:custGeom>
              <a:avLst/>
              <a:gdLst>
                <a:gd name="T0" fmla="*/ 0 w 125"/>
                <a:gd name="T1" fmla="*/ 36 h 118"/>
                <a:gd name="T2" fmla="*/ 125 w 125"/>
                <a:gd name="T3" fmla="*/ 0 h 118"/>
                <a:gd name="T4" fmla="*/ 90 w 125"/>
                <a:gd name="T5" fmla="*/ 118 h 118"/>
                <a:gd name="T6" fmla="*/ 0 w 125"/>
                <a:gd name="T7" fmla="*/ 3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5" h="118">
                  <a:moveTo>
                    <a:pt x="0" y="36"/>
                  </a:moveTo>
                  <a:lnTo>
                    <a:pt x="125" y="0"/>
                  </a:lnTo>
                  <a:lnTo>
                    <a:pt x="90" y="118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1"/>
            <p:cNvSpPr>
              <a:spLocks/>
            </p:cNvSpPr>
            <p:nvPr/>
          </p:nvSpPr>
          <p:spPr bwMode="auto">
            <a:xfrm>
              <a:off x="8174038" y="2047875"/>
              <a:ext cx="198438" cy="188913"/>
            </a:xfrm>
            <a:custGeom>
              <a:avLst/>
              <a:gdLst>
                <a:gd name="T0" fmla="*/ 0 w 125"/>
                <a:gd name="T1" fmla="*/ 36 h 119"/>
                <a:gd name="T2" fmla="*/ 125 w 125"/>
                <a:gd name="T3" fmla="*/ 0 h 119"/>
                <a:gd name="T4" fmla="*/ 92 w 125"/>
                <a:gd name="T5" fmla="*/ 119 h 119"/>
                <a:gd name="T6" fmla="*/ 0 w 125"/>
                <a:gd name="T7" fmla="*/ 3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5" h="119">
                  <a:moveTo>
                    <a:pt x="0" y="36"/>
                  </a:moveTo>
                  <a:lnTo>
                    <a:pt x="125" y="0"/>
                  </a:lnTo>
                  <a:lnTo>
                    <a:pt x="92" y="119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2"/>
            <p:cNvSpPr>
              <a:spLocks/>
            </p:cNvSpPr>
            <p:nvPr/>
          </p:nvSpPr>
          <p:spPr bwMode="auto">
            <a:xfrm>
              <a:off x="7531101" y="1758950"/>
              <a:ext cx="808038" cy="1143000"/>
            </a:xfrm>
            <a:custGeom>
              <a:avLst/>
              <a:gdLst>
                <a:gd name="T0" fmla="*/ 37 w 215"/>
                <a:gd name="T1" fmla="*/ 302 h 304"/>
                <a:gd name="T2" fmla="*/ 36 w 215"/>
                <a:gd name="T3" fmla="*/ 266 h 304"/>
                <a:gd name="T4" fmla="*/ 71 w 215"/>
                <a:gd name="T5" fmla="*/ 89 h 304"/>
                <a:gd name="T6" fmla="*/ 103 w 215"/>
                <a:gd name="T7" fmla="*/ 48 h 304"/>
                <a:gd name="T8" fmla="*/ 119 w 215"/>
                <a:gd name="T9" fmla="*/ 39 h 304"/>
                <a:gd name="T10" fmla="*/ 133 w 215"/>
                <a:gd name="T11" fmla="*/ 36 h 304"/>
                <a:gd name="T12" fmla="*/ 146 w 215"/>
                <a:gd name="T13" fmla="*/ 39 h 304"/>
                <a:gd name="T14" fmla="*/ 165 w 215"/>
                <a:gd name="T15" fmla="*/ 55 h 304"/>
                <a:gd name="T16" fmla="*/ 180 w 215"/>
                <a:gd name="T17" fmla="*/ 90 h 304"/>
                <a:gd name="T18" fmla="*/ 215 w 215"/>
                <a:gd name="T19" fmla="*/ 81 h 304"/>
                <a:gd name="T20" fmla="*/ 184 w 215"/>
                <a:gd name="T21" fmla="*/ 23 h 304"/>
                <a:gd name="T22" fmla="*/ 160 w 215"/>
                <a:gd name="T23" fmla="*/ 6 h 304"/>
                <a:gd name="T24" fmla="*/ 133 w 215"/>
                <a:gd name="T25" fmla="*/ 0 h 304"/>
                <a:gd name="T26" fmla="*/ 106 w 215"/>
                <a:gd name="T27" fmla="*/ 5 h 304"/>
                <a:gd name="T28" fmla="*/ 64 w 215"/>
                <a:gd name="T29" fmla="*/ 35 h 304"/>
                <a:gd name="T30" fmla="*/ 18 w 215"/>
                <a:gd name="T31" fmla="*/ 125 h 304"/>
                <a:gd name="T32" fmla="*/ 0 w 215"/>
                <a:gd name="T33" fmla="*/ 266 h 304"/>
                <a:gd name="T34" fmla="*/ 1 w 215"/>
                <a:gd name="T35" fmla="*/ 304 h 304"/>
                <a:gd name="T36" fmla="*/ 37 w 215"/>
                <a:gd name="T37" fmla="*/ 302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5" h="304">
                  <a:moveTo>
                    <a:pt x="37" y="302"/>
                  </a:moveTo>
                  <a:cubicBezTo>
                    <a:pt x="36" y="289"/>
                    <a:pt x="36" y="277"/>
                    <a:pt x="36" y="266"/>
                  </a:cubicBezTo>
                  <a:cubicBezTo>
                    <a:pt x="35" y="185"/>
                    <a:pt x="51" y="126"/>
                    <a:pt x="71" y="89"/>
                  </a:cubicBezTo>
                  <a:cubicBezTo>
                    <a:pt x="81" y="70"/>
                    <a:pt x="93" y="56"/>
                    <a:pt x="103" y="48"/>
                  </a:cubicBezTo>
                  <a:cubicBezTo>
                    <a:pt x="109" y="44"/>
                    <a:pt x="114" y="41"/>
                    <a:pt x="119" y="39"/>
                  </a:cubicBezTo>
                  <a:cubicBezTo>
                    <a:pt x="124" y="37"/>
                    <a:pt x="128" y="36"/>
                    <a:pt x="133" y="36"/>
                  </a:cubicBezTo>
                  <a:cubicBezTo>
                    <a:pt x="137" y="36"/>
                    <a:pt x="141" y="37"/>
                    <a:pt x="146" y="39"/>
                  </a:cubicBezTo>
                  <a:cubicBezTo>
                    <a:pt x="152" y="42"/>
                    <a:pt x="158" y="47"/>
                    <a:pt x="165" y="55"/>
                  </a:cubicBezTo>
                  <a:cubicBezTo>
                    <a:pt x="171" y="64"/>
                    <a:pt x="176" y="75"/>
                    <a:pt x="180" y="90"/>
                  </a:cubicBezTo>
                  <a:cubicBezTo>
                    <a:pt x="215" y="81"/>
                    <a:pt x="215" y="81"/>
                    <a:pt x="215" y="81"/>
                  </a:cubicBezTo>
                  <a:cubicBezTo>
                    <a:pt x="208" y="56"/>
                    <a:pt x="198" y="37"/>
                    <a:pt x="184" y="23"/>
                  </a:cubicBezTo>
                  <a:cubicBezTo>
                    <a:pt x="177" y="16"/>
                    <a:pt x="169" y="10"/>
                    <a:pt x="160" y="6"/>
                  </a:cubicBezTo>
                  <a:cubicBezTo>
                    <a:pt x="151" y="2"/>
                    <a:pt x="142" y="0"/>
                    <a:pt x="133" y="0"/>
                  </a:cubicBezTo>
                  <a:cubicBezTo>
                    <a:pt x="124" y="0"/>
                    <a:pt x="115" y="2"/>
                    <a:pt x="106" y="5"/>
                  </a:cubicBezTo>
                  <a:cubicBezTo>
                    <a:pt x="91" y="11"/>
                    <a:pt x="77" y="21"/>
                    <a:pt x="64" y="35"/>
                  </a:cubicBezTo>
                  <a:cubicBezTo>
                    <a:pt x="45" y="57"/>
                    <a:pt x="29" y="86"/>
                    <a:pt x="18" y="125"/>
                  </a:cubicBezTo>
                  <a:cubicBezTo>
                    <a:pt x="6" y="163"/>
                    <a:pt x="0" y="210"/>
                    <a:pt x="0" y="266"/>
                  </a:cubicBezTo>
                  <a:cubicBezTo>
                    <a:pt x="0" y="278"/>
                    <a:pt x="0" y="291"/>
                    <a:pt x="1" y="304"/>
                  </a:cubicBezTo>
                  <a:lnTo>
                    <a:pt x="37" y="302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"/>
            <p:cNvSpPr>
              <a:spLocks/>
            </p:cNvSpPr>
            <p:nvPr/>
          </p:nvSpPr>
          <p:spPr bwMode="auto">
            <a:xfrm>
              <a:off x="9609138" y="1214438"/>
              <a:ext cx="203200" cy="187325"/>
            </a:xfrm>
            <a:custGeom>
              <a:avLst/>
              <a:gdLst>
                <a:gd name="T0" fmla="*/ 0 w 128"/>
                <a:gd name="T1" fmla="*/ 35 h 118"/>
                <a:gd name="T2" fmla="*/ 128 w 128"/>
                <a:gd name="T3" fmla="*/ 0 h 118"/>
                <a:gd name="T4" fmla="*/ 92 w 128"/>
                <a:gd name="T5" fmla="*/ 118 h 118"/>
                <a:gd name="T6" fmla="*/ 0 w 128"/>
                <a:gd name="T7" fmla="*/ 3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8" h="118">
                  <a:moveTo>
                    <a:pt x="0" y="35"/>
                  </a:moveTo>
                  <a:lnTo>
                    <a:pt x="128" y="0"/>
                  </a:lnTo>
                  <a:lnTo>
                    <a:pt x="92" y="118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4"/>
            <p:cNvSpPr>
              <a:spLocks/>
            </p:cNvSpPr>
            <p:nvPr/>
          </p:nvSpPr>
          <p:spPr bwMode="auto">
            <a:xfrm>
              <a:off x="8853488" y="815975"/>
              <a:ext cx="920750" cy="1544638"/>
            </a:xfrm>
            <a:custGeom>
              <a:avLst/>
              <a:gdLst>
                <a:gd name="T0" fmla="*/ 45 w 245"/>
                <a:gd name="T1" fmla="*/ 406 h 411"/>
                <a:gd name="T2" fmla="*/ 36 w 245"/>
                <a:gd name="T3" fmla="*/ 268 h 411"/>
                <a:gd name="T4" fmla="*/ 45 w 245"/>
                <a:gd name="T5" fmla="*/ 159 h 411"/>
                <a:gd name="T6" fmla="*/ 60 w 245"/>
                <a:gd name="T7" fmla="*/ 101 h 411"/>
                <a:gd name="T8" fmla="*/ 91 w 245"/>
                <a:gd name="T9" fmla="*/ 50 h 411"/>
                <a:gd name="T10" fmla="*/ 107 w 245"/>
                <a:gd name="T11" fmla="*/ 39 h 411"/>
                <a:gd name="T12" fmla="*/ 123 w 245"/>
                <a:gd name="T13" fmla="*/ 36 h 411"/>
                <a:gd name="T14" fmla="*/ 144 w 245"/>
                <a:gd name="T15" fmla="*/ 41 h 411"/>
                <a:gd name="T16" fmla="*/ 179 w 245"/>
                <a:gd name="T17" fmla="*/ 70 h 411"/>
                <a:gd name="T18" fmla="*/ 211 w 245"/>
                <a:gd name="T19" fmla="*/ 127 h 411"/>
                <a:gd name="T20" fmla="*/ 245 w 245"/>
                <a:gd name="T21" fmla="*/ 112 h 411"/>
                <a:gd name="T22" fmla="*/ 191 w 245"/>
                <a:gd name="T23" fmla="*/ 31 h 411"/>
                <a:gd name="T24" fmla="*/ 159 w 245"/>
                <a:gd name="T25" fmla="*/ 8 h 411"/>
                <a:gd name="T26" fmla="*/ 123 w 245"/>
                <a:gd name="T27" fmla="*/ 0 h 411"/>
                <a:gd name="T28" fmla="*/ 96 w 245"/>
                <a:gd name="T29" fmla="*/ 5 h 411"/>
                <a:gd name="T30" fmla="*/ 56 w 245"/>
                <a:gd name="T31" fmla="*/ 35 h 411"/>
                <a:gd name="T32" fmla="*/ 15 w 245"/>
                <a:gd name="T33" fmla="*/ 124 h 411"/>
                <a:gd name="T34" fmla="*/ 0 w 245"/>
                <a:gd name="T35" fmla="*/ 268 h 411"/>
                <a:gd name="T36" fmla="*/ 9 w 245"/>
                <a:gd name="T37" fmla="*/ 411 h 411"/>
                <a:gd name="T38" fmla="*/ 45 w 245"/>
                <a:gd name="T39" fmla="*/ 406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45" h="411">
                  <a:moveTo>
                    <a:pt x="45" y="406"/>
                  </a:moveTo>
                  <a:cubicBezTo>
                    <a:pt x="39" y="355"/>
                    <a:pt x="36" y="309"/>
                    <a:pt x="36" y="268"/>
                  </a:cubicBezTo>
                  <a:cubicBezTo>
                    <a:pt x="36" y="226"/>
                    <a:pt x="39" y="189"/>
                    <a:pt x="45" y="159"/>
                  </a:cubicBezTo>
                  <a:cubicBezTo>
                    <a:pt x="49" y="136"/>
                    <a:pt x="54" y="117"/>
                    <a:pt x="60" y="101"/>
                  </a:cubicBezTo>
                  <a:cubicBezTo>
                    <a:pt x="69" y="77"/>
                    <a:pt x="80" y="60"/>
                    <a:pt x="91" y="50"/>
                  </a:cubicBezTo>
                  <a:cubicBezTo>
                    <a:pt x="97" y="45"/>
                    <a:pt x="102" y="42"/>
                    <a:pt x="107" y="39"/>
                  </a:cubicBezTo>
                  <a:cubicBezTo>
                    <a:pt x="112" y="37"/>
                    <a:pt x="118" y="36"/>
                    <a:pt x="123" y="36"/>
                  </a:cubicBezTo>
                  <a:cubicBezTo>
                    <a:pt x="129" y="36"/>
                    <a:pt x="136" y="38"/>
                    <a:pt x="144" y="41"/>
                  </a:cubicBezTo>
                  <a:cubicBezTo>
                    <a:pt x="155" y="46"/>
                    <a:pt x="167" y="56"/>
                    <a:pt x="179" y="70"/>
                  </a:cubicBezTo>
                  <a:cubicBezTo>
                    <a:pt x="190" y="84"/>
                    <a:pt x="202" y="103"/>
                    <a:pt x="211" y="127"/>
                  </a:cubicBezTo>
                  <a:cubicBezTo>
                    <a:pt x="245" y="112"/>
                    <a:pt x="245" y="112"/>
                    <a:pt x="245" y="112"/>
                  </a:cubicBezTo>
                  <a:cubicBezTo>
                    <a:pt x="230" y="78"/>
                    <a:pt x="212" y="51"/>
                    <a:pt x="191" y="31"/>
                  </a:cubicBezTo>
                  <a:cubicBezTo>
                    <a:pt x="181" y="22"/>
                    <a:pt x="170" y="14"/>
                    <a:pt x="159" y="8"/>
                  </a:cubicBezTo>
                  <a:cubicBezTo>
                    <a:pt x="147" y="3"/>
                    <a:pt x="135" y="0"/>
                    <a:pt x="123" y="0"/>
                  </a:cubicBezTo>
                  <a:cubicBezTo>
                    <a:pt x="114" y="0"/>
                    <a:pt x="105" y="2"/>
                    <a:pt x="96" y="5"/>
                  </a:cubicBezTo>
                  <a:cubicBezTo>
                    <a:pt x="81" y="10"/>
                    <a:pt x="68" y="21"/>
                    <a:pt x="56" y="35"/>
                  </a:cubicBezTo>
                  <a:cubicBezTo>
                    <a:pt x="39" y="56"/>
                    <a:pt x="25" y="85"/>
                    <a:pt x="15" y="124"/>
                  </a:cubicBezTo>
                  <a:cubicBezTo>
                    <a:pt x="6" y="162"/>
                    <a:pt x="0" y="210"/>
                    <a:pt x="0" y="268"/>
                  </a:cubicBezTo>
                  <a:cubicBezTo>
                    <a:pt x="0" y="310"/>
                    <a:pt x="3" y="358"/>
                    <a:pt x="9" y="411"/>
                  </a:cubicBezTo>
                  <a:lnTo>
                    <a:pt x="45" y="40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Rectangle 25"/>
            <p:cNvSpPr>
              <a:spLocks noChangeArrowheads="1"/>
            </p:cNvSpPr>
            <p:nvPr/>
          </p:nvSpPr>
          <p:spPr bwMode="auto">
            <a:xfrm>
              <a:off x="7140576" y="4502150"/>
              <a:ext cx="406400" cy="282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33"/>
            <p:cNvSpPr>
              <a:spLocks noChangeArrowheads="1"/>
            </p:cNvSpPr>
            <p:nvPr/>
          </p:nvSpPr>
          <p:spPr bwMode="auto">
            <a:xfrm>
              <a:off x="8275638" y="2608263"/>
              <a:ext cx="404813" cy="2825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Rectangle 36"/>
            <p:cNvSpPr>
              <a:spLocks noChangeArrowheads="1"/>
            </p:cNvSpPr>
            <p:nvPr/>
          </p:nvSpPr>
          <p:spPr bwMode="auto">
            <a:xfrm>
              <a:off x="7019926" y="3402013"/>
              <a:ext cx="458788" cy="3190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43"/>
            <p:cNvSpPr>
              <a:spLocks noChangeArrowheads="1"/>
            </p:cNvSpPr>
            <p:nvPr/>
          </p:nvSpPr>
          <p:spPr bwMode="auto">
            <a:xfrm>
              <a:off x="11123613" y="1739900"/>
              <a:ext cx="454025" cy="32067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7389806" y="4739240"/>
            <a:ext cx="3545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bg1"/>
                </a:solidFill>
                <a:latin typeface="+mj-lt"/>
              </a:rPr>
              <a:t>01</a:t>
            </a:r>
            <a:endParaRPr lang="en-US" sz="1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315057" y="3778199"/>
            <a:ext cx="3465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bg1"/>
                </a:solidFill>
                <a:latin typeface="+mj-lt"/>
              </a:rPr>
              <a:t>02</a:t>
            </a:r>
            <a:endParaRPr lang="en-US" sz="1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04204" y="3043342"/>
            <a:ext cx="3465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bg1"/>
                </a:solidFill>
                <a:latin typeface="+mj-lt"/>
              </a:rPr>
              <a:t>03</a:t>
            </a:r>
            <a:endParaRPr lang="en-US" sz="1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940100" y="2288136"/>
            <a:ext cx="3497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bg1"/>
                </a:solidFill>
                <a:latin typeface="+mj-lt"/>
              </a:rPr>
              <a:t>04</a:t>
            </a:r>
            <a:endParaRPr lang="en-US" sz="1000" b="1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59" name="Group 58"/>
          <p:cNvGrpSpPr/>
          <p:nvPr/>
        </p:nvGrpSpPr>
        <p:grpSpPr>
          <a:xfrm>
            <a:off x="9971982" y="2645147"/>
            <a:ext cx="697646" cy="616705"/>
            <a:chOff x="-1587" y="65088"/>
            <a:chExt cx="862013" cy="762000"/>
          </a:xfrm>
          <a:solidFill>
            <a:schemeClr val="bg1"/>
          </a:solidFill>
        </p:grpSpPr>
        <p:sp>
          <p:nvSpPr>
            <p:cNvPr id="60" name="Freeform 42"/>
            <p:cNvSpPr>
              <a:spLocks noEditPoints="1"/>
            </p:cNvSpPr>
            <p:nvPr/>
          </p:nvSpPr>
          <p:spPr bwMode="auto">
            <a:xfrm>
              <a:off x="255588" y="65088"/>
              <a:ext cx="604838" cy="762000"/>
            </a:xfrm>
            <a:custGeom>
              <a:avLst/>
              <a:gdLst>
                <a:gd name="T0" fmla="*/ 96 w 178"/>
                <a:gd name="T1" fmla="*/ 16 h 224"/>
                <a:gd name="T2" fmla="*/ 96 w 178"/>
                <a:gd name="T3" fmla="*/ 16 h 224"/>
                <a:gd name="T4" fmla="*/ 94 w 178"/>
                <a:gd name="T5" fmla="*/ 16 h 224"/>
                <a:gd name="T6" fmla="*/ 86 w 178"/>
                <a:gd name="T7" fmla="*/ 76 h 224"/>
                <a:gd name="T8" fmla="*/ 133 w 178"/>
                <a:gd name="T9" fmla="*/ 76 h 224"/>
                <a:gd name="T10" fmla="*/ 162 w 178"/>
                <a:gd name="T11" fmla="*/ 106 h 224"/>
                <a:gd name="T12" fmla="*/ 154 w 178"/>
                <a:gd name="T13" fmla="*/ 179 h 224"/>
                <a:gd name="T14" fmla="*/ 125 w 178"/>
                <a:gd name="T15" fmla="*/ 208 h 224"/>
                <a:gd name="T16" fmla="*/ 44 w 178"/>
                <a:gd name="T17" fmla="*/ 208 h 224"/>
                <a:gd name="T18" fmla="*/ 16 w 178"/>
                <a:gd name="T19" fmla="*/ 179 h 224"/>
                <a:gd name="T20" fmla="*/ 16 w 178"/>
                <a:gd name="T21" fmla="*/ 106 h 224"/>
                <a:gd name="T22" fmla="*/ 75 w 178"/>
                <a:gd name="T23" fmla="*/ 20 h 224"/>
                <a:gd name="T24" fmla="*/ 94 w 178"/>
                <a:gd name="T25" fmla="*/ 16 h 224"/>
                <a:gd name="T26" fmla="*/ 94 w 178"/>
                <a:gd name="T27" fmla="*/ 0 h 224"/>
                <a:gd name="T28" fmla="*/ 94 w 178"/>
                <a:gd name="T29" fmla="*/ 0 h 224"/>
                <a:gd name="T30" fmla="*/ 94 w 178"/>
                <a:gd name="T31" fmla="*/ 0 h 224"/>
                <a:gd name="T32" fmla="*/ 69 w 178"/>
                <a:gd name="T33" fmla="*/ 5 h 224"/>
                <a:gd name="T34" fmla="*/ 28 w 178"/>
                <a:gd name="T35" fmla="*/ 49 h 224"/>
                <a:gd name="T36" fmla="*/ 0 w 178"/>
                <a:gd name="T37" fmla="*/ 106 h 224"/>
                <a:gd name="T38" fmla="*/ 0 w 178"/>
                <a:gd name="T39" fmla="*/ 179 h 224"/>
                <a:gd name="T40" fmla="*/ 44 w 178"/>
                <a:gd name="T41" fmla="*/ 224 h 224"/>
                <a:gd name="T42" fmla="*/ 125 w 178"/>
                <a:gd name="T43" fmla="*/ 224 h 224"/>
                <a:gd name="T44" fmla="*/ 170 w 178"/>
                <a:gd name="T45" fmla="*/ 180 h 224"/>
                <a:gd name="T46" fmla="*/ 178 w 178"/>
                <a:gd name="T47" fmla="*/ 107 h 224"/>
                <a:gd name="T48" fmla="*/ 178 w 178"/>
                <a:gd name="T49" fmla="*/ 106 h 224"/>
                <a:gd name="T50" fmla="*/ 133 w 178"/>
                <a:gd name="T51" fmla="*/ 60 h 224"/>
                <a:gd name="T52" fmla="*/ 105 w 178"/>
                <a:gd name="T53" fmla="*/ 60 h 224"/>
                <a:gd name="T54" fmla="*/ 110 w 178"/>
                <a:gd name="T55" fmla="*/ 19 h 224"/>
                <a:gd name="T56" fmla="*/ 110 w 178"/>
                <a:gd name="T57" fmla="*/ 16 h 224"/>
                <a:gd name="T58" fmla="*/ 94 w 178"/>
                <a:gd name="T59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78" h="224">
                  <a:moveTo>
                    <a:pt x="96" y="16"/>
                  </a:moveTo>
                  <a:cubicBezTo>
                    <a:pt x="96" y="16"/>
                    <a:pt x="96" y="16"/>
                    <a:pt x="96" y="16"/>
                  </a:cubicBezTo>
                  <a:moveTo>
                    <a:pt x="94" y="16"/>
                  </a:moveTo>
                  <a:cubicBezTo>
                    <a:pt x="86" y="76"/>
                    <a:pt x="86" y="76"/>
                    <a:pt x="86" y="76"/>
                  </a:cubicBezTo>
                  <a:cubicBezTo>
                    <a:pt x="133" y="76"/>
                    <a:pt x="133" y="76"/>
                    <a:pt x="133" y="76"/>
                  </a:cubicBezTo>
                  <a:cubicBezTo>
                    <a:pt x="149" y="76"/>
                    <a:pt x="162" y="89"/>
                    <a:pt x="162" y="106"/>
                  </a:cubicBezTo>
                  <a:cubicBezTo>
                    <a:pt x="154" y="179"/>
                    <a:pt x="154" y="179"/>
                    <a:pt x="154" y="179"/>
                  </a:cubicBezTo>
                  <a:cubicBezTo>
                    <a:pt x="154" y="195"/>
                    <a:pt x="141" y="208"/>
                    <a:pt x="125" y="208"/>
                  </a:cubicBezTo>
                  <a:cubicBezTo>
                    <a:pt x="44" y="208"/>
                    <a:pt x="44" y="208"/>
                    <a:pt x="44" y="208"/>
                  </a:cubicBezTo>
                  <a:cubicBezTo>
                    <a:pt x="28" y="208"/>
                    <a:pt x="16" y="195"/>
                    <a:pt x="16" y="179"/>
                  </a:cubicBezTo>
                  <a:cubicBezTo>
                    <a:pt x="16" y="106"/>
                    <a:pt x="16" y="106"/>
                    <a:pt x="16" y="106"/>
                  </a:cubicBezTo>
                  <a:cubicBezTo>
                    <a:pt x="16" y="90"/>
                    <a:pt x="63" y="24"/>
                    <a:pt x="75" y="20"/>
                  </a:cubicBezTo>
                  <a:cubicBezTo>
                    <a:pt x="87" y="16"/>
                    <a:pt x="94" y="16"/>
                    <a:pt x="94" y="16"/>
                  </a:cubicBezTo>
                  <a:moveTo>
                    <a:pt x="94" y="0"/>
                  </a:moveTo>
                  <a:cubicBezTo>
                    <a:pt x="94" y="0"/>
                    <a:pt x="94" y="0"/>
                    <a:pt x="94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2" y="0"/>
                    <a:pt x="83" y="1"/>
                    <a:pt x="69" y="5"/>
                  </a:cubicBezTo>
                  <a:cubicBezTo>
                    <a:pt x="60" y="8"/>
                    <a:pt x="46" y="23"/>
                    <a:pt x="28" y="49"/>
                  </a:cubicBezTo>
                  <a:cubicBezTo>
                    <a:pt x="9" y="75"/>
                    <a:pt x="0" y="95"/>
                    <a:pt x="0" y="106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204"/>
                    <a:pt x="19" y="224"/>
                    <a:pt x="44" y="224"/>
                  </a:cubicBezTo>
                  <a:cubicBezTo>
                    <a:pt x="125" y="224"/>
                    <a:pt x="125" y="224"/>
                    <a:pt x="125" y="224"/>
                  </a:cubicBezTo>
                  <a:cubicBezTo>
                    <a:pt x="149" y="224"/>
                    <a:pt x="169" y="204"/>
                    <a:pt x="170" y="180"/>
                  </a:cubicBezTo>
                  <a:cubicBezTo>
                    <a:pt x="178" y="107"/>
                    <a:pt x="178" y="107"/>
                    <a:pt x="178" y="107"/>
                  </a:cubicBezTo>
                  <a:cubicBezTo>
                    <a:pt x="178" y="107"/>
                    <a:pt x="178" y="106"/>
                    <a:pt x="178" y="106"/>
                  </a:cubicBezTo>
                  <a:cubicBezTo>
                    <a:pt x="178" y="81"/>
                    <a:pt x="158" y="60"/>
                    <a:pt x="133" y="60"/>
                  </a:cubicBezTo>
                  <a:cubicBezTo>
                    <a:pt x="105" y="60"/>
                    <a:pt x="105" y="60"/>
                    <a:pt x="105" y="60"/>
                  </a:cubicBezTo>
                  <a:cubicBezTo>
                    <a:pt x="110" y="19"/>
                    <a:pt x="110" y="19"/>
                    <a:pt x="110" y="19"/>
                  </a:cubicBezTo>
                  <a:cubicBezTo>
                    <a:pt x="110" y="18"/>
                    <a:pt x="110" y="17"/>
                    <a:pt x="110" y="16"/>
                  </a:cubicBezTo>
                  <a:cubicBezTo>
                    <a:pt x="110" y="7"/>
                    <a:pt x="103" y="0"/>
                    <a:pt x="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43"/>
            <p:cNvSpPr>
              <a:spLocks/>
            </p:cNvSpPr>
            <p:nvPr/>
          </p:nvSpPr>
          <p:spPr bwMode="auto">
            <a:xfrm>
              <a:off x="419101" y="582613"/>
              <a:ext cx="315913" cy="163513"/>
            </a:xfrm>
            <a:custGeom>
              <a:avLst/>
              <a:gdLst>
                <a:gd name="T0" fmla="*/ 67 w 93"/>
                <a:gd name="T1" fmla="*/ 48 h 48"/>
                <a:gd name="T2" fmla="*/ 4 w 93"/>
                <a:gd name="T3" fmla="*/ 48 h 48"/>
                <a:gd name="T4" fmla="*/ 0 w 93"/>
                <a:gd name="T5" fmla="*/ 44 h 48"/>
                <a:gd name="T6" fmla="*/ 4 w 93"/>
                <a:gd name="T7" fmla="*/ 40 h 48"/>
                <a:gd name="T8" fmla="*/ 67 w 93"/>
                <a:gd name="T9" fmla="*/ 40 h 48"/>
                <a:gd name="T10" fmla="*/ 84 w 93"/>
                <a:gd name="T11" fmla="*/ 23 h 48"/>
                <a:gd name="T12" fmla="*/ 85 w 93"/>
                <a:gd name="T13" fmla="*/ 4 h 48"/>
                <a:gd name="T14" fmla="*/ 89 w 93"/>
                <a:gd name="T15" fmla="*/ 0 h 48"/>
                <a:gd name="T16" fmla="*/ 93 w 93"/>
                <a:gd name="T17" fmla="*/ 4 h 48"/>
                <a:gd name="T18" fmla="*/ 92 w 93"/>
                <a:gd name="T19" fmla="*/ 23 h 48"/>
                <a:gd name="T20" fmla="*/ 67 w 93"/>
                <a:gd name="T21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3" h="48">
                  <a:moveTo>
                    <a:pt x="67" y="48"/>
                  </a:moveTo>
                  <a:cubicBezTo>
                    <a:pt x="4" y="48"/>
                    <a:pt x="4" y="48"/>
                    <a:pt x="4" y="48"/>
                  </a:cubicBezTo>
                  <a:cubicBezTo>
                    <a:pt x="2" y="48"/>
                    <a:pt x="0" y="46"/>
                    <a:pt x="0" y="44"/>
                  </a:cubicBezTo>
                  <a:cubicBezTo>
                    <a:pt x="0" y="42"/>
                    <a:pt x="2" y="40"/>
                    <a:pt x="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76" y="40"/>
                    <a:pt x="84" y="32"/>
                    <a:pt x="84" y="23"/>
                  </a:cubicBezTo>
                  <a:cubicBezTo>
                    <a:pt x="85" y="4"/>
                    <a:pt x="85" y="4"/>
                    <a:pt x="85" y="4"/>
                  </a:cubicBezTo>
                  <a:cubicBezTo>
                    <a:pt x="85" y="2"/>
                    <a:pt x="87" y="0"/>
                    <a:pt x="89" y="0"/>
                  </a:cubicBezTo>
                  <a:cubicBezTo>
                    <a:pt x="91" y="0"/>
                    <a:pt x="93" y="2"/>
                    <a:pt x="93" y="4"/>
                  </a:cubicBezTo>
                  <a:cubicBezTo>
                    <a:pt x="92" y="23"/>
                    <a:pt x="92" y="23"/>
                    <a:pt x="92" y="23"/>
                  </a:cubicBezTo>
                  <a:cubicBezTo>
                    <a:pt x="92" y="37"/>
                    <a:pt x="81" y="48"/>
                    <a:pt x="67" y="4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44"/>
            <p:cNvSpPr>
              <a:spLocks/>
            </p:cNvSpPr>
            <p:nvPr/>
          </p:nvSpPr>
          <p:spPr bwMode="auto">
            <a:xfrm>
              <a:off x="714376" y="500063"/>
              <a:ext cx="33338" cy="58738"/>
            </a:xfrm>
            <a:custGeom>
              <a:avLst/>
              <a:gdLst>
                <a:gd name="T0" fmla="*/ 5 w 10"/>
                <a:gd name="T1" fmla="*/ 17 h 17"/>
                <a:gd name="T2" fmla="*/ 4 w 10"/>
                <a:gd name="T3" fmla="*/ 17 h 17"/>
                <a:gd name="T4" fmla="*/ 1 w 10"/>
                <a:gd name="T5" fmla="*/ 12 h 17"/>
                <a:gd name="T6" fmla="*/ 2 w 10"/>
                <a:gd name="T7" fmla="*/ 4 h 17"/>
                <a:gd name="T8" fmla="*/ 6 w 10"/>
                <a:gd name="T9" fmla="*/ 0 h 17"/>
                <a:gd name="T10" fmla="*/ 10 w 10"/>
                <a:gd name="T11" fmla="*/ 4 h 17"/>
                <a:gd name="T12" fmla="*/ 9 w 10"/>
                <a:gd name="T13" fmla="*/ 13 h 17"/>
                <a:gd name="T14" fmla="*/ 5 w 10"/>
                <a:gd name="T1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17">
                  <a:moveTo>
                    <a:pt x="5" y="17"/>
                  </a:moveTo>
                  <a:cubicBezTo>
                    <a:pt x="5" y="17"/>
                    <a:pt x="4" y="17"/>
                    <a:pt x="4" y="17"/>
                  </a:cubicBezTo>
                  <a:cubicBezTo>
                    <a:pt x="2" y="16"/>
                    <a:pt x="0" y="14"/>
                    <a:pt x="1" y="12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1"/>
                    <a:pt x="4" y="0"/>
                    <a:pt x="6" y="0"/>
                  </a:cubicBezTo>
                  <a:cubicBezTo>
                    <a:pt x="8" y="0"/>
                    <a:pt x="10" y="2"/>
                    <a:pt x="10" y="4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8" y="15"/>
                    <a:pt x="7" y="17"/>
                    <a:pt x="5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45"/>
            <p:cNvSpPr>
              <a:spLocks noEditPoints="1"/>
            </p:cNvSpPr>
            <p:nvPr/>
          </p:nvSpPr>
          <p:spPr bwMode="auto">
            <a:xfrm>
              <a:off x="-1587" y="350838"/>
              <a:ext cx="312738" cy="449263"/>
            </a:xfrm>
            <a:custGeom>
              <a:avLst/>
              <a:gdLst>
                <a:gd name="T0" fmla="*/ 66 w 92"/>
                <a:gd name="T1" fmla="*/ 16 h 132"/>
                <a:gd name="T2" fmla="*/ 76 w 92"/>
                <a:gd name="T3" fmla="*/ 30 h 132"/>
                <a:gd name="T4" fmla="*/ 76 w 92"/>
                <a:gd name="T5" fmla="*/ 102 h 132"/>
                <a:gd name="T6" fmla="*/ 66 w 92"/>
                <a:gd name="T7" fmla="*/ 116 h 132"/>
                <a:gd name="T8" fmla="*/ 32 w 92"/>
                <a:gd name="T9" fmla="*/ 116 h 132"/>
                <a:gd name="T10" fmla="*/ 16 w 92"/>
                <a:gd name="T11" fmla="*/ 102 h 132"/>
                <a:gd name="T12" fmla="*/ 16 w 92"/>
                <a:gd name="T13" fmla="*/ 30 h 132"/>
                <a:gd name="T14" fmla="*/ 32 w 92"/>
                <a:gd name="T15" fmla="*/ 16 h 132"/>
                <a:gd name="T16" fmla="*/ 64 w 92"/>
                <a:gd name="T17" fmla="*/ 16 h 132"/>
                <a:gd name="T18" fmla="*/ 66 w 92"/>
                <a:gd name="T19" fmla="*/ 0 h 132"/>
                <a:gd name="T20" fmla="*/ 32 w 92"/>
                <a:gd name="T21" fmla="*/ 0 h 132"/>
                <a:gd name="T22" fmla="*/ 0 w 92"/>
                <a:gd name="T23" fmla="*/ 30 h 132"/>
                <a:gd name="T24" fmla="*/ 0 w 92"/>
                <a:gd name="T25" fmla="*/ 102 h 132"/>
                <a:gd name="T26" fmla="*/ 32 w 92"/>
                <a:gd name="T27" fmla="*/ 132 h 132"/>
                <a:gd name="T28" fmla="*/ 66 w 92"/>
                <a:gd name="T29" fmla="*/ 132 h 132"/>
                <a:gd name="T30" fmla="*/ 92 w 92"/>
                <a:gd name="T31" fmla="*/ 102 h 132"/>
                <a:gd name="T32" fmla="*/ 92 w 92"/>
                <a:gd name="T33" fmla="*/ 30 h 132"/>
                <a:gd name="T34" fmla="*/ 66 w 92"/>
                <a:gd name="T35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2" h="132">
                  <a:moveTo>
                    <a:pt x="66" y="16"/>
                  </a:moveTo>
                  <a:cubicBezTo>
                    <a:pt x="73" y="16"/>
                    <a:pt x="76" y="23"/>
                    <a:pt x="76" y="30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6" y="110"/>
                    <a:pt x="73" y="116"/>
                    <a:pt x="66" y="116"/>
                  </a:cubicBezTo>
                  <a:cubicBezTo>
                    <a:pt x="32" y="116"/>
                    <a:pt x="32" y="116"/>
                    <a:pt x="32" y="116"/>
                  </a:cubicBezTo>
                  <a:cubicBezTo>
                    <a:pt x="24" y="116"/>
                    <a:pt x="16" y="110"/>
                    <a:pt x="16" y="102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23"/>
                    <a:pt x="24" y="16"/>
                    <a:pt x="32" y="16"/>
                  </a:cubicBezTo>
                  <a:cubicBezTo>
                    <a:pt x="64" y="16"/>
                    <a:pt x="64" y="16"/>
                    <a:pt x="64" y="16"/>
                  </a:cubicBezTo>
                  <a:moveTo>
                    <a:pt x="66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5" y="0"/>
                    <a:pt x="0" y="14"/>
                    <a:pt x="0" y="30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19"/>
                    <a:pt x="15" y="132"/>
                    <a:pt x="32" y="132"/>
                  </a:cubicBezTo>
                  <a:cubicBezTo>
                    <a:pt x="66" y="132"/>
                    <a:pt x="66" y="132"/>
                    <a:pt x="66" y="132"/>
                  </a:cubicBezTo>
                  <a:cubicBezTo>
                    <a:pt x="78" y="132"/>
                    <a:pt x="92" y="124"/>
                    <a:pt x="92" y="102"/>
                  </a:cubicBezTo>
                  <a:cubicBezTo>
                    <a:pt x="92" y="30"/>
                    <a:pt x="92" y="30"/>
                    <a:pt x="92" y="30"/>
                  </a:cubicBezTo>
                  <a:cubicBezTo>
                    <a:pt x="92" y="8"/>
                    <a:pt x="78" y="0"/>
                    <a:pt x="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46"/>
            <p:cNvSpPr>
              <a:spLocks/>
            </p:cNvSpPr>
            <p:nvPr/>
          </p:nvSpPr>
          <p:spPr bwMode="auto">
            <a:xfrm>
              <a:off x="106363" y="623888"/>
              <a:ext cx="109538" cy="134938"/>
            </a:xfrm>
            <a:custGeom>
              <a:avLst/>
              <a:gdLst>
                <a:gd name="T0" fmla="*/ 28 w 32"/>
                <a:gd name="T1" fmla="*/ 40 h 40"/>
                <a:gd name="T2" fmla="*/ 24 w 32"/>
                <a:gd name="T3" fmla="*/ 36 h 40"/>
                <a:gd name="T4" fmla="*/ 24 w 32"/>
                <a:gd name="T5" fmla="*/ 14 h 40"/>
                <a:gd name="T6" fmla="*/ 16 w 32"/>
                <a:gd name="T7" fmla="*/ 8 h 40"/>
                <a:gd name="T8" fmla="*/ 8 w 32"/>
                <a:gd name="T9" fmla="*/ 14 h 40"/>
                <a:gd name="T10" fmla="*/ 8 w 32"/>
                <a:gd name="T11" fmla="*/ 36 h 40"/>
                <a:gd name="T12" fmla="*/ 4 w 32"/>
                <a:gd name="T13" fmla="*/ 40 h 40"/>
                <a:gd name="T14" fmla="*/ 0 w 32"/>
                <a:gd name="T15" fmla="*/ 36 h 40"/>
                <a:gd name="T16" fmla="*/ 0 w 32"/>
                <a:gd name="T17" fmla="*/ 14 h 40"/>
                <a:gd name="T18" fmla="*/ 16 w 32"/>
                <a:gd name="T19" fmla="*/ 0 h 40"/>
                <a:gd name="T20" fmla="*/ 32 w 32"/>
                <a:gd name="T21" fmla="*/ 14 h 40"/>
                <a:gd name="T22" fmla="*/ 32 w 32"/>
                <a:gd name="T23" fmla="*/ 36 h 40"/>
                <a:gd name="T24" fmla="*/ 28 w 32"/>
                <a:gd name="T2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40">
                  <a:moveTo>
                    <a:pt x="28" y="40"/>
                  </a:moveTo>
                  <a:cubicBezTo>
                    <a:pt x="26" y="40"/>
                    <a:pt x="24" y="38"/>
                    <a:pt x="24" y="36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4" y="11"/>
                    <a:pt x="20" y="8"/>
                    <a:pt x="16" y="8"/>
                  </a:cubicBezTo>
                  <a:cubicBezTo>
                    <a:pt x="12" y="8"/>
                    <a:pt x="8" y="11"/>
                    <a:pt x="8" y="14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8" y="38"/>
                    <a:pt x="6" y="40"/>
                    <a:pt x="4" y="40"/>
                  </a:cubicBezTo>
                  <a:cubicBezTo>
                    <a:pt x="2" y="40"/>
                    <a:pt x="0" y="38"/>
                    <a:pt x="0" y="36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5" y="0"/>
                    <a:pt x="32" y="7"/>
                    <a:pt x="32" y="14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2" y="38"/>
                    <a:pt x="30" y="40"/>
                    <a:pt x="28" y="4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47"/>
            <p:cNvSpPr>
              <a:spLocks/>
            </p:cNvSpPr>
            <p:nvPr/>
          </p:nvSpPr>
          <p:spPr bwMode="auto">
            <a:xfrm>
              <a:off x="147638" y="677863"/>
              <a:ext cx="26988" cy="53975"/>
            </a:xfrm>
            <a:custGeom>
              <a:avLst/>
              <a:gdLst>
                <a:gd name="T0" fmla="*/ 4 w 8"/>
                <a:gd name="T1" fmla="*/ 16 h 16"/>
                <a:gd name="T2" fmla="*/ 0 w 8"/>
                <a:gd name="T3" fmla="*/ 12 h 16"/>
                <a:gd name="T4" fmla="*/ 0 w 8"/>
                <a:gd name="T5" fmla="*/ 4 h 16"/>
                <a:gd name="T6" fmla="*/ 4 w 8"/>
                <a:gd name="T7" fmla="*/ 0 h 16"/>
                <a:gd name="T8" fmla="*/ 8 w 8"/>
                <a:gd name="T9" fmla="*/ 4 h 16"/>
                <a:gd name="T10" fmla="*/ 8 w 8"/>
                <a:gd name="T11" fmla="*/ 12 h 16"/>
                <a:gd name="T12" fmla="*/ 4 w 8"/>
                <a:gd name="T1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16">
                  <a:moveTo>
                    <a:pt x="4" y="16"/>
                  </a:moveTo>
                  <a:cubicBezTo>
                    <a:pt x="2" y="16"/>
                    <a:pt x="0" y="14"/>
                    <a:pt x="0" y="1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8" y="14"/>
                    <a:pt x="6" y="16"/>
                    <a:pt x="4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7941474" y="4107867"/>
            <a:ext cx="653755" cy="616708"/>
            <a:chOff x="3719513" y="36513"/>
            <a:chExt cx="868363" cy="819150"/>
          </a:xfrm>
          <a:solidFill>
            <a:schemeClr val="bg1"/>
          </a:solidFill>
        </p:grpSpPr>
        <p:sp>
          <p:nvSpPr>
            <p:cNvPr id="67" name="Freeform 66"/>
            <p:cNvSpPr>
              <a:spLocks noEditPoints="1"/>
            </p:cNvSpPr>
            <p:nvPr/>
          </p:nvSpPr>
          <p:spPr bwMode="auto">
            <a:xfrm>
              <a:off x="3719513" y="36513"/>
              <a:ext cx="868363" cy="819150"/>
            </a:xfrm>
            <a:custGeom>
              <a:avLst/>
              <a:gdLst>
                <a:gd name="T0" fmla="*/ 173 w 256"/>
                <a:gd name="T1" fmla="*/ 16 h 240"/>
                <a:gd name="T2" fmla="*/ 240 w 256"/>
                <a:gd name="T3" fmla="*/ 79 h 240"/>
                <a:gd name="T4" fmla="*/ 232 w 256"/>
                <a:gd name="T5" fmla="*/ 110 h 240"/>
                <a:gd name="T6" fmla="*/ 128 w 256"/>
                <a:gd name="T7" fmla="*/ 224 h 240"/>
                <a:gd name="T8" fmla="*/ 24 w 256"/>
                <a:gd name="T9" fmla="*/ 110 h 240"/>
                <a:gd name="T10" fmla="*/ 16 w 256"/>
                <a:gd name="T11" fmla="*/ 79 h 240"/>
                <a:gd name="T12" fmla="*/ 83 w 256"/>
                <a:gd name="T13" fmla="*/ 16 h 240"/>
                <a:gd name="T14" fmla="*/ 128 w 256"/>
                <a:gd name="T15" fmla="*/ 50 h 240"/>
                <a:gd name="T16" fmla="*/ 173 w 256"/>
                <a:gd name="T17" fmla="*/ 16 h 240"/>
                <a:gd name="T18" fmla="*/ 173 w 256"/>
                <a:gd name="T19" fmla="*/ 0 h 240"/>
                <a:gd name="T20" fmla="*/ 128 w 256"/>
                <a:gd name="T21" fmla="*/ 20 h 240"/>
                <a:gd name="T22" fmla="*/ 83 w 256"/>
                <a:gd name="T23" fmla="*/ 0 h 240"/>
                <a:gd name="T24" fmla="*/ 0 w 256"/>
                <a:gd name="T25" fmla="*/ 79 h 240"/>
                <a:gd name="T26" fmla="*/ 11 w 256"/>
                <a:gd name="T27" fmla="*/ 119 h 240"/>
                <a:gd name="T28" fmla="*/ 117 w 256"/>
                <a:gd name="T29" fmla="*/ 236 h 240"/>
                <a:gd name="T30" fmla="*/ 128 w 256"/>
                <a:gd name="T31" fmla="*/ 240 h 240"/>
                <a:gd name="T32" fmla="*/ 139 w 256"/>
                <a:gd name="T33" fmla="*/ 236 h 240"/>
                <a:gd name="T34" fmla="*/ 245 w 256"/>
                <a:gd name="T35" fmla="*/ 119 h 240"/>
                <a:gd name="T36" fmla="*/ 256 w 256"/>
                <a:gd name="T37" fmla="*/ 79 h 240"/>
                <a:gd name="T38" fmla="*/ 173 w 256"/>
                <a:gd name="T39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6" h="240">
                  <a:moveTo>
                    <a:pt x="173" y="16"/>
                  </a:moveTo>
                  <a:cubicBezTo>
                    <a:pt x="210" y="16"/>
                    <a:pt x="240" y="45"/>
                    <a:pt x="240" y="79"/>
                  </a:cubicBezTo>
                  <a:cubicBezTo>
                    <a:pt x="240" y="89"/>
                    <a:pt x="237" y="103"/>
                    <a:pt x="232" y="110"/>
                  </a:cubicBezTo>
                  <a:cubicBezTo>
                    <a:pt x="208" y="144"/>
                    <a:pt x="128" y="224"/>
                    <a:pt x="128" y="224"/>
                  </a:cubicBezTo>
                  <a:cubicBezTo>
                    <a:pt x="128" y="224"/>
                    <a:pt x="48" y="144"/>
                    <a:pt x="24" y="110"/>
                  </a:cubicBezTo>
                  <a:cubicBezTo>
                    <a:pt x="19" y="103"/>
                    <a:pt x="16" y="89"/>
                    <a:pt x="16" y="79"/>
                  </a:cubicBezTo>
                  <a:cubicBezTo>
                    <a:pt x="16" y="45"/>
                    <a:pt x="46" y="16"/>
                    <a:pt x="83" y="16"/>
                  </a:cubicBezTo>
                  <a:cubicBezTo>
                    <a:pt x="109" y="16"/>
                    <a:pt x="117" y="30"/>
                    <a:pt x="128" y="50"/>
                  </a:cubicBezTo>
                  <a:cubicBezTo>
                    <a:pt x="139" y="30"/>
                    <a:pt x="147" y="16"/>
                    <a:pt x="173" y="16"/>
                  </a:cubicBezTo>
                  <a:moveTo>
                    <a:pt x="173" y="0"/>
                  </a:moveTo>
                  <a:cubicBezTo>
                    <a:pt x="150" y="0"/>
                    <a:pt x="137" y="9"/>
                    <a:pt x="128" y="20"/>
                  </a:cubicBezTo>
                  <a:cubicBezTo>
                    <a:pt x="118" y="9"/>
                    <a:pt x="105" y="0"/>
                    <a:pt x="83" y="0"/>
                  </a:cubicBezTo>
                  <a:cubicBezTo>
                    <a:pt x="37" y="0"/>
                    <a:pt x="0" y="36"/>
                    <a:pt x="0" y="79"/>
                  </a:cubicBezTo>
                  <a:cubicBezTo>
                    <a:pt x="0" y="91"/>
                    <a:pt x="3" y="109"/>
                    <a:pt x="11" y="119"/>
                  </a:cubicBezTo>
                  <a:cubicBezTo>
                    <a:pt x="35" y="154"/>
                    <a:pt x="113" y="232"/>
                    <a:pt x="117" y="236"/>
                  </a:cubicBezTo>
                  <a:cubicBezTo>
                    <a:pt x="120" y="239"/>
                    <a:pt x="124" y="240"/>
                    <a:pt x="128" y="240"/>
                  </a:cubicBezTo>
                  <a:cubicBezTo>
                    <a:pt x="132" y="240"/>
                    <a:pt x="136" y="239"/>
                    <a:pt x="139" y="236"/>
                  </a:cubicBezTo>
                  <a:cubicBezTo>
                    <a:pt x="143" y="232"/>
                    <a:pt x="220" y="154"/>
                    <a:pt x="245" y="119"/>
                  </a:cubicBezTo>
                  <a:cubicBezTo>
                    <a:pt x="253" y="109"/>
                    <a:pt x="256" y="91"/>
                    <a:pt x="256" y="79"/>
                  </a:cubicBezTo>
                  <a:cubicBezTo>
                    <a:pt x="256" y="36"/>
                    <a:pt x="219" y="0"/>
                    <a:pt x="1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67"/>
            <p:cNvSpPr>
              <a:spLocks noEditPoints="1"/>
            </p:cNvSpPr>
            <p:nvPr/>
          </p:nvSpPr>
          <p:spPr bwMode="auto">
            <a:xfrm>
              <a:off x="4271963" y="146050"/>
              <a:ext cx="193675" cy="354013"/>
            </a:xfrm>
            <a:custGeom>
              <a:avLst/>
              <a:gdLst>
                <a:gd name="T0" fmla="*/ 25 w 57"/>
                <a:gd name="T1" fmla="*/ 104 h 104"/>
                <a:gd name="T2" fmla="*/ 22 w 57"/>
                <a:gd name="T3" fmla="*/ 103 h 104"/>
                <a:gd name="T4" fmla="*/ 22 w 57"/>
                <a:gd name="T5" fmla="*/ 97 h 104"/>
                <a:gd name="T6" fmla="*/ 44 w 57"/>
                <a:gd name="T7" fmla="*/ 71 h 104"/>
                <a:gd name="T8" fmla="*/ 49 w 57"/>
                <a:gd name="T9" fmla="*/ 51 h 104"/>
                <a:gd name="T10" fmla="*/ 39 w 57"/>
                <a:gd name="T11" fmla="*/ 24 h 104"/>
                <a:gd name="T12" fmla="*/ 39 w 57"/>
                <a:gd name="T13" fmla="*/ 19 h 104"/>
                <a:gd name="T14" fmla="*/ 45 w 57"/>
                <a:gd name="T15" fmla="*/ 19 h 104"/>
                <a:gd name="T16" fmla="*/ 57 w 57"/>
                <a:gd name="T17" fmla="*/ 51 h 104"/>
                <a:gd name="T18" fmla="*/ 50 w 57"/>
                <a:gd name="T19" fmla="*/ 75 h 104"/>
                <a:gd name="T20" fmla="*/ 28 w 57"/>
                <a:gd name="T21" fmla="*/ 102 h 104"/>
                <a:gd name="T22" fmla="*/ 25 w 57"/>
                <a:gd name="T23" fmla="*/ 104 h 104"/>
                <a:gd name="T24" fmla="*/ 25 w 57"/>
                <a:gd name="T25" fmla="*/ 13 h 104"/>
                <a:gd name="T26" fmla="*/ 24 w 57"/>
                <a:gd name="T27" fmla="*/ 13 h 104"/>
                <a:gd name="T28" fmla="*/ 4 w 57"/>
                <a:gd name="T29" fmla="*/ 8 h 104"/>
                <a:gd name="T30" fmla="*/ 0 w 57"/>
                <a:gd name="T31" fmla="*/ 4 h 104"/>
                <a:gd name="T32" fmla="*/ 4 w 57"/>
                <a:gd name="T33" fmla="*/ 0 h 104"/>
                <a:gd name="T34" fmla="*/ 27 w 57"/>
                <a:gd name="T35" fmla="*/ 5 h 104"/>
                <a:gd name="T36" fmla="*/ 29 w 57"/>
                <a:gd name="T37" fmla="*/ 11 h 104"/>
                <a:gd name="T38" fmla="*/ 25 w 57"/>
                <a:gd name="T39" fmla="*/ 13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7" h="104">
                  <a:moveTo>
                    <a:pt x="25" y="104"/>
                  </a:moveTo>
                  <a:cubicBezTo>
                    <a:pt x="24" y="104"/>
                    <a:pt x="23" y="103"/>
                    <a:pt x="22" y="103"/>
                  </a:cubicBezTo>
                  <a:cubicBezTo>
                    <a:pt x="20" y="101"/>
                    <a:pt x="20" y="99"/>
                    <a:pt x="22" y="97"/>
                  </a:cubicBezTo>
                  <a:cubicBezTo>
                    <a:pt x="32" y="86"/>
                    <a:pt x="39" y="77"/>
                    <a:pt x="44" y="71"/>
                  </a:cubicBezTo>
                  <a:cubicBezTo>
                    <a:pt x="47" y="66"/>
                    <a:pt x="49" y="57"/>
                    <a:pt x="49" y="51"/>
                  </a:cubicBezTo>
                  <a:cubicBezTo>
                    <a:pt x="49" y="41"/>
                    <a:pt x="45" y="32"/>
                    <a:pt x="39" y="24"/>
                  </a:cubicBezTo>
                  <a:cubicBezTo>
                    <a:pt x="38" y="23"/>
                    <a:pt x="38" y="20"/>
                    <a:pt x="39" y="19"/>
                  </a:cubicBezTo>
                  <a:cubicBezTo>
                    <a:pt x="41" y="17"/>
                    <a:pt x="44" y="17"/>
                    <a:pt x="45" y="19"/>
                  </a:cubicBezTo>
                  <a:cubicBezTo>
                    <a:pt x="53" y="28"/>
                    <a:pt x="57" y="39"/>
                    <a:pt x="57" y="51"/>
                  </a:cubicBezTo>
                  <a:cubicBezTo>
                    <a:pt x="57" y="58"/>
                    <a:pt x="55" y="69"/>
                    <a:pt x="50" y="75"/>
                  </a:cubicBezTo>
                  <a:cubicBezTo>
                    <a:pt x="46" y="82"/>
                    <a:pt x="38" y="91"/>
                    <a:pt x="28" y="102"/>
                  </a:cubicBezTo>
                  <a:cubicBezTo>
                    <a:pt x="27" y="103"/>
                    <a:pt x="26" y="104"/>
                    <a:pt x="25" y="104"/>
                  </a:cubicBezTo>
                  <a:close/>
                  <a:moveTo>
                    <a:pt x="25" y="13"/>
                  </a:moveTo>
                  <a:cubicBezTo>
                    <a:pt x="25" y="13"/>
                    <a:pt x="24" y="13"/>
                    <a:pt x="24" y="13"/>
                  </a:cubicBezTo>
                  <a:cubicBezTo>
                    <a:pt x="17" y="10"/>
                    <a:pt x="11" y="8"/>
                    <a:pt x="4" y="8"/>
                  </a:cubicBezTo>
                  <a:cubicBezTo>
                    <a:pt x="1" y="8"/>
                    <a:pt x="0" y="7"/>
                    <a:pt x="0" y="4"/>
                  </a:cubicBezTo>
                  <a:cubicBezTo>
                    <a:pt x="0" y="2"/>
                    <a:pt x="1" y="0"/>
                    <a:pt x="4" y="0"/>
                  </a:cubicBezTo>
                  <a:cubicBezTo>
                    <a:pt x="12" y="0"/>
                    <a:pt x="20" y="2"/>
                    <a:pt x="27" y="5"/>
                  </a:cubicBezTo>
                  <a:cubicBezTo>
                    <a:pt x="29" y="6"/>
                    <a:pt x="30" y="9"/>
                    <a:pt x="29" y="11"/>
                  </a:cubicBezTo>
                  <a:cubicBezTo>
                    <a:pt x="28" y="12"/>
                    <a:pt x="27" y="13"/>
                    <a:pt x="25" y="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9026197" y="3353118"/>
            <a:ext cx="688118" cy="684369"/>
            <a:chOff x="7426326" y="0"/>
            <a:chExt cx="873125" cy="868363"/>
          </a:xfrm>
          <a:solidFill>
            <a:schemeClr val="bg1"/>
          </a:solidFill>
        </p:grpSpPr>
        <p:sp>
          <p:nvSpPr>
            <p:cNvPr id="70" name="Freeform 36"/>
            <p:cNvSpPr>
              <a:spLocks/>
            </p:cNvSpPr>
            <p:nvPr/>
          </p:nvSpPr>
          <p:spPr bwMode="auto">
            <a:xfrm>
              <a:off x="7900988" y="469900"/>
              <a:ext cx="398463" cy="398463"/>
            </a:xfrm>
            <a:custGeom>
              <a:avLst/>
              <a:gdLst>
                <a:gd name="T0" fmla="*/ 86 w 117"/>
                <a:gd name="T1" fmla="*/ 117 h 117"/>
                <a:gd name="T2" fmla="*/ 65 w 117"/>
                <a:gd name="T3" fmla="*/ 108 h 117"/>
                <a:gd name="T4" fmla="*/ 3 w 117"/>
                <a:gd name="T5" fmla="*/ 46 h 117"/>
                <a:gd name="T6" fmla="*/ 3 w 117"/>
                <a:gd name="T7" fmla="*/ 34 h 117"/>
                <a:gd name="T8" fmla="*/ 14 w 117"/>
                <a:gd name="T9" fmla="*/ 34 h 117"/>
                <a:gd name="T10" fmla="*/ 77 w 117"/>
                <a:gd name="T11" fmla="*/ 97 h 117"/>
                <a:gd name="T12" fmla="*/ 86 w 117"/>
                <a:gd name="T13" fmla="*/ 101 h 117"/>
                <a:gd name="T14" fmla="*/ 87 w 117"/>
                <a:gd name="T15" fmla="*/ 101 h 117"/>
                <a:gd name="T16" fmla="*/ 96 w 117"/>
                <a:gd name="T17" fmla="*/ 97 h 117"/>
                <a:gd name="T18" fmla="*/ 101 w 117"/>
                <a:gd name="T19" fmla="*/ 87 h 117"/>
                <a:gd name="T20" fmla="*/ 97 w 117"/>
                <a:gd name="T21" fmla="*/ 77 h 117"/>
                <a:gd name="T22" fmla="*/ 34 w 117"/>
                <a:gd name="T23" fmla="*/ 14 h 117"/>
                <a:gd name="T24" fmla="*/ 34 w 117"/>
                <a:gd name="T25" fmla="*/ 3 h 117"/>
                <a:gd name="T26" fmla="*/ 45 w 117"/>
                <a:gd name="T27" fmla="*/ 3 h 117"/>
                <a:gd name="T28" fmla="*/ 108 w 117"/>
                <a:gd name="T29" fmla="*/ 66 h 117"/>
                <a:gd name="T30" fmla="*/ 117 w 117"/>
                <a:gd name="T31" fmla="*/ 87 h 117"/>
                <a:gd name="T32" fmla="*/ 108 w 117"/>
                <a:gd name="T33" fmla="*/ 108 h 117"/>
                <a:gd name="T34" fmla="*/ 87 w 117"/>
                <a:gd name="T35" fmla="*/ 117 h 117"/>
                <a:gd name="T36" fmla="*/ 86 w 117"/>
                <a:gd name="T3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7" h="117">
                  <a:moveTo>
                    <a:pt x="86" y="117"/>
                  </a:moveTo>
                  <a:cubicBezTo>
                    <a:pt x="79" y="117"/>
                    <a:pt x="71" y="114"/>
                    <a:pt x="65" y="10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0" y="42"/>
                    <a:pt x="0" y="37"/>
                    <a:pt x="3" y="34"/>
                  </a:cubicBezTo>
                  <a:cubicBezTo>
                    <a:pt x="6" y="31"/>
                    <a:pt x="11" y="31"/>
                    <a:pt x="14" y="34"/>
                  </a:cubicBezTo>
                  <a:cubicBezTo>
                    <a:pt x="77" y="97"/>
                    <a:pt x="77" y="97"/>
                    <a:pt x="77" y="97"/>
                  </a:cubicBezTo>
                  <a:cubicBezTo>
                    <a:pt x="79" y="99"/>
                    <a:pt x="83" y="101"/>
                    <a:pt x="86" y="101"/>
                  </a:cubicBezTo>
                  <a:cubicBezTo>
                    <a:pt x="86" y="101"/>
                    <a:pt x="87" y="101"/>
                    <a:pt x="87" y="101"/>
                  </a:cubicBezTo>
                  <a:cubicBezTo>
                    <a:pt x="90" y="101"/>
                    <a:pt x="94" y="99"/>
                    <a:pt x="96" y="97"/>
                  </a:cubicBezTo>
                  <a:cubicBezTo>
                    <a:pt x="99" y="94"/>
                    <a:pt x="101" y="91"/>
                    <a:pt x="101" y="87"/>
                  </a:cubicBezTo>
                  <a:cubicBezTo>
                    <a:pt x="101" y="83"/>
                    <a:pt x="99" y="80"/>
                    <a:pt x="97" y="77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1" y="11"/>
                    <a:pt x="31" y="6"/>
                    <a:pt x="34" y="3"/>
                  </a:cubicBezTo>
                  <a:cubicBezTo>
                    <a:pt x="37" y="0"/>
                    <a:pt x="42" y="0"/>
                    <a:pt x="45" y="3"/>
                  </a:cubicBezTo>
                  <a:cubicBezTo>
                    <a:pt x="108" y="66"/>
                    <a:pt x="108" y="66"/>
                    <a:pt x="108" y="66"/>
                  </a:cubicBezTo>
                  <a:cubicBezTo>
                    <a:pt x="114" y="71"/>
                    <a:pt x="117" y="79"/>
                    <a:pt x="117" y="87"/>
                  </a:cubicBezTo>
                  <a:cubicBezTo>
                    <a:pt x="117" y="95"/>
                    <a:pt x="113" y="102"/>
                    <a:pt x="108" y="108"/>
                  </a:cubicBezTo>
                  <a:cubicBezTo>
                    <a:pt x="102" y="114"/>
                    <a:pt x="95" y="117"/>
                    <a:pt x="87" y="117"/>
                  </a:cubicBezTo>
                  <a:cubicBezTo>
                    <a:pt x="87" y="117"/>
                    <a:pt x="87" y="117"/>
                    <a:pt x="86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37"/>
            <p:cNvSpPr>
              <a:spLocks noEditPoints="1"/>
            </p:cNvSpPr>
            <p:nvPr/>
          </p:nvSpPr>
          <p:spPr bwMode="auto">
            <a:xfrm>
              <a:off x="7426326" y="0"/>
              <a:ext cx="665163" cy="666750"/>
            </a:xfrm>
            <a:custGeom>
              <a:avLst/>
              <a:gdLst>
                <a:gd name="T0" fmla="*/ 98 w 196"/>
                <a:gd name="T1" fmla="*/ 16 h 196"/>
                <a:gd name="T2" fmla="*/ 180 w 196"/>
                <a:gd name="T3" fmla="*/ 98 h 196"/>
                <a:gd name="T4" fmla="*/ 98 w 196"/>
                <a:gd name="T5" fmla="*/ 180 h 196"/>
                <a:gd name="T6" fmla="*/ 16 w 196"/>
                <a:gd name="T7" fmla="*/ 98 h 196"/>
                <a:gd name="T8" fmla="*/ 98 w 196"/>
                <a:gd name="T9" fmla="*/ 16 h 196"/>
                <a:gd name="T10" fmla="*/ 98 w 196"/>
                <a:gd name="T11" fmla="*/ 0 h 196"/>
                <a:gd name="T12" fmla="*/ 0 w 196"/>
                <a:gd name="T13" fmla="*/ 98 h 196"/>
                <a:gd name="T14" fmla="*/ 98 w 196"/>
                <a:gd name="T15" fmla="*/ 196 h 196"/>
                <a:gd name="T16" fmla="*/ 196 w 196"/>
                <a:gd name="T17" fmla="*/ 98 h 196"/>
                <a:gd name="T18" fmla="*/ 98 w 196"/>
                <a:gd name="T19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6" h="196">
                  <a:moveTo>
                    <a:pt x="98" y="16"/>
                  </a:moveTo>
                  <a:cubicBezTo>
                    <a:pt x="143" y="16"/>
                    <a:pt x="180" y="53"/>
                    <a:pt x="180" y="98"/>
                  </a:cubicBezTo>
                  <a:cubicBezTo>
                    <a:pt x="180" y="143"/>
                    <a:pt x="143" y="180"/>
                    <a:pt x="98" y="180"/>
                  </a:cubicBezTo>
                  <a:cubicBezTo>
                    <a:pt x="53" y="180"/>
                    <a:pt x="16" y="143"/>
                    <a:pt x="16" y="98"/>
                  </a:cubicBezTo>
                  <a:cubicBezTo>
                    <a:pt x="16" y="53"/>
                    <a:pt x="53" y="16"/>
                    <a:pt x="98" y="16"/>
                  </a:cubicBezTo>
                  <a:moveTo>
                    <a:pt x="98" y="0"/>
                  </a:moveTo>
                  <a:cubicBezTo>
                    <a:pt x="44" y="0"/>
                    <a:pt x="0" y="44"/>
                    <a:pt x="0" y="98"/>
                  </a:cubicBezTo>
                  <a:cubicBezTo>
                    <a:pt x="0" y="152"/>
                    <a:pt x="44" y="196"/>
                    <a:pt x="98" y="196"/>
                  </a:cubicBezTo>
                  <a:cubicBezTo>
                    <a:pt x="152" y="196"/>
                    <a:pt x="196" y="152"/>
                    <a:pt x="196" y="98"/>
                  </a:cubicBezTo>
                  <a:cubicBezTo>
                    <a:pt x="196" y="44"/>
                    <a:pt x="152" y="0"/>
                    <a:pt x="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38"/>
            <p:cNvSpPr>
              <a:spLocks/>
            </p:cNvSpPr>
            <p:nvPr/>
          </p:nvSpPr>
          <p:spPr bwMode="auto">
            <a:xfrm>
              <a:off x="7700963" y="112713"/>
              <a:ext cx="41275" cy="30163"/>
            </a:xfrm>
            <a:custGeom>
              <a:avLst/>
              <a:gdLst>
                <a:gd name="T0" fmla="*/ 4 w 12"/>
                <a:gd name="T1" fmla="*/ 9 h 9"/>
                <a:gd name="T2" fmla="*/ 0 w 12"/>
                <a:gd name="T3" fmla="*/ 5 h 9"/>
                <a:gd name="T4" fmla="*/ 4 w 12"/>
                <a:gd name="T5" fmla="*/ 1 h 9"/>
                <a:gd name="T6" fmla="*/ 8 w 12"/>
                <a:gd name="T7" fmla="*/ 0 h 9"/>
                <a:gd name="T8" fmla="*/ 12 w 12"/>
                <a:gd name="T9" fmla="*/ 4 h 9"/>
                <a:gd name="T10" fmla="*/ 8 w 12"/>
                <a:gd name="T11" fmla="*/ 8 h 9"/>
                <a:gd name="T12" fmla="*/ 4 w 12"/>
                <a:gd name="T13" fmla="*/ 9 h 9"/>
                <a:gd name="T14" fmla="*/ 4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4" y="9"/>
                  </a:moveTo>
                  <a:cubicBezTo>
                    <a:pt x="2" y="9"/>
                    <a:pt x="0" y="7"/>
                    <a:pt x="0" y="5"/>
                  </a:cubicBezTo>
                  <a:cubicBezTo>
                    <a:pt x="0" y="3"/>
                    <a:pt x="2" y="1"/>
                    <a:pt x="4" y="1"/>
                  </a:cubicBezTo>
                  <a:cubicBezTo>
                    <a:pt x="5" y="1"/>
                    <a:pt x="7" y="0"/>
                    <a:pt x="8" y="0"/>
                  </a:cubicBezTo>
                  <a:cubicBezTo>
                    <a:pt x="11" y="0"/>
                    <a:pt x="12" y="2"/>
                    <a:pt x="12" y="4"/>
                  </a:cubicBezTo>
                  <a:cubicBezTo>
                    <a:pt x="12" y="7"/>
                    <a:pt x="11" y="8"/>
                    <a:pt x="8" y="8"/>
                  </a:cubicBezTo>
                  <a:cubicBezTo>
                    <a:pt x="7" y="8"/>
                    <a:pt x="6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39"/>
            <p:cNvSpPr>
              <a:spLocks/>
            </p:cNvSpPr>
            <p:nvPr/>
          </p:nvSpPr>
          <p:spPr bwMode="auto">
            <a:xfrm>
              <a:off x="7542213" y="128588"/>
              <a:ext cx="128588" cy="187325"/>
            </a:xfrm>
            <a:custGeom>
              <a:avLst/>
              <a:gdLst>
                <a:gd name="T0" fmla="*/ 4 w 38"/>
                <a:gd name="T1" fmla="*/ 55 h 55"/>
                <a:gd name="T2" fmla="*/ 0 w 38"/>
                <a:gd name="T3" fmla="*/ 51 h 55"/>
                <a:gd name="T4" fmla="*/ 32 w 38"/>
                <a:gd name="T5" fmla="*/ 1 h 55"/>
                <a:gd name="T6" fmla="*/ 37 w 38"/>
                <a:gd name="T7" fmla="*/ 2 h 55"/>
                <a:gd name="T8" fmla="*/ 35 w 38"/>
                <a:gd name="T9" fmla="*/ 8 h 55"/>
                <a:gd name="T10" fmla="*/ 8 w 38"/>
                <a:gd name="T11" fmla="*/ 51 h 55"/>
                <a:gd name="T12" fmla="*/ 4 w 38"/>
                <a:gd name="T13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55">
                  <a:moveTo>
                    <a:pt x="4" y="55"/>
                  </a:moveTo>
                  <a:cubicBezTo>
                    <a:pt x="1" y="55"/>
                    <a:pt x="0" y="53"/>
                    <a:pt x="0" y="51"/>
                  </a:cubicBezTo>
                  <a:cubicBezTo>
                    <a:pt x="0" y="30"/>
                    <a:pt x="12" y="10"/>
                    <a:pt x="32" y="1"/>
                  </a:cubicBezTo>
                  <a:cubicBezTo>
                    <a:pt x="34" y="0"/>
                    <a:pt x="37" y="0"/>
                    <a:pt x="37" y="2"/>
                  </a:cubicBezTo>
                  <a:cubicBezTo>
                    <a:pt x="38" y="4"/>
                    <a:pt x="37" y="7"/>
                    <a:pt x="35" y="8"/>
                  </a:cubicBezTo>
                  <a:cubicBezTo>
                    <a:pt x="19" y="16"/>
                    <a:pt x="8" y="33"/>
                    <a:pt x="8" y="51"/>
                  </a:cubicBezTo>
                  <a:cubicBezTo>
                    <a:pt x="8" y="53"/>
                    <a:pt x="6" y="55"/>
                    <a:pt x="4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40"/>
            <p:cNvSpPr>
              <a:spLocks/>
            </p:cNvSpPr>
            <p:nvPr/>
          </p:nvSpPr>
          <p:spPr bwMode="auto">
            <a:xfrm>
              <a:off x="8010526" y="568325"/>
              <a:ext cx="107950" cy="112713"/>
            </a:xfrm>
            <a:custGeom>
              <a:avLst/>
              <a:gdLst>
                <a:gd name="T0" fmla="*/ 4 w 32"/>
                <a:gd name="T1" fmla="*/ 33 h 33"/>
                <a:gd name="T2" fmla="*/ 1 w 32"/>
                <a:gd name="T3" fmla="*/ 32 h 33"/>
                <a:gd name="T4" fmla="*/ 1 w 32"/>
                <a:gd name="T5" fmla="*/ 26 h 33"/>
                <a:gd name="T6" fmla="*/ 25 w 32"/>
                <a:gd name="T7" fmla="*/ 2 h 33"/>
                <a:gd name="T8" fmla="*/ 31 w 32"/>
                <a:gd name="T9" fmla="*/ 2 h 33"/>
                <a:gd name="T10" fmla="*/ 31 w 32"/>
                <a:gd name="T11" fmla="*/ 8 h 33"/>
                <a:gd name="T12" fmla="*/ 7 w 32"/>
                <a:gd name="T13" fmla="*/ 32 h 33"/>
                <a:gd name="T14" fmla="*/ 4 w 32"/>
                <a:gd name="T1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33">
                  <a:moveTo>
                    <a:pt x="4" y="33"/>
                  </a:moveTo>
                  <a:cubicBezTo>
                    <a:pt x="3" y="33"/>
                    <a:pt x="2" y="32"/>
                    <a:pt x="1" y="32"/>
                  </a:cubicBezTo>
                  <a:cubicBezTo>
                    <a:pt x="0" y="30"/>
                    <a:pt x="0" y="28"/>
                    <a:pt x="1" y="26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7" y="0"/>
                    <a:pt x="29" y="0"/>
                    <a:pt x="31" y="2"/>
                  </a:cubicBezTo>
                  <a:cubicBezTo>
                    <a:pt x="32" y="4"/>
                    <a:pt x="32" y="6"/>
                    <a:pt x="31" y="8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6" y="32"/>
                    <a:pt x="5" y="33"/>
                    <a:pt x="4" y="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41"/>
            <p:cNvSpPr>
              <a:spLocks/>
            </p:cNvSpPr>
            <p:nvPr/>
          </p:nvSpPr>
          <p:spPr bwMode="auto">
            <a:xfrm>
              <a:off x="8051801" y="609600"/>
              <a:ext cx="107950" cy="112713"/>
            </a:xfrm>
            <a:custGeom>
              <a:avLst/>
              <a:gdLst>
                <a:gd name="T0" fmla="*/ 4 w 32"/>
                <a:gd name="T1" fmla="*/ 33 h 33"/>
                <a:gd name="T2" fmla="*/ 1 w 32"/>
                <a:gd name="T3" fmla="*/ 32 h 33"/>
                <a:gd name="T4" fmla="*/ 1 w 32"/>
                <a:gd name="T5" fmla="*/ 26 h 33"/>
                <a:gd name="T6" fmla="*/ 25 w 32"/>
                <a:gd name="T7" fmla="*/ 2 h 33"/>
                <a:gd name="T8" fmla="*/ 31 w 32"/>
                <a:gd name="T9" fmla="*/ 2 h 33"/>
                <a:gd name="T10" fmla="*/ 31 w 32"/>
                <a:gd name="T11" fmla="*/ 8 h 33"/>
                <a:gd name="T12" fmla="*/ 7 w 32"/>
                <a:gd name="T13" fmla="*/ 32 h 33"/>
                <a:gd name="T14" fmla="*/ 4 w 32"/>
                <a:gd name="T1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33">
                  <a:moveTo>
                    <a:pt x="4" y="33"/>
                  </a:moveTo>
                  <a:cubicBezTo>
                    <a:pt x="3" y="33"/>
                    <a:pt x="2" y="32"/>
                    <a:pt x="1" y="32"/>
                  </a:cubicBezTo>
                  <a:cubicBezTo>
                    <a:pt x="0" y="30"/>
                    <a:pt x="0" y="28"/>
                    <a:pt x="1" y="26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7" y="0"/>
                    <a:pt x="29" y="0"/>
                    <a:pt x="31" y="2"/>
                  </a:cubicBezTo>
                  <a:cubicBezTo>
                    <a:pt x="32" y="4"/>
                    <a:pt x="32" y="6"/>
                    <a:pt x="31" y="8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6" y="32"/>
                    <a:pt x="5" y="33"/>
                    <a:pt x="4" y="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6554475" y="4938742"/>
            <a:ext cx="539616" cy="702785"/>
            <a:chOff x="11255376" y="0"/>
            <a:chExt cx="666750" cy="868363"/>
          </a:xfrm>
          <a:solidFill>
            <a:schemeClr val="bg1"/>
          </a:solidFill>
        </p:grpSpPr>
        <p:sp>
          <p:nvSpPr>
            <p:cNvPr id="77" name="Freeform 16"/>
            <p:cNvSpPr>
              <a:spLocks noEditPoints="1"/>
            </p:cNvSpPr>
            <p:nvPr/>
          </p:nvSpPr>
          <p:spPr bwMode="auto">
            <a:xfrm>
              <a:off x="11255376" y="0"/>
              <a:ext cx="666750" cy="666750"/>
            </a:xfrm>
            <a:custGeom>
              <a:avLst/>
              <a:gdLst>
                <a:gd name="T0" fmla="*/ 98 w 196"/>
                <a:gd name="T1" fmla="*/ 16 h 196"/>
                <a:gd name="T2" fmla="*/ 180 w 196"/>
                <a:gd name="T3" fmla="*/ 98 h 196"/>
                <a:gd name="T4" fmla="*/ 98 w 196"/>
                <a:gd name="T5" fmla="*/ 180 h 196"/>
                <a:gd name="T6" fmla="*/ 16 w 196"/>
                <a:gd name="T7" fmla="*/ 98 h 196"/>
                <a:gd name="T8" fmla="*/ 98 w 196"/>
                <a:gd name="T9" fmla="*/ 16 h 196"/>
                <a:gd name="T10" fmla="*/ 98 w 196"/>
                <a:gd name="T11" fmla="*/ 0 h 196"/>
                <a:gd name="T12" fmla="*/ 0 w 196"/>
                <a:gd name="T13" fmla="*/ 98 h 196"/>
                <a:gd name="T14" fmla="*/ 98 w 196"/>
                <a:gd name="T15" fmla="*/ 196 h 196"/>
                <a:gd name="T16" fmla="*/ 196 w 196"/>
                <a:gd name="T17" fmla="*/ 98 h 196"/>
                <a:gd name="T18" fmla="*/ 98 w 196"/>
                <a:gd name="T19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6" h="196">
                  <a:moveTo>
                    <a:pt x="98" y="16"/>
                  </a:moveTo>
                  <a:cubicBezTo>
                    <a:pt x="143" y="16"/>
                    <a:pt x="180" y="53"/>
                    <a:pt x="180" y="98"/>
                  </a:cubicBezTo>
                  <a:cubicBezTo>
                    <a:pt x="180" y="143"/>
                    <a:pt x="143" y="180"/>
                    <a:pt x="98" y="180"/>
                  </a:cubicBezTo>
                  <a:cubicBezTo>
                    <a:pt x="52" y="180"/>
                    <a:pt x="16" y="143"/>
                    <a:pt x="16" y="98"/>
                  </a:cubicBezTo>
                  <a:cubicBezTo>
                    <a:pt x="16" y="53"/>
                    <a:pt x="52" y="16"/>
                    <a:pt x="98" y="16"/>
                  </a:cubicBezTo>
                  <a:moveTo>
                    <a:pt x="98" y="0"/>
                  </a:moveTo>
                  <a:cubicBezTo>
                    <a:pt x="44" y="0"/>
                    <a:pt x="0" y="44"/>
                    <a:pt x="0" y="98"/>
                  </a:cubicBezTo>
                  <a:cubicBezTo>
                    <a:pt x="0" y="152"/>
                    <a:pt x="44" y="196"/>
                    <a:pt x="98" y="196"/>
                  </a:cubicBezTo>
                  <a:cubicBezTo>
                    <a:pt x="152" y="196"/>
                    <a:pt x="196" y="152"/>
                    <a:pt x="196" y="98"/>
                  </a:cubicBezTo>
                  <a:cubicBezTo>
                    <a:pt x="196" y="44"/>
                    <a:pt x="152" y="0"/>
                    <a:pt x="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17"/>
            <p:cNvSpPr>
              <a:spLocks/>
            </p:cNvSpPr>
            <p:nvPr/>
          </p:nvSpPr>
          <p:spPr bwMode="auto">
            <a:xfrm>
              <a:off x="11531601" y="115888"/>
              <a:ext cx="39688" cy="26988"/>
            </a:xfrm>
            <a:custGeom>
              <a:avLst/>
              <a:gdLst>
                <a:gd name="T0" fmla="*/ 4 w 12"/>
                <a:gd name="T1" fmla="*/ 8 h 8"/>
                <a:gd name="T2" fmla="*/ 0 w 12"/>
                <a:gd name="T3" fmla="*/ 4 h 8"/>
                <a:gd name="T4" fmla="*/ 3 w 12"/>
                <a:gd name="T5" fmla="*/ 0 h 8"/>
                <a:gd name="T6" fmla="*/ 8 w 12"/>
                <a:gd name="T7" fmla="*/ 0 h 8"/>
                <a:gd name="T8" fmla="*/ 12 w 12"/>
                <a:gd name="T9" fmla="*/ 4 h 8"/>
                <a:gd name="T10" fmla="*/ 8 w 12"/>
                <a:gd name="T11" fmla="*/ 8 h 8"/>
                <a:gd name="T12" fmla="*/ 4 w 12"/>
                <a:gd name="T13" fmla="*/ 8 h 8"/>
                <a:gd name="T14" fmla="*/ 4 w 12"/>
                <a:gd name="T1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8">
                  <a:moveTo>
                    <a:pt x="4" y="8"/>
                  </a:move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7" y="0"/>
                    <a:pt x="8" y="0"/>
                  </a:cubicBezTo>
                  <a:cubicBezTo>
                    <a:pt x="10" y="0"/>
                    <a:pt x="12" y="1"/>
                    <a:pt x="12" y="4"/>
                  </a:cubicBezTo>
                  <a:cubicBezTo>
                    <a:pt x="12" y="6"/>
                    <a:pt x="10" y="8"/>
                    <a:pt x="8" y="8"/>
                  </a:cubicBezTo>
                  <a:cubicBezTo>
                    <a:pt x="7" y="8"/>
                    <a:pt x="5" y="8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18"/>
            <p:cNvSpPr>
              <a:spLocks/>
            </p:cNvSpPr>
            <p:nvPr/>
          </p:nvSpPr>
          <p:spPr bwMode="auto">
            <a:xfrm>
              <a:off x="11368088" y="128588"/>
              <a:ext cx="131763" cy="187325"/>
            </a:xfrm>
            <a:custGeom>
              <a:avLst/>
              <a:gdLst>
                <a:gd name="T0" fmla="*/ 4 w 39"/>
                <a:gd name="T1" fmla="*/ 55 h 55"/>
                <a:gd name="T2" fmla="*/ 0 w 39"/>
                <a:gd name="T3" fmla="*/ 51 h 55"/>
                <a:gd name="T4" fmla="*/ 33 w 39"/>
                <a:gd name="T5" fmla="*/ 1 h 55"/>
                <a:gd name="T6" fmla="*/ 38 w 39"/>
                <a:gd name="T7" fmla="*/ 3 h 55"/>
                <a:gd name="T8" fmla="*/ 36 w 39"/>
                <a:gd name="T9" fmla="*/ 8 h 55"/>
                <a:gd name="T10" fmla="*/ 8 w 39"/>
                <a:gd name="T11" fmla="*/ 51 h 55"/>
                <a:gd name="T12" fmla="*/ 4 w 39"/>
                <a:gd name="T13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" h="55">
                  <a:moveTo>
                    <a:pt x="4" y="55"/>
                  </a:moveTo>
                  <a:cubicBezTo>
                    <a:pt x="2" y="55"/>
                    <a:pt x="0" y="54"/>
                    <a:pt x="0" y="51"/>
                  </a:cubicBezTo>
                  <a:cubicBezTo>
                    <a:pt x="0" y="30"/>
                    <a:pt x="13" y="10"/>
                    <a:pt x="33" y="1"/>
                  </a:cubicBezTo>
                  <a:cubicBezTo>
                    <a:pt x="35" y="0"/>
                    <a:pt x="37" y="1"/>
                    <a:pt x="38" y="3"/>
                  </a:cubicBezTo>
                  <a:cubicBezTo>
                    <a:pt x="39" y="5"/>
                    <a:pt x="38" y="7"/>
                    <a:pt x="36" y="8"/>
                  </a:cubicBezTo>
                  <a:cubicBezTo>
                    <a:pt x="19" y="16"/>
                    <a:pt x="8" y="33"/>
                    <a:pt x="8" y="51"/>
                  </a:cubicBezTo>
                  <a:cubicBezTo>
                    <a:pt x="8" y="54"/>
                    <a:pt x="6" y="55"/>
                    <a:pt x="4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19"/>
            <p:cNvSpPr>
              <a:spLocks/>
            </p:cNvSpPr>
            <p:nvPr/>
          </p:nvSpPr>
          <p:spPr bwMode="auto">
            <a:xfrm>
              <a:off x="11428413" y="592138"/>
              <a:ext cx="306388" cy="263525"/>
            </a:xfrm>
            <a:custGeom>
              <a:avLst/>
              <a:gdLst>
                <a:gd name="T0" fmla="*/ 69 w 90"/>
                <a:gd name="T1" fmla="*/ 77 h 77"/>
                <a:gd name="T2" fmla="*/ 21 w 90"/>
                <a:gd name="T3" fmla="*/ 77 h 77"/>
                <a:gd name="T4" fmla="*/ 13 w 90"/>
                <a:gd name="T5" fmla="*/ 71 h 77"/>
                <a:gd name="T6" fmla="*/ 1 w 90"/>
                <a:gd name="T7" fmla="*/ 12 h 77"/>
                <a:gd name="T8" fmla="*/ 7 w 90"/>
                <a:gd name="T9" fmla="*/ 2 h 77"/>
                <a:gd name="T10" fmla="*/ 17 w 90"/>
                <a:gd name="T11" fmla="*/ 9 h 77"/>
                <a:gd name="T12" fmla="*/ 27 w 90"/>
                <a:gd name="T13" fmla="*/ 61 h 77"/>
                <a:gd name="T14" fmla="*/ 63 w 90"/>
                <a:gd name="T15" fmla="*/ 61 h 77"/>
                <a:gd name="T16" fmla="*/ 73 w 90"/>
                <a:gd name="T17" fmla="*/ 7 h 77"/>
                <a:gd name="T18" fmla="*/ 82 w 90"/>
                <a:gd name="T19" fmla="*/ 1 h 77"/>
                <a:gd name="T20" fmla="*/ 89 w 90"/>
                <a:gd name="T21" fmla="*/ 10 h 77"/>
                <a:gd name="T22" fmla="*/ 77 w 90"/>
                <a:gd name="T23" fmla="*/ 71 h 77"/>
                <a:gd name="T24" fmla="*/ 69 w 90"/>
                <a:gd name="T25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" h="77">
                  <a:moveTo>
                    <a:pt x="69" y="77"/>
                  </a:moveTo>
                  <a:cubicBezTo>
                    <a:pt x="21" y="77"/>
                    <a:pt x="21" y="77"/>
                    <a:pt x="21" y="77"/>
                  </a:cubicBezTo>
                  <a:cubicBezTo>
                    <a:pt x="17" y="77"/>
                    <a:pt x="13" y="74"/>
                    <a:pt x="13" y="7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8"/>
                    <a:pt x="3" y="3"/>
                    <a:pt x="7" y="2"/>
                  </a:cubicBezTo>
                  <a:cubicBezTo>
                    <a:pt x="12" y="2"/>
                    <a:pt x="16" y="4"/>
                    <a:pt x="17" y="9"/>
                  </a:cubicBezTo>
                  <a:cubicBezTo>
                    <a:pt x="27" y="61"/>
                    <a:pt x="27" y="61"/>
                    <a:pt x="27" y="61"/>
                  </a:cubicBezTo>
                  <a:cubicBezTo>
                    <a:pt x="63" y="61"/>
                    <a:pt x="63" y="61"/>
                    <a:pt x="63" y="61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4" y="3"/>
                    <a:pt x="78" y="0"/>
                    <a:pt x="82" y="1"/>
                  </a:cubicBezTo>
                  <a:cubicBezTo>
                    <a:pt x="87" y="2"/>
                    <a:pt x="90" y="6"/>
                    <a:pt x="89" y="10"/>
                  </a:cubicBezTo>
                  <a:cubicBezTo>
                    <a:pt x="77" y="71"/>
                    <a:pt x="77" y="71"/>
                    <a:pt x="77" y="71"/>
                  </a:cubicBezTo>
                  <a:cubicBezTo>
                    <a:pt x="77" y="74"/>
                    <a:pt x="73" y="77"/>
                    <a:pt x="69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20"/>
            <p:cNvSpPr>
              <a:spLocks/>
            </p:cNvSpPr>
            <p:nvPr/>
          </p:nvSpPr>
          <p:spPr bwMode="auto">
            <a:xfrm>
              <a:off x="11541126" y="814388"/>
              <a:ext cx="80963" cy="53975"/>
            </a:xfrm>
            <a:custGeom>
              <a:avLst/>
              <a:gdLst>
                <a:gd name="T0" fmla="*/ 16 w 24"/>
                <a:gd name="T1" fmla="*/ 16 h 16"/>
                <a:gd name="T2" fmla="*/ 8 w 24"/>
                <a:gd name="T3" fmla="*/ 16 h 16"/>
                <a:gd name="T4" fmla="*/ 0 w 24"/>
                <a:gd name="T5" fmla="*/ 8 h 16"/>
                <a:gd name="T6" fmla="*/ 8 w 24"/>
                <a:gd name="T7" fmla="*/ 0 h 16"/>
                <a:gd name="T8" fmla="*/ 16 w 24"/>
                <a:gd name="T9" fmla="*/ 0 h 16"/>
                <a:gd name="T10" fmla="*/ 24 w 24"/>
                <a:gd name="T11" fmla="*/ 8 h 16"/>
                <a:gd name="T12" fmla="*/ 16 w 24"/>
                <a:gd name="T1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6">
                  <a:moveTo>
                    <a:pt x="16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4" y="16"/>
                    <a:pt x="0" y="12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0" y="0"/>
                    <a:pt x="24" y="4"/>
                    <a:pt x="24" y="8"/>
                  </a:cubicBezTo>
                  <a:cubicBezTo>
                    <a:pt x="24" y="12"/>
                    <a:pt x="20" y="16"/>
                    <a:pt x="16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21"/>
            <p:cNvSpPr>
              <a:spLocks/>
            </p:cNvSpPr>
            <p:nvPr/>
          </p:nvSpPr>
          <p:spPr bwMode="auto">
            <a:xfrm>
              <a:off x="11514138" y="687388"/>
              <a:ext cx="125413" cy="41275"/>
            </a:xfrm>
            <a:custGeom>
              <a:avLst/>
              <a:gdLst>
                <a:gd name="T0" fmla="*/ 33 w 37"/>
                <a:gd name="T1" fmla="*/ 12 h 12"/>
                <a:gd name="T2" fmla="*/ 33 w 37"/>
                <a:gd name="T3" fmla="*/ 12 h 12"/>
                <a:gd name="T4" fmla="*/ 3 w 37"/>
                <a:gd name="T5" fmla="*/ 9 h 12"/>
                <a:gd name="T6" fmla="*/ 0 w 37"/>
                <a:gd name="T7" fmla="*/ 4 h 12"/>
                <a:gd name="T8" fmla="*/ 4 w 37"/>
                <a:gd name="T9" fmla="*/ 1 h 12"/>
                <a:gd name="T10" fmla="*/ 34 w 37"/>
                <a:gd name="T11" fmla="*/ 4 h 12"/>
                <a:gd name="T12" fmla="*/ 37 w 37"/>
                <a:gd name="T13" fmla="*/ 9 h 12"/>
                <a:gd name="T14" fmla="*/ 33 w 37"/>
                <a:gd name="T15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12">
                  <a:moveTo>
                    <a:pt x="33" y="12"/>
                  </a:moveTo>
                  <a:cubicBezTo>
                    <a:pt x="33" y="12"/>
                    <a:pt x="33" y="12"/>
                    <a:pt x="33" y="12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2"/>
                    <a:pt x="2" y="0"/>
                    <a:pt x="4" y="1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6" y="5"/>
                    <a:pt x="37" y="7"/>
                    <a:pt x="37" y="9"/>
                  </a:cubicBezTo>
                  <a:cubicBezTo>
                    <a:pt x="37" y="11"/>
                    <a:pt x="35" y="12"/>
                    <a:pt x="3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22"/>
            <p:cNvSpPr>
              <a:spLocks/>
            </p:cNvSpPr>
            <p:nvPr/>
          </p:nvSpPr>
          <p:spPr bwMode="auto">
            <a:xfrm>
              <a:off x="11520488" y="746125"/>
              <a:ext cx="112713" cy="36513"/>
            </a:xfrm>
            <a:custGeom>
              <a:avLst/>
              <a:gdLst>
                <a:gd name="T0" fmla="*/ 29 w 33"/>
                <a:gd name="T1" fmla="*/ 11 h 11"/>
                <a:gd name="T2" fmla="*/ 29 w 33"/>
                <a:gd name="T3" fmla="*/ 11 h 11"/>
                <a:gd name="T4" fmla="*/ 4 w 33"/>
                <a:gd name="T5" fmla="*/ 8 h 11"/>
                <a:gd name="T6" fmla="*/ 1 w 33"/>
                <a:gd name="T7" fmla="*/ 3 h 11"/>
                <a:gd name="T8" fmla="*/ 5 w 33"/>
                <a:gd name="T9" fmla="*/ 0 h 11"/>
                <a:gd name="T10" fmla="*/ 30 w 33"/>
                <a:gd name="T11" fmla="*/ 3 h 11"/>
                <a:gd name="T12" fmla="*/ 33 w 33"/>
                <a:gd name="T13" fmla="*/ 7 h 11"/>
                <a:gd name="T14" fmla="*/ 29 w 33"/>
                <a:gd name="T15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" h="11">
                  <a:moveTo>
                    <a:pt x="29" y="11"/>
                  </a:moveTo>
                  <a:cubicBezTo>
                    <a:pt x="29" y="11"/>
                    <a:pt x="29" y="11"/>
                    <a:pt x="29" y="11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1" y="3"/>
                  </a:cubicBezTo>
                  <a:cubicBezTo>
                    <a:pt x="1" y="1"/>
                    <a:pt x="3" y="0"/>
                    <a:pt x="5" y="0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2" y="3"/>
                    <a:pt x="33" y="5"/>
                    <a:pt x="33" y="7"/>
                  </a:cubicBezTo>
                  <a:cubicBezTo>
                    <a:pt x="33" y="9"/>
                    <a:pt x="31" y="11"/>
                    <a:pt x="29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23"/>
            <p:cNvSpPr>
              <a:spLocks/>
            </p:cNvSpPr>
            <p:nvPr/>
          </p:nvSpPr>
          <p:spPr bwMode="auto">
            <a:xfrm>
              <a:off x="11476038" y="381000"/>
              <a:ext cx="74613" cy="246063"/>
            </a:xfrm>
            <a:custGeom>
              <a:avLst/>
              <a:gdLst>
                <a:gd name="T0" fmla="*/ 17 w 22"/>
                <a:gd name="T1" fmla="*/ 72 h 72"/>
                <a:gd name="T2" fmla="*/ 13 w 22"/>
                <a:gd name="T3" fmla="*/ 68 h 72"/>
                <a:gd name="T4" fmla="*/ 0 w 22"/>
                <a:gd name="T5" fmla="*/ 5 h 72"/>
                <a:gd name="T6" fmla="*/ 3 w 22"/>
                <a:gd name="T7" fmla="*/ 1 h 72"/>
                <a:gd name="T8" fmla="*/ 8 w 22"/>
                <a:gd name="T9" fmla="*/ 4 h 72"/>
                <a:gd name="T10" fmla="*/ 21 w 22"/>
                <a:gd name="T11" fmla="*/ 67 h 72"/>
                <a:gd name="T12" fmla="*/ 18 w 22"/>
                <a:gd name="T13" fmla="*/ 72 h 72"/>
                <a:gd name="T14" fmla="*/ 17 w 22"/>
                <a:gd name="T15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72">
                  <a:moveTo>
                    <a:pt x="17" y="72"/>
                  </a:moveTo>
                  <a:cubicBezTo>
                    <a:pt x="15" y="72"/>
                    <a:pt x="14" y="70"/>
                    <a:pt x="13" y="6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1" y="1"/>
                    <a:pt x="3" y="1"/>
                  </a:cubicBezTo>
                  <a:cubicBezTo>
                    <a:pt x="5" y="0"/>
                    <a:pt x="8" y="2"/>
                    <a:pt x="8" y="4"/>
                  </a:cubicBezTo>
                  <a:cubicBezTo>
                    <a:pt x="21" y="67"/>
                    <a:pt x="21" y="67"/>
                    <a:pt x="21" y="67"/>
                  </a:cubicBezTo>
                  <a:cubicBezTo>
                    <a:pt x="22" y="69"/>
                    <a:pt x="20" y="71"/>
                    <a:pt x="18" y="72"/>
                  </a:cubicBezTo>
                  <a:cubicBezTo>
                    <a:pt x="18" y="72"/>
                    <a:pt x="18" y="72"/>
                    <a:pt x="17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24"/>
            <p:cNvSpPr>
              <a:spLocks/>
            </p:cNvSpPr>
            <p:nvPr/>
          </p:nvSpPr>
          <p:spPr bwMode="auto">
            <a:xfrm>
              <a:off x="11626851" y="381000"/>
              <a:ext cx="74613" cy="246063"/>
            </a:xfrm>
            <a:custGeom>
              <a:avLst/>
              <a:gdLst>
                <a:gd name="T0" fmla="*/ 4 w 22"/>
                <a:gd name="T1" fmla="*/ 72 h 72"/>
                <a:gd name="T2" fmla="*/ 3 w 22"/>
                <a:gd name="T3" fmla="*/ 72 h 72"/>
                <a:gd name="T4" fmla="*/ 0 w 22"/>
                <a:gd name="T5" fmla="*/ 67 h 72"/>
                <a:gd name="T6" fmla="*/ 13 w 22"/>
                <a:gd name="T7" fmla="*/ 4 h 72"/>
                <a:gd name="T8" fmla="*/ 18 w 22"/>
                <a:gd name="T9" fmla="*/ 1 h 72"/>
                <a:gd name="T10" fmla="*/ 21 w 22"/>
                <a:gd name="T11" fmla="*/ 5 h 72"/>
                <a:gd name="T12" fmla="*/ 8 w 22"/>
                <a:gd name="T13" fmla="*/ 68 h 72"/>
                <a:gd name="T14" fmla="*/ 4 w 22"/>
                <a:gd name="T15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72">
                  <a:moveTo>
                    <a:pt x="4" y="72"/>
                  </a:moveTo>
                  <a:cubicBezTo>
                    <a:pt x="4" y="72"/>
                    <a:pt x="4" y="72"/>
                    <a:pt x="3" y="72"/>
                  </a:cubicBezTo>
                  <a:cubicBezTo>
                    <a:pt x="1" y="71"/>
                    <a:pt x="0" y="69"/>
                    <a:pt x="0" y="67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4" y="2"/>
                    <a:pt x="16" y="0"/>
                    <a:pt x="18" y="1"/>
                  </a:cubicBezTo>
                  <a:cubicBezTo>
                    <a:pt x="20" y="1"/>
                    <a:pt x="22" y="3"/>
                    <a:pt x="21" y="5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8" y="70"/>
                    <a:pt x="6" y="72"/>
                    <a:pt x="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25"/>
            <p:cNvSpPr>
              <a:spLocks/>
            </p:cNvSpPr>
            <p:nvPr/>
          </p:nvSpPr>
          <p:spPr bwMode="auto">
            <a:xfrm>
              <a:off x="11480801" y="368300"/>
              <a:ext cx="212725" cy="57150"/>
            </a:xfrm>
            <a:custGeom>
              <a:avLst/>
              <a:gdLst>
                <a:gd name="T0" fmla="*/ 46 w 63"/>
                <a:gd name="T1" fmla="*/ 17 h 17"/>
                <a:gd name="T2" fmla="*/ 38 w 63"/>
                <a:gd name="T3" fmla="*/ 11 h 17"/>
                <a:gd name="T4" fmla="*/ 38 w 63"/>
                <a:gd name="T5" fmla="*/ 10 h 17"/>
                <a:gd name="T6" fmla="*/ 37 w 63"/>
                <a:gd name="T7" fmla="*/ 10 h 17"/>
                <a:gd name="T8" fmla="*/ 37 w 63"/>
                <a:gd name="T9" fmla="*/ 10 h 17"/>
                <a:gd name="T10" fmla="*/ 36 w 63"/>
                <a:gd name="T11" fmla="*/ 11 h 17"/>
                <a:gd name="T12" fmla="*/ 36 w 63"/>
                <a:gd name="T13" fmla="*/ 11 h 17"/>
                <a:gd name="T14" fmla="*/ 36 w 63"/>
                <a:gd name="T15" fmla="*/ 11 h 17"/>
                <a:gd name="T16" fmla="*/ 28 w 63"/>
                <a:gd name="T17" fmla="*/ 17 h 17"/>
                <a:gd name="T18" fmla="*/ 20 w 63"/>
                <a:gd name="T19" fmla="*/ 11 h 17"/>
                <a:gd name="T20" fmla="*/ 19 w 63"/>
                <a:gd name="T21" fmla="*/ 10 h 17"/>
                <a:gd name="T22" fmla="*/ 19 w 63"/>
                <a:gd name="T23" fmla="*/ 10 h 17"/>
                <a:gd name="T24" fmla="*/ 18 w 63"/>
                <a:gd name="T25" fmla="*/ 10 h 17"/>
                <a:gd name="T26" fmla="*/ 18 w 63"/>
                <a:gd name="T27" fmla="*/ 11 h 17"/>
                <a:gd name="T28" fmla="*/ 10 w 63"/>
                <a:gd name="T29" fmla="*/ 17 h 17"/>
                <a:gd name="T30" fmla="*/ 1 w 63"/>
                <a:gd name="T31" fmla="*/ 10 h 17"/>
                <a:gd name="T32" fmla="*/ 0 w 63"/>
                <a:gd name="T33" fmla="*/ 8 h 17"/>
                <a:gd name="T34" fmla="*/ 4 w 63"/>
                <a:gd name="T35" fmla="*/ 4 h 17"/>
                <a:gd name="T36" fmla="*/ 8 w 63"/>
                <a:gd name="T37" fmla="*/ 7 h 17"/>
                <a:gd name="T38" fmla="*/ 10 w 63"/>
                <a:gd name="T39" fmla="*/ 9 h 17"/>
                <a:gd name="T40" fmla="*/ 11 w 63"/>
                <a:gd name="T41" fmla="*/ 7 h 17"/>
                <a:gd name="T42" fmla="*/ 12 w 63"/>
                <a:gd name="T43" fmla="*/ 5 h 17"/>
                <a:gd name="T44" fmla="*/ 19 w 63"/>
                <a:gd name="T45" fmla="*/ 1 h 17"/>
                <a:gd name="T46" fmla="*/ 25 w 63"/>
                <a:gd name="T47" fmla="*/ 5 h 17"/>
                <a:gd name="T48" fmla="*/ 27 w 63"/>
                <a:gd name="T49" fmla="*/ 7 h 17"/>
                <a:gd name="T50" fmla="*/ 28 w 63"/>
                <a:gd name="T51" fmla="*/ 9 h 17"/>
                <a:gd name="T52" fmla="*/ 29 w 63"/>
                <a:gd name="T53" fmla="*/ 8 h 17"/>
                <a:gd name="T54" fmla="*/ 29 w 63"/>
                <a:gd name="T55" fmla="*/ 8 h 17"/>
                <a:gd name="T56" fmla="*/ 29 w 63"/>
                <a:gd name="T57" fmla="*/ 8 h 17"/>
                <a:gd name="T58" fmla="*/ 29 w 63"/>
                <a:gd name="T59" fmla="*/ 7 h 17"/>
                <a:gd name="T60" fmla="*/ 31 w 63"/>
                <a:gd name="T61" fmla="*/ 5 h 17"/>
                <a:gd name="T62" fmla="*/ 37 w 63"/>
                <a:gd name="T63" fmla="*/ 1 h 17"/>
                <a:gd name="T64" fmla="*/ 44 w 63"/>
                <a:gd name="T65" fmla="*/ 5 h 17"/>
                <a:gd name="T66" fmla="*/ 45 w 63"/>
                <a:gd name="T67" fmla="*/ 7 h 17"/>
                <a:gd name="T68" fmla="*/ 46 w 63"/>
                <a:gd name="T69" fmla="*/ 9 h 17"/>
                <a:gd name="T70" fmla="*/ 48 w 63"/>
                <a:gd name="T71" fmla="*/ 7 h 17"/>
                <a:gd name="T72" fmla="*/ 49 w 63"/>
                <a:gd name="T73" fmla="*/ 5 h 17"/>
                <a:gd name="T74" fmla="*/ 62 w 63"/>
                <a:gd name="T75" fmla="*/ 5 h 17"/>
                <a:gd name="T76" fmla="*/ 63 w 63"/>
                <a:gd name="T77" fmla="*/ 8 h 17"/>
                <a:gd name="T78" fmla="*/ 60 w 63"/>
                <a:gd name="T79" fmla="*/ 12 h 17"/>
                <a:gd name="T80" fmla="*/ 59 w 63"/>
                <a:gd name="T81" fmla="*/ 12 h 17"/>
                <a:gd name="T82" fmla="*/ 56 w 63"/>
                <a:gd name="T83" fmla="*/ 10 h 17"/>
                <a:gd name="T84" fmla="*/ 55 w 63"/>
                <a:gd name="T85" fmla="*/ 10 h 17"/>
                <a:gd name="T86" fmla="*/ 55 w 63"/>
                <a:gd name="T87" fmla="*/ 10 h 17"/>
                <a:gd name="T88" fmla="*/ 55 w 63"/>
                <a:gd name="T89" fmla="*/ 11 h 17"/>
                <a:gd name="T90" fmla="*/ 46 w 63"/>
                <a:gd name="T9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3" h="17">
                  <a:moveTo>
                    <a:pt x="46" y="17"/>
                  </a:moveTo>
                  <a:cubicBezTo>
                    <a:pt x="43" y="17"/>
                    <a:pt x="40" y="15"/>
                    <a:pt x="38" y="11"/>
                  </a:cubicBezTo>
                  <a:cubicBezTo>
                    <a:pt x="38" y="11"/>
                    <a:pt x="38" y="10"/>
                    <a:pt x="38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7" y="10"/>
                    <a:pt x="37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3" y="17"/>
                    <a:pt x="30" y="17"/>
                    <a:pt x="28" y="17"/>
                  </a:cubicBezTo>
                  <a:cubicBezTo>
                    <a:pt x="25" y="17"/>
                    <a:pt x="22" y="15"/>
                    <a:pt x="20" y="11"/>
                  </a:cubicBezTo>
                  <a:cubicBezTo>
                    <a:pt x="20" y="11"/>
                    <a:pt x="19" y="10"/>
                    <a:pt x="19" y="10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6" y="15"/>
                    <a:pt x="13" y="17"/>
                    <a:pt x="10" y="17"/>
                  </a:cubicBezTo>
                  <a:cubicBezTo>
                    <a:pt x="6" y="17"/>
                    <a:pt x="3" y="15"/>
                    <a:pt x="1" y="10"/>
                  </a:cubicBezTo>
                  <a:cubicBezTo>
                    <a:pt x="1" y="10"/>
                    <a:pt x="0" y="9"/>
                    <a:pt x="0" y="8"/>
                  </a:cubicBezTo>
                  <a:cubicBezTo>
                    <a:pt x="0" y="6"/>
                    <a:pt x="2" y="4"/>
                    <a:pt x="4" y="4"/>
                  </a:cubicBezTo>
                  <a:cubicBezTo>
                    <a:pt x="6" y="4"/>
                    <a:pt x="8" y="5"/>
                    <a:pt x="8" y="7"/>
                  </a:cubicBezTo>
                  <a:cubicBezTo>
                    <a:pt x="9" y="8"/>
                    <a:pt x="9" y="9"/>
                    <a:pt x="10" y="9"/>
                  </a:cubicBezTo>
                  <a:cubicBezTo>
                    <a:pt x="10" y="9"/>
                    <a:pt x="10" y="8"/>
                    <a:pt x="11" y="7"/>
                  </a:cubicBezTo>
                  <a:cubicBezTo>
                    <a:pt x="11" y="6"/>
                    <a:pt x="12" y="5"/>
                    <a:pt x="12" y="5"/>
                  </a:cubicBezTo>
                  <a:cubicBezTo>
                    <a:pt x="15" y="2"/>
                    <a:pt x="17" y="1"/>
                    <a:pt x="19" y="1"/>
                  </a:cubicBezTo>
                  <a:cubicBezTo>
                    <a:pt x="21" y="1"/>
                    <a:pt x="24" y="3"/>
                    <a:pt x="25" y="5"/>
                  </a:cubicBezTo>
                  <a:cubicBezTo>
                    <a:pt x="26" y="6"/>
                    <a:pt x="26" y="6"/>
                    <a:pt x="27" y="7"/>
                  </a:cubicBezTo>
                  <a:cubicBezTo>
                    <a:pt x="27" y="8"/>
                    <a:pt x="28" y="9"/>
                    <a:pt x="28" y="9"/>
                  </a:cubicBezTo>
                  <a:cubicBezTo>
                    <a:pt x="28" y="9"/>
                    <a:pt x="29" y="9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0" y="6"/>
                    <a:pt x="30" y="6"/>
                    <a:pt x="31" y="5"/>
                  </a:cubicBezTo>
                  <a:cubicBezTo>
                    <a:pt x="33" y="2"/>
                    <a:pt x="36" y="1"/>
                    <a:pt x="37" y="1"/>
                  </a:cubicBezTo>
                  <a:cubicBezTo>
                    <a:pt x="39" y="1"/>
                    <a:pt x="41" y="2"/>
                    <a:pt x="44" y="5"/>
                  </a:cubicBezTo>
                  <a:cubicBezTo>
                    <a:pt x="44" y="6"/>
                    <a:pt x="45" y="6"/>
                    <a:pt x="45" y="7"/>
                  </a:cubicBezTo>
                  <a:cubicBezTo>
                    <a:pt x="45" y="8"/>
                    <a:pt x="46" y="9"/>
                    <a:pt x="46" y="9"/>
                  </a:cubicBezTo>
                  <a:cubicBezTo>
                    <a:pt x="47" y="9"/>
                    <a:pt x="47" y="8"/>
                    <a:pt x="48" y="7"/>
                  </a:cubicBezTo>
                  <a:cubicBezTo>
                    <a:pt x="48" y="6"/>
                    <a:pt x="48" y="5"/>
                    <a:pt x="49" y="5"/>
                  </a:cubicBezTo>
                  <a:cubicBezTo>
                    <a:pt x="53" y="0"/>
                    <a:pt x="59" y="0"/>
                    <a:pt x="62" y="5"/>
                  </a:cubicBezTo>
                  <a:cubicBezTo>
                    <a:pt x="63" y="6"/>
                    <a:pt x="63" y="7"/>
                    <a:pt x="63" y="8"/>
                  </a:cubicBezTo>
                  <a:cubicBezTo>
                    <a:pt x="63" y="10"/>
                    <a:pt x="62" y="12"/>
                    <a:pt x="60" y="12"/>
                  </a:cubicBezTo>
                  <a:cubicBezTo>
                    <a:pt x="59" y="12"/>
                    <a:pt x="59" y="12"/>
                    <a:pt x="59" y="12"/>
                  </a:cubicBezTo>
                  <a:cubicBezTo>
                    <a:pt x="58" y="12"/>
                    <a:pt x="57" y="11"/>
                    <a:pt x="56" y="10"/>
                  </a:cubicBezTo>
                  <a:cubicBezTo>
                    <a:pt x="56" y="10"/>
                    <a:pt x="56" y="10"/>
                    <a:pt x="55" y="10"/>
                  </a:cubicBezTo>
                  <a:cubicBezTo>
                    <a:pt x="55" y="10"/>
                    <a:pt x="55" y="10"/>
                    <a:pt x="55" y="10"/>
                  </a:cubicBezTo>
                  <a:cubicBezTo>
                    <a:pt x="55" y="10"/>
                    <a:pt x="55" y="11"/>
                    <a:pt x="55" y="11"/>
                  </a:cubicBezTo>
                  <a:cubicBezTo>
                    <a:pt x="53" y="15"/>
                    <a:pt x="50" y="17"/>
                    <a:pt x="46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7" name="Oval 86"/>
          <p:cNvSpPr/>
          <p:nvPr/>
        </p:nvSpPr>
        <p:spPr>
          <a:xfrm>
            <a:off x="547632" y="2920556"/>
            <a:ext cx="490330" cy="4903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547632" y="3861460"/>
            <a:ext cx="490330" cy="49033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/>
          <p:cNvSpPr/>
          <p:nvPr/>
        </p:nvSpPr>
        <p:spPr>
          <a:xfrm>
            <a:off x="547632" y="4802364"/>
            <a:ext cx="490330" cy="49033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>
            <a:off x="1185376" y="2922687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268280" y="3215129"/>
            <a:ext cx="4409645" cy="60984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been.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1185376" y="3863591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268280" y="4156033"/>
            <a:ext cx="4409645" cy="60984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been.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1185376" y="4802364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268280" y="5094806"/>
            <a:ext cx="4409645" cy="60984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been.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547632" y="1961811"/>
            <a:ext cx="490330" cy="4903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/>
          <p:cNvSpPr txBox="1"/>
          <p:nvPr/>
        </p:nvSpPr>
        <p:spPr>
          <a:xfrm>
            <a:off x="1185376" y="1961811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268280" y="2254253"/>
            <a:ext cx="4409645" cy="60984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Lorem Ipsum is simply dummy text of the printing and typesetting industry. Lorem Ipsum has 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been.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4113741" y="357089"/>
            <a:ext cx="39645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Infographic</a:t>
            </a:r>
            <a:r>
              <a:rPr lang="en-US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Slide</a:t>
            </a:r>
            <a:endParaRPr 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003579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9"/>
          <p:cNvSpPr>
            <a:spLocks noEditPoints="1"/>
          </p:cNvSpPr>
          <p:nvPr/>
        </p:nvSpPr>
        <p:spPr bwMode="auto">
          <a:xfrm>
            <a:off x="3629126" y="1783045"/>
            <a:ext cx="4923379" cy="2455025"/>
          </a:xfrm>
          <a:custGeom>
            <a:avLst/>
            <a:gdLst>
              <a:gd name="T0" fmla="*/ 2724 w 2812"/>
              <a:gd name="T1" fmla="*/ 330 h 1402"/>
              <a:gd name="T2" fmla="*/ 2706 w 2812"/>
              <a:gd name="T3" fmla="*/ 1262 h 1402"/>
              <a:gd name="T4" fmla="*/ 2654 w 2812"/>
              <a:gd name="T5" fmla="*/ 1311 h 1402"/>
              <a:gd name="T6" fmla="*/ 2644 w 2812"/>
              <a:gd name="T7" fmla="*/ 250 h 1402"/>
              <a:gd name="T8" fmla="*/ 2597 w 2812"/>
              <a:gd name="T9" fmla="*/ 253 h 1402"/>
              <a:gd name="T10" fmla="*/ 2567 w 2812"/>
              <a:gd name="T11" fmla="*/ 240 h 1402"/>
              <a:gd name="T12" fmla="*/ 2554 w 2812"/>
              <a:gd name="T13" fmla="*/ 983 h 1402"/>
              <a:gd name="T14" fmla="*/ 2525 w 2812"/>
              <a:gd name="T15" fmla="*/ 227 h 1402"/>
              <a:gd name="T16" fmla="*/ 2481 w 2812"/>
              <a:gd name="T17" fmla="*/ 215 h 1402"/>
              <a:gd name="T18" fmla="*/ 2448 w 2812"/>
              <a:gd name="T19" fmla="*/ 502 h 1402"/>
              <a:gd name="T20" fmla="*/ 2437 w 2812"/>
              <a:gd name="T21" fmla="*/ 179 h 1402"/>
              <a:gd name="T22" fmla="*/ 2448 w 2812"/>
              <a:gd name="T23" fmla="*/ 946 h 1402"/>
              <a:gd name="T24" fmla="*/ 2409 w 2812"/>
              <a:gd name="T25" fmla="*/ 520 h 1402"/>
              <a:gd name="T26" fmla="*/ 2373 w 2812"/>
              <a:gd name="T27" fmla="*/ 556 h 1402"/>
              <a:gd name="T28" fmla="*/ 2373 w 2812"/>
              <a:gd name="T29" fmla="*/ 1190 h 1402"/>
              <a:gd name="T30" fmla="*/ 2330 w 2812"/>
              <a:gd name="T31" fmla="*/ 205 h 1402"/>
              <a:gd name="T32" fmla="*/ 2319 w 2812"/>
              <a:gd name="T33" fmla="*/ 205 h 1402"/>
              <a:gd name="T34" fmla="*/ 2298 w 2812"/>
              <a:gd name="T35" fmla="*/ 872 h 1402"/>
              <a:gd name="T36" fmla="*/ 2276 w 2812"/>
              <a:gd name="T37" fmla="*/ 688 h 1402"/>
              <a:gd name="T38" fmla="*/ 2190 w 2812"/>
              <a:gd name="T39" fmla="*/ 976 h 1402"/>
              <a:gd name="T40" fmla="*/ 2190 w 2812"/>
              <a:gd name="T41" fmla="*/ 143 h 1402"/>
              <a:gd name="T42" fmla="*/ 2123 w 2812"/>
              <a:gd name="T43" fmla="*/ 146 h 1402"/>
              <a:gd name="T44" fmla="*/ 2063 w 2812"/>
              <a:gd name="T45" fmla="*/ 151 h 1402"/>
              <a:gd name="T46" fmla="*/ 1913 w 2812"/>
              <a:gd name="T47" fmla="*/ 890 h 1402"/>
              <a:gd name="T48" fmla="*/ 1908 w 2812"/>
              <a:gd name="T49" fmla="*/ 868 h 1402"/>
              <a:gd name="T50" fmla="*/ 1903 w 2812"/>
              <a:gd name="T51" fmla="*/ 215 h 1402"/>
              <a:gd name="T52" fmla="*/ 1903 w 2812"/>
              <a:gd name="T53" fmla="*/ 895 h 1402"/>
              <a:gd name="T54" fmla="*/ 1762 w 2812"/>
              <a:gd name="T55" fmla="*/ 603 h 1402"/>
              <a:gd name="T56" fmla="*/ 1748 w 2812"/>
              <a:gd name="T57" fmla="*/ 720 h 1402"/>
              <a:gd name="T58" fmla="*/ 1737 w 2812"/>
              <a:gd name="T59" fmla="*/ 825 h 1402"/>
              <a:gd name="T60" fmla="*/ 1694 w 2812"/>
              <a:gd name="T61" fmla="*/ 1038 h 1402"/>
              <a:gd name="T62" fmla="*/ 1626 w 2812"/>
              <a:gd name="T63" fmla="*/ 520 h 1402"/>
              <a:gd name="T64" fmla="*/ 1667 w 2812"/>
              <a:gd name="T65" fmla="*/ 1017 h 1402"/>
              <a:gd name="T66" fmla="*/ 1453 w 2812"/>
              <a:gd name="T67" fmla="*/ 425 h 1402"/>
              <a:gd name="T68" fmla="*/ 1465 w 2812"/>
              <a:gd name="T69" fmla="*/ 662 h 1402"/>
              <a:gd name="T70" fmla="*/ 1312 w 2812"/>
              <a:gd name="T71" fmla="*/ 609 h 1402"/>
              <a:gd name="T72" fmla="*/ 1263 w 2812"/>
              <a:gd name="T73" fmla="*/ 885 h 1402"/>
              <a:gd name="T74" fmla="*/ 1263 w 2812"/>
              <a:gd name="T75" fmla="*/ 636 h 1402"/>
              <a:gd name="T76" fmla="*/ 1192 w 2812"/>
              <a:gd name="T77" fmla="*/ 744 h 1402"/>
              <a:gd name="T78" fmla="*/ 1154 w 2812"/>
              <a:gd name="T79" fmla="*/ 33 h 1402"/>
              <a:gd name="T80" fmla="*/ 932 w 2812"/>
              <a:gd name="T81" fmla="*/ 1172 h 1402"/>
              <a:gd name="T82" fmla="*/ 838 w 2812"/>
              <a:gd name="T83" fmla="*/ 546 h 1402"/>
              <a:gd name="T84" fmla="*/ 820 w 2812"/>
              <a:gd name="T85" fmla="*/ 273 h 1402"/>
              <a:gd name="T86" fmla="*/ 818 w 2812"/>
              <a:gd name="T87" fmla="*/ 25 h 1402"/>
              <a:gd name="T88" fmla="*/ 805 w 2812"/>
              <a:gd name="T89" fmla="*/ 541 h 1402"/>
              <a:gd name="T90" fmla="*/ 805 w 2812"/>
              <a:gd name="T91" fmla="*/ 104 h 1402"/>
              <a:gd name="T92" fmla="*/ 805 w 2812"/>
              <a:gd name="T93" fmla="*/ 840 h 1402"/>
              <a:gd name="T94" fmla="*/ 732 w 2812"/>
              <a:gd name="T95" fmla="*/ 341 h 1402"/>
              <a:gd name="T96" fmla="*/ 726 w 2812"/>
              <a:gd name="T97" fmla="*/ 265 h 1402"/>
              <a:gd name="T98" fmla="*/ 704 w 2812"/>
              <a:gd name="T99" fmla="*/ 459 h 1402"/>
              <a:gd name="T100" fmla="*/ 695 w 2812"/>
              <a:gd name="T101" fmla="*/ 178 h 1402"/>
              <a:gd name="T102" fmla="*/ 695 w 2812"/>
              <a:gd name="T103" fmla="*/ 323 h 1402"/>
              <a:gd name="T104" fmla="*/ 633 w 2812"/>
              <a:gd name="T105" fmla="*/ 63 h 1402"/>
              <a:gd name="T106" fmla="*/ 674 w 2812"/>
              <a:gd name="T107" fmla="*/ 332 h 1402"/>
              <a:gd name="T108" fmla="*/ 597 w 2812"/>
              <a:gd name="T109" fmla="*/ 99 h 1402"/>
              <a:gd name="T110" fmla="*/ 578 w 2812"/>
              <a:gd name="T111" fmla="*/ 793 h 1402"/>
              <a:gd name="T112" fmla="*/ 578 w 2812"/>
              <a:gd name="T113" fmla="*/ 130 h 1402"/>
              <a:gd name="T114" fmla="*/ 549 w 2812"/>
              <a:gd name="T115" fmla="*/ 76 h 1402"/>
              <a:gd name="T116" fmla="*/ 532 w 2812"/>
              <a:gd name="T117" fmla="*/ 100 h 1402"/>
              <a:gd name="T118" fmla="*/ 507 w 2812"/>
              <a:gd name="T119" fmla="*/ 142 h 1402"/>
              <a:gd name="T120" fmla="*/ 443 w 2812"/>
              <a:gd name="T121" fmla="*/ 117 h 1402"/>
              <a:gd name="T122" fmla="*/ 372 w 2812"/>
              <a:gd name="T123" fmla="*/ 142 h 1402"/>
              <a:gd name="T124" fmla="*/ 105 w 2812"/>
              <a:gd name="T125" fmla="*/ 411 h 1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812" h="1402">
                <a:moveTo>
                  <a:pt x="2738" y="300"/>
                </a:moveTo>
                <a:cubicBezTo>
                  <a:pt x="2738" y="258"/>
                  <a:pt x="2738" y="258"/>
                  <a:pt x="2738" y="258"/>
                </a:cubicBezTo>
                <a:cubicBezTo>
                  <a:pt x="2739" y="259"/>
                  <a:pt x="2741" y="260"/>
                  <a:pt x="2742" y="261"/>
                </a:cubicBezTo>
                <a:cubicBezTo>
                  <a:pt x="2756" y="272"/>
                  <a:pt x="2771" y="283"/>
                  <a:pt x="2791" y="283"/>
                </a:cubicBezTo>
                <a:cubicBezTo>
                  <a:pt x="2812" y="283"/>
                  <a:pt x="2791" y="316"/>
                  <a:pt x="2778" y="320"/>
                </a:cubicBezTo>
                <a:cubicBezTo>
                  <a:pt x="2764" y="324"/>
                  <a:pt x="2764" y="310"/>
                  <a:pt x="2752" y="303"/>
                </a:cubicBezTo>
                <a:cubicBezTo>
                  <a:pt x="2747" y="301"/>
                  <a:pt x="2742" y="300"/>
                  <a:pt x="2738" y="300"/>
                </a:cubicBezTo>
                <a:close/>
                <a:moveTo>
                  <a:pt x="2738" y="233"/>
                </a:moveTo>
                <a:cubicBezTo>
                  <a:pt x="2738" y="220"/>
                  <a:pt x="2738" y="220"/>
                  <a:pt x="2738" y="220"/>
                </a:cubicBezTo>
                <a:cubicBezTo>
                  <a:pt x="2738" y="220"/>
                  <a:pt x="2738" y="220"/>
                  <a:pt x="2738" y="220"/>
                </a:cubicBezTo>
                <a:cubicBezTo>
                  <a:pt x="2746" y="219"/>
                  <a:pt x="2756" y="233"/>
                  <a:pt x="2741" y="233"/>
                </a:cubicBezTo>
                <a:cubicBezTo>
                  <a:pt x="2740" y="233"/>
                  <a:pt x="2739" y="233"/>
                  <a:pt x="2738" y="233"/>
                </a:cubicBezTo>
                <a:close/>
                <a:moveTo>
                  <a:pt x="2738" y="220"/>
                </a:moveTo>
                <a:cubicBezTo>
                  <a:pt x="2738" y="233"/>
                  <a:pt x="2738" y="233"/>
                  <a:pt x="2738" y="233"/>
                </a:cubicBezTo>
                <a:cubicBezTo>
                  <a:pt x="2725" y="231"/>
                  <a:pt x="2722" y="219"/>
                  <a:pt x="2738" y="220"/>
                </a:cubicBezTo>
                <a:close/>
                <a:moveTo>
                  <a:pt x="2738" y="258"/>
                </a:moveTo>
                <a:cubicBezTo>
                  <a:pt x="2738" y="300"/>
                  <a:pt x="2738" y="300"/>
                  <a:pt x="2738" y="300"/>
                </a:cubicBezTo>
                <a:cubicBezTo>
                  <a:pt x="2731" y="301"/>
                  <a:pt x="2726" y="305"/>
                  <a:pt x="2728" y="313"/>
                </a:cubicBezTo>
                <a:cubicBezTo>
                  <a:pt x="2730" y="318"/>
                  <a:pt x="2728" y="319"/>
                  <a:pt x="2724" y="319"/>
                </a:cubicBezTo>
                <a:cubicBezTo>
                  <a:pt x="2724" y="252"/>
                  <a:pt x="2724" y="252"/>
                  <a:pt x="2724" y="252"/>
                </a:cubicBezTo>
                <a:cubicBezTo>
                  <a:pt x="2729" y="254"/>
                  <a:pt x="2734" y="255"/>
                  <a:pt x="2738" y="258"/>
                </a:cubicBezTo>
                <a:close/>
                <a:moveTo>
                  <a:pt x="2724" y="1062"/>
                </a:moveTo>
                <a:cubicBezTo>
                  <a:pt x="2724" y="1050"/>
                  <a:pt x="2724" y="1050"/>
                  <a:pt x="2724" y="1050"/>
                </a:cubicBezTo>
                <a:cubicBezTo>
                  <a:pt x="2728" y="1049"/>
                  <a:pt x="2730" y="1051"/>
                  <a:pt x="2730" y="1055"/>
                </a:cubicBezTo>
                <a:cubicBezTo>
                  <a:pt x="2729" y="1058"/>
                  <a:pt x="2727" y="1062"/>
                  <a:pt x="2724" y="1062"/>
                </a:cubicBezTo>
                <a:close/>
                <a:moveTo>
                  <a:pt x="2724" y="342"/>
                </a:moveTo>
                <a:cubicBezTo>
                  <a:pt x="2724" y="330"/>
                  <a:pt x="2724" y="330"/>
                  <a:pt x="2724" y="330"/>
                </a:cubicBezTo>
                <a:cubicBezTo>
                  <a:pt x="2732" y="335"/>
                  <a:pt x="2732" y="340"/>
                  <a:pt x="2724" y="342"/>
                </a:cubicBezTo>
                <a:close/>
                <a:moveTo>
                  <a:pt x="2724" y="252"/>
                </a:moveTo>
                <a:cubicBezTo>
                  <a:pt x="2724" y="319"/>
                  <a:pt x="2724" y="319"/>
                  <a:pt x="2724" y="319"/>
                </a:cubicBezTo>
                <a:cubicBezTo>
                  <a:pt x="2720" y="318"/>
                  <a:pt x="2712" y="314"/>
                  <a:pt x="2706" y="310"/>
                </a:cubicBezTo>
                <a:cubicBezTo>
                  <a:pt x="2706" y="247"/>
                  <a:pt x="2706" y="247"/>
                  <a:pt x="2706" y="247"/>
                </a:cubicBezTo>
                <a:cubicBezTo>
                  <a:pt x="2712" y="249"/>
                  <a:pt x="2718" y="250"/>
                  <a:pt x="2724" y="252"/>
                </a:cubicBezTo>
                <a:close/>
                <a:moveTo>
                  <a:pt x="2724" y="330"/>
                </a:moveTo>
                <a:cubicBezTo>
                  <a:pt x="2724" y="342"/>
                  <a:pt x="2724" y="342"/>
                  <a:pt x="2724" y="342"/>
                </a:cubicBezTo>
                <a:cubicBezTo>
                  <a:pt x="2722" y="343"/>
                  <a:pt x="2718" y="343"/>
                  <a:pt x="2713" y="343"/>
                </a:cubicBezTo>
                <a:cubicBezTo>
                  <a:pt x="2711" y="343"/>
                  <a:pt x="2708" y="343"/>
                  <a:pt x="2706" y="344"/>
                </a:cubicBezTo>
                <a:cubicBezTo>
                  <a:pt x="2706" y="319"/>
                  <a:pt x="2706" y="319"/>
                  <a:pt x="2706" y="319"/>
                </a:cubicBezTo>
                <a:cubicBezTo>
                  <a:pt x="2709" y="321"/>
                  <a:pt x="2712" y="323"/>
                  <a:pt x="2716" y="325"/>
                </a:cubicBezTo>
                <a:cubicBezTo>
                  <a:pt x="2719" y="327"/>
                  <a:pt x="2722" y="328"/>
                  <a:pt x="2724" y="330"/>
                </a:cubicBezTo>
                <a:close/>
                <a:moveTo>
                  <a:pt x="2724" y="1050"/>
                </a:moveTo>
                <a:cubicBezTo>
                  <a:pt x="2724" y="1062"/>
                  <a:pt x="2724" y="1062"/>
                  <a:pt x="2724" y="1062"/>
                </a:cubicBezTo>
                <a:cubicBezTo>
                  <a:pt x="2723" y="1062"/>
                  <a:pt x="2722" y="1061"/>
                  <a:pt x="2721" y="1060"/>
                </a:cubicBezTo>
                <a:cubicBezTo>
                  <a:pt x="2717" y="1055"/>
                  <a:pt x="2718" y="1052"/>
                  <a:pt x="2723" y="1051"/>
                </a:cubicBezTo>
                <a:cubicBezTo>
                  <a:pt x="2723" y="1051"/>
                  <a:pt x="2724" y="1050"/>
                  <a:pt x="2724" y="1050"/>
                </a:cubicBezTo>
                <a:close/>
                <a:moveTo>
                  <a:pt x="2706" y="1262"/>
                </a:moveTo>
                <a:cubicBezTo>
                  <a:pt x="2706" y="1246"/>
                  <a:pt x="2706" y="1246"/>
                  <a:pt x="2706" y="1246"/>
                </a:cubicBezTo>
                <a:cubicBezTo>
                  <a:pt x="2708" y="1251"/>
                  <a:pt x="2708" y="1257"/>
                  <a:pt x="2706" y="1262"/>
                </a:cubicBezTo>
                <a:close/>
                <a:moveTo>
                  <a:pt x="2706" y="1068"/>
                </a:moveTo>
                <a:cubicBezTo>
                  <a:pt x="2706" y="1057"/>
                  <a:pt x="2706" y="1057"/>
                  <a:pt x="2706" y="1057"/>
                </a:cubicBezTo>
                <a:cubicBezTo>
                  <a:pt x="2710" y="1055"/>
                  <a:pt x="2712" y="1057"/>
                  <a:pt x="2711" y="1061"/>
                </a:cubicBezTo>
                <a:cubicBezTo>
                  <a:pt x="2711" y="1064"/>
                  <a:pt x="2709" y="1068"/>
                  <a:pt x="2706" y="1068"/>
                </a:cubicBezTo>
                <a:close/>
                <a:moveTo>
                  <a:pt x="2706" y="247"/>
                </a:moveTo>
                <a:cubicBezTo>
                  <a:pt x="2706" y="310"/>
                  <a:pt x="2706" y="310"/>
                  <a:pt x="2706" y="310"/>
                </a:cubicBezTo>
                <a:cubicBezTo>
                  <a:pt x="2704" y="309"/>
                  <a:pt x="2704" y="309"/>
                  <a:pt x="2704" y="309"/>
                </a:cubicBezTo>
                <a:cubicBezTo>
                  <a:pt x="2694" y="303"/>
                  <a:pt x="2695" y="311"/>
                  <a:pt x="2706" y="319"/>
                </a:cubicBezTo>
                <a:cubicBezTo>
                  <a:pt x="2706" y="344"/>
                  <a:pt x="2706" y="344"/>
                  <a:pt x="2706" y="344"/>
                </a:cubicBezTo>
                <a:cubicBezTo>
                  <a:pt x="2697" y="345"/>
                  <a:pt x="2691" y="349"/>
                  <a:pt x="2687" y="354"/>
                </a:cubicBezTo>
                <a:cubicBezTo>
                  <a:pt x="2687" y="240"/>
                  <a:pt x="2687" y="240"/>
                  <a:pt x="2687" y="240"/>
                </a:cubicBezTo>
                <a:cubicBezTo>
                  <a:pt x="2688" y="241"/>
                  <a:pt x="2689" y="241"/>
                  <a:pt x="2690" y="242"/>
                </a:cubicBezTo>
                <a:cubicBezTo>
                  <a:pt x="2695" y="244"/>
                  <a:pt x="2700" y="246"/>
                  <a:pt x="2706" y="247"/>
                </a:cubicBezTo>
                <a:close/>
                <a:moveTo>
                  <a:pt x="2706" y="1057"/>
                </a:moveTo>
                <a:cubicBezTo>
                  <a:pt x="2706" y="1068"/>
                  <a:pt x="2706" y="1068"/>
                  <a:pt x="2706" y="1068"/>
                </a:cubicBezTo>
                <a:cubicBezTo>
                  <a:pt x="2705" y="1068"/>
                  <a:pt x="2704" y="1067"/>
                  <a:pt x="2703" y="1066"/>
                </a:cubicBezTo>
                <a:cubicBezTo>
                  <a:pt x="2699" y="1062"/>
                  <a:pt x="2699" y="1059"/>
                  <a:pt x="2704" y="1057"/>
                </a:cubicBezTo>
                <a:cubicBezTo>
                  <a:pt x="2705" y="1057"/>
                  <a:pt x="2705" y="1057"/>
                  <a:pt x="2706" y="1057"/>
                </a:cubicBezTo>
                <a:close/>
                <a:moveTo>
                  <a:pt x="2706" y="1246"/>
                </a:moveTo>
                <a:cubicBezTo>
                  <a:pt x="2706" y="1262"/>
                  <a:pt x="2706" y="1262"/>
                  <a:pt x="2706" y="1262"/>
                </a:cubicBezTo>
                <a:cubicBezTo>
                  <a:pt x="2704" y="1269"/>
                  <a:pt x="2699" y="1274"/>
                  <a:pt x="2695" y="1272"/>
                </a:cubicBezTo>
                <a:cubicBezTo>
                  <a:pt x="2691" y="1271"/>
                  <a:pt x="2689" y="1270"/>
                  <a:pt x="2687" y="1268"/>
                </a:cubicBezTo>
                <a:cubicBezTo>
                  <a:pt x="2687" y="1222"/>
                  <a:pt x="2687" y="1222"/>
                  <a:pt x="2687" y="1222"/>
                </a:cubicBezTo>
                <a:cubicBezTo>
                  <a:pt x="2689" y="1229"/>
                  <a:pt x="2692" y="1236"/>
                  <a:pt x="2699" y="1239"/>
                </a:cubicBezTo>
                <a:cubicBezTo>
                  <a:pt x="2702" y="1240"/>
                  <a:pt x="2705" y="1243"/>
                  <a:pt x="2706" y="1246"/>
                </a:cubicBezTo>
                <a:close/>
                <a:moveTo>
                  <a:pt x="2687" y="240"/>
                </a:moveTo>
                <a:cubicBezTo>
                  <a:pt x="2687" y="354"/>
                  <a:pt x="2687" y="354"/>
                  <a:pt x="2687" y="354"/>
                </a:cubicBezTo>
                <a:cubicBezTo>
                  <a:pt x="2683" y="359"/>
                  <a:pt x="2680" y="364"/>
                  <a:pt x="2676" y="369"/>
                </a:cubicBezTo>
                <a:cubicBezTo>
                  <a:pt x="2676" y="370"/>
                  <a:pt x="2675" y="371"/>
                  <a:pt x="2674" y="372"/>
                </a:cubicBezTo>
                <a:cubicBezTo>
                  <a:pt x="2674" y="235"/>
                  <a:pt x="2674" y="235"/>
                  <a:pt x="2674" y="235"/>
                </a:cubicBezTo>
                <a:cubicBezTo>
                  <a:pt x="2678" y="236"/>
                  <a:pt x="2682" y="238"/>
                  <a:pt x="2687" y="240"/>
                </a:cubicBezTo>
                <a:close/>
                <a:moveTo>
                  <a:pt x="2687" y="1222"/>
                </a:moveTo>
                <a:cubicBezTo>
                  <a:pt x="2687" y="1268"/>
                  <a:pt x="2687" y="1268"/>
                  <a:pt x="2687" y="1268"/>
                </a:cubicBezTo>
                <a:cubicBezTo>
                  <a:pt x="2682" y="1265"/>
                  <a:pt x="2680" y="1259"/>
                  <a:pt x="2678" y="1248"/>
                </a:cubicBezTo>
                <a:cubicBezTo>
                  <a:pt x="2677" y="1244"/>
                  <a:pt x="2676" y="1240"/>
                  <a:pt x="2674" y="1235"/>
                </a:cubicBezTo>
                <a:cubicBezTo>
                  <a:pt x="2674" y="1206"/>
                  <a:pt x="2674" y="1206"/>
                  <a:pt x="2674" y="1206"/>
                </a:cubicBezTo>
                <a:cubicBezTo>
                  <a:pt x="2681" y="1206"/>
                  <a:pt x="2684" y="1214"/>
                  <a:pt x="2687" y="1222"/>
                </a:cubicBezTo>
                <a:close/>
                <a:moveTo>
                  <a:pt x="2674" y="1295"/>
                </a:moveTo>
                <a:cubicBezTo>
                  <a:pt x="2684" y="1284"/>
                  <a:pt x="2684" y="1268"/>
                  <a:pt x="2674" y="1266"/>
                </a:cubicBezTo>
                <a:lnTo>
                  <a:pt x="2674" y="1295"/>
                </a:lnTo>
                <a:close/>
                <a:moveTo>
                  <a:pt x="2674" y="235"/>
                </a:moveTo>
                <a:cubicBezTo>
                  <a:pt x="2674" y="372"/>
                  <a:pt x="2674" y="372"/>
                  <a:pt x="2674" y="372"/>
                </a:cubicBezTo>
                <a:cubicBezTo>
                  <a:pt x="2668" y="377"/>
                  <a:pt x="2662" y="370"/>
                  <a:pt x="2654" y="366"/>
                </a:cubicBezTo>
                <a:cubicBezTo>
                  <a:pt x="2654" y="253"/>
                  <a:pt x="2654" y="253"/>
                  <a:pt x="2654" y="253"/>
                </a:cubicBezTo>
                <a:cubicBezTo>
                  <a:pt x="2678" y="261"/>
                  <a:pt x="2676" y="258"/>
                  <a:pt x="2665" y="243"/>
                </a:cubicBezTo>
                <a:cubicBezTo>
                  <a:pt x="2658" y="233"/>
                  <a:pt x="2664" y="232"/>
                  <a:pt x="2674" y="235"/>
                </a:cubicBezTo>
                <a:close/>
                <a:moveTo>
                  <a:pt x="2674" y="1206"/>
                </a:moveTo>
                <a:cubicBezTo>
                  <a:pt x="2674" y="1235"/>
                  <a:pt x="2674" y="1235"/>
                  <a:pt x="2674" y="1235"/>
                </a:cubicBezTo>
                <a:cubicBezTo>
                  <a:pt x="2669" y="1222"/>
                  <a:pt x="2661" y="1208"/>
                  <a:pt x="2671" y="1206"/>
                </a:cubicBezTo>
                <a:cubicBezTo>
                  <a:pt x="2672" y="1206"/>
                  <a:pt x="2673" y="1206"/>
                  <a:pt x="2674" y="1206"/>
                </a:cubicBezTo>
                <a:close/>
                <a:moveTo>
                  <a:pt x="2674" y="1266"/>
                </a:moveTo>
                <a:cubicBezTo>
                  <a:pt x="2674" y="1295"/>
                  <a:pt x="2674" y="1295"/>
                  <a:pt x="2674" y="1295"/>
                </a:cubicBezTo>
                <a:cubicBezTo>
                  <a:pt x="2674" y="1296"/>
                  <a:pt x="2674" y="1296"/>
                  <a:pt x="2674" y="1296"/>
                </a:cubicBezTo>
                <a:cubicBezTo>
                  <a:pt x="2669" y="1301"/>
                  <a:pt x="2661" y="1306"/>
                  <a:pt x="2654" y="1311"/>
                </a:cubicBezTo>
                <a:cubicBezTo>
                  <a:pt x="2654" y="1288"/>
                  <a:pt x="2654" y="1288"/>
                  <a:pt x="2654" y="1288"/>
                </a:cubicBezTo>
                <a:cubicBezTo>
                  <a:pt x="2662" y="1282"/>
                  <a:pt x="2652" y="1268"/>
                  <a:pt x="2672" y="1266"/>
                </a:cubicBezTo>
                <a:cubicBezTo>
                  <a:pt x="2673" y="1266"/>
                  <a:pt x="2673" y="1266"/>
                  <a:pt x="2674" y="1266"/>
                </a:cubicBezTo>
                <a:close/>
                <a:moveTo>
                  <a:pt x="2654" y="874"/>
                </a:moveTo>
                <a:cubicBezTo>
                  <a:pt x="2654" y="862"/>
                  <a:pt x="2654" y="862"/>
                  <a:pt x="2654" y="862"/>
                </a:cubicBezTo>
                <a:cubicBezTo>
                  <a:pt x="2658" y="861"/>
                  <a:pt x="2660" y="863"/>
                  <a:pt x="2659" y="867"/>
                </a:cubicBezTo>
                <a:cubicBezTo>
                  <a:pt x="2659" y="870"/>
                  <a:pt x="2657" y="874"/>
                  <a:pt x="2654" y="874"/>
                </a:cubicBezTo>
                <a:close/>
                <a:moveTo>
                  <a:pt x="2654" y="253"/>
                </a:moveTo>
                <a:cubicBezTo>
                  <a:pt x="2654" y="366"/>
                  <a:pt x="2654" y="366"/>
                  <a:pt x="2654" y="366"/>
                </a:cubicBezTo>
                <a:cubicBezTo>
                  <a:pt x="2652" y="365"/>
                  <a:pt x="2650" y="365"/>
                  <a:pt x="2648" y="365"/>
                </a:cubicBezTo>
                <a:cubicBezTo>
                  <a:pt x="2646" y="365"/>
                  <a:pt x="2645" y="365"/>
                  <a:pt x="2644" y="365"/>
                </a:cubicBezTo>
                <a:cubicBezTo>
                  <a:pt x="2644" y="250"/>
                  <a:pt x="2644" y="250"/>
                  <a:pt x="2644" y="250"/>
                </a:cubicBezTo>
                <a:cubicBezTo>
                  <a:pt x="2646" y="251"/>
                  <a:pt x="2648" y="252"/>
                  <a:pt x="2652" y="253"/>
                </a:cubicBezTo>
                <a:cubicBezTo>
                  <a:pt x="2654" y="253"/>
                  <a:pt x="2654" y="253"/>
                  <a:pt x="2654" y="253"/>
                </a:cubicBezTo>
                <a:close/>
                <a:moveTo>
                  <a:pt x="2654" y="862"/>
                </a:moveTo>
                <a:cubicBezTo>
                  <a:pt x="2654" y="874"/>
                  <a:pt x="2654" y="874"/>
                  <a:pt x="2654" y="874"/>
                </a:cubicBezTo>
                <a:cubicBezTo>
                  <a:pt x="2653" y="874"/>
                  <a:pt x="2652" y="873"/>
                  <a:pt x="2651" y="872"/>
                </a:cubicBezTo>
                <a:cubicBezTo>
                  <a:pt x="2647" y="867"/>
                  <a:pt x="2647" y="864"/>
                  <a:pt x="2652" y="863"/>
                </a:cubicBezTo>
                <a:cubicBezTo>
                  <a:pt x="2653" y="863"/>
                  <a:pt x="2653" y="862"/>
                  <a:pt x="2654" y="862"/>
                </a:cubicBezTo>
                <a:close/>
                <a:moveTo>
                  <a:pt x="2654" y="1288"/>
                </a:moveTo>
                <a:cubicBezTo>
                  <a:pt x="2654" y="1311"/>
                  <a:pt x="2654" y="1311"/>
                  <a:pt x="2654" y="1311"/>
                </a:cubicBezTo>
                <a:cubicBezTo>
                  <a:pt x="2650" y="1313"/>
                  <a:pt x="2647" y="1316"/>
                  <a:pt x="2644" y="1319"/>
                </a:cubicBezTo>
                <a:cubicBezTo>
                  <a:pt x="2644" y="1292"/>
                  <a:pt x="2644" y="1292"/>
                  <a:pt x="2644" y="1292"/>
                </a:cubicBezTo>
                <a:cubicBezTo>
                  <a:pt x="2645" y="1291"/>
                  <a:pt x="2647" y="1291"/>
                  <a:pt x="2649" y="1290"/>
                </a:cubicBezTo>
                <a:cubicBezTo>
                  <a:pt x="2651" y="1290"/>
                  <a:pt x="2653" y="1289"/>
                  <a:pt x="2654" y="1288"/>
                </a:cubicBezTo>
                <a:close/>
                <a:moveTo>
                  <a:pt x="2644" y="1069"/>
                </a:moveTo>
                <a:cubicBezTo>
                  <a:pt x="2644" y="1053"/>
                  <a:pt x="2644" y="1053"/>
                  <a:pt x="2644" y="1053"/>
                </a:cubicBezTo>
                <a:cubicBezTo>
                  <a:pt x="2652" y="1059"/>
                  <a:pt x="2658" y="1070"/>
                  <a:pt x="2648" y="1070"/>
                </a:cubicBezTo>
                <a:cubicBezTo>
                  <a:pt x="2647" y="1070"/>
                  <a:pt x="2645" y="1070"/>
                  <a:pt x="2644" y="1069"/>
                </a:cubicBezTo>
                <a:close/>
                <a:moveTo>
                  <a:pt x="2644" y="441"/>
                </a:moveTo>
                <a:cubicBezTo>
                  <a:pt x="2644" y="433"/>
                  <a:pt x="2644" y="433"/>
                  <a:pt x="2644" y="433"/>
                </a:cubicBezTo>
                <a:cubicBezTo>
                  <a:pt x="2650" y="437"/>
                  <a:pt x="2656" y="444"/>
                  <a:pt x="2650" y="443"/>
                </a:cubicBezTo>
                <a:cubicBezTo>
                  <a:pt x="2648" y="443"/>
                  <a:pt x="2646" y="442"/>
                  <a:pt x="2644" y="441"/>
                </a:cubicBezTo>
                <a:close/>
                <a:moveTo>
                  <a:pt x="2644" y="250"/>
                </a:moveTo>
                <a:cubicBezTo>
                  <a:pt x="2644" y="365"/>
                  <a:pt x="2644" y="365"/>
                  <a:pt x="2644" y="365"/>
                </a:cubicBezTo>
                <a:cubicBezTo>
                  <a:pt x="2635" y="367"/>
                  <a:pt x="2632" y="373"/>
                  <a:pt x="2617" y="370"/>
                </a:cubicBezTo>
                <a:cubicBezTo>
                  <a:pt x="2616" y="370"/>
                  <a:pt x="2616" y="370"/>
                  <a:pt x="2616" y="370"/>
                </a:cubicBezTo>
                <a:cubicBezTo>
                  <a:pt x="2616" y="355"/>
                  <a:pt x="2616" y="355"/>
                  <a:pt x="2616" y="355"/>
                </a:cubicBezTo>
                <a:cubicBezTo>
                  <a:pt x="2628" y="350"/>
                  <a:pt x="2623" y="343"/>
                  <a:pt x="2616" y="343"/>
                </a:cubicBezTo>
                <a:cubicBezTo>
                  <a:pt x="2616" y="251"/>
                  <a:pt x="2616" y="251"/>
                  <a:pt x="2616" y="251"/>
                </a:cubicBezTo>
                <a:cubicBezTo>
                  <a:pt x="2618" y="251"/>
                  <a:pt x="2619" y="251"/>
                  <a:pt x="2620" y="251"/>
                </a:cubicBezTo>
                <a:cubicBezTo>
                  <a:pt x="2633" y="252"/>
                  <a:pt x="2628" y="246"/>
                  <a:pt x="2644" y="250"/>
                </a:cubicBezTo>
                <a:close/>
                <a:moveTo>
                  <a:pt x="2644" y="433"/>
                </a:moveTo>
                <a:cubicBezTo>
                  <a:pt x="2644" y="441"/>
                  <a:pt x="2644" y="441"/>
                  <a:pt x="2644" y="441"/>
                </a:cubicBezTo>
                <a:cubicBezTo>
                  <a:pt x="2637" y="437"/>
                  <a:pt x="2632" y="429"/>
                  <a:pt x="2637" y="429"/>
                </a:cubicBezTo>
                <a:cubicBezTo>
                  <a:pt x="2639" y="430"/>
                  <a:pt x="2641" y="431"/>
                  <a:pt x="2644" y="433"/>
                </a:cubicBezTo>
                <a:close/>
                <a:moveTo>
                  <a:pt x="2644" y="1053"/>
                </a:moveTo>
                <a:cubicBezTo>
                  <a:pt x="2644" y="1069"/>
                  <a:pt x="2644" y="1069"/>
                  <a:pt x="2644" y="1069"/>
                </a:cubicBezTo>
                <a:cubicBezTo>
                  <a:pt x="2633" y="1066"/>
                  <a:pt x="2625" y="1050"/>
                  <a:pt x="2634" y="1049"/>
                </a:cubicBezTo>
                <a:cubicBezTo>
                  <a:pt x="2637" y="1050"/>
                  <a:pt x="2641" y="1051"/>
                  <a:pt x="2644" y="1053"/>
                </a:cubicBezTo>
                <a:close/>
                <a:moveTo>
                  <a:pt x="2644" y="1292"/>
                </a:moveTo>
                <a:cubicBezTo>
                  <a:pt x="2644" y="1319"/>
                  <a:pt x="2644" y="1319"/>
                  <a:pt x="2644" y="1319"/>
                </a:cubicBezTo>
                <a:cubicBezTo>
                  <a:pt x="2638" y="1323"/>
                  <a:pt x="2634" y="1328"/>
                  <a:pt x="2633" y="1334"/>
                </a:cubicBezTo>
                <a:cubicBezTo>
                  <a:pt x="2629" y="1349"/>
                  <a:pt x="2625" y="1319"/>
                  <a:pt x="2623" y="1311"/>
                </a:cubicBezTo>
                <a:cubicBezTo>
                  <a:pt x="2620" y="1304"/>
                  <a:pt x="2630" y="1296"/>
                  <a:pt x="2644" y="1292"/>
                </a:cubicBezTo>
                <a:close/>
                <a:moveTo>
                  <a:pt x="2616" y="1102"/>
                </a:moveTo>
                <a:cubicBezTo>
                  <a:pt x="2616" y="1085"/>
                  <a:pt x="2616" y="1085"/>
                  <a:pt x="2616" y="1085"/>
                </a:cubicBezTo>
                <a:cubicBezTo>
                  <a:pt x="2628" y="1088"/>
                  <a:pt x="2643" y="1103"/>
                  <a:pt x="2628" y="1104"/>
                </a:cubicBezTo>
                <a:cubicBezTo>
                  <a:pt x="2624" y="1104"/>
                  <a:pt x="2620" y="1103"/>
                  <a:pt x="2616" y="1102"/>
                </a:cubicBezTo>
                <a:close/>
                <a:moveTo>
                  <a:pt x="2616" y="395"/>
                </a:moveTo>
                <a:cubicBezTo>
                  <a:pt x="2616" y="385"/>
                  <a:pt x="2616" y="385"/>
                  <a:pt x="2616" y="385"/>
                </a:cubicBezTo>
                <a:cubicBezTo>
                  <a:pt x="2624" y="386"/>
                  <a:pt x="2627" y="395"/>
                  <a:pt x="2619" y="395"/>
                </a:cubicBezTo>
                <a:cubicBezTo>
                  <a:pt x="2618" y="395"/>
                  <a:pt x="2617" y="395"/>
                  <a:pt x="2616" y="395"/>
                </a:cubicBezTo>
                <a:close/>
                <a:moveTo>
                  <a:pt x="2616" y="251"/>
                </a:moveTo>
                <a:cubicBezTo>
                  <a:pt x="2616" y="343"/>
                  <a:pt x="2616" y="343"/>
                  <a:pt x="2616" y="343"/>
                </a:cubicBezTo>
                <a:cubicBezTo>
                  <a:pt x="2615" y="343"/>
                  <a:pt x="2612" y="344"/>
                  <a:pt x="2611" y="346"/>
                </a:cubicBezTo>
                <a:cubicBezTo>
                  <a:pt x="2607" y="349"/>
                  <a:pt x="2602" y="352"/>
                  <a:pt x="2597" y="353"/>
                </a:cubicBezTo>
                <a:cubicBezTo>
                  <a:pt x="2597" y="253"/>
                  <a:pt x="2597" y="253"/>
                  <a:pt x="2597" y="253"/>
                </a:cubicBezTo>
                <a:cubicBezTo>
                  <a:pt x="2603" y="252"/>
                  <a:pt x="2609" y="251"/>
                  <a:pt x="2616" y="251"/>
                </a:cubicBezTo>
                <a:close/>
                <a:moveTo>
                  <a:pt x="2616" y="355"/>
                </a:moveTo>
                <a:cubicBezTo>
                  <a:pt x="2616" y="370"/>
                  <a:pt x="2616" y="370"/>
                  <a:pt x="2616" y="370"/>
                </a:cubicBezTo>
                <a:cubicBezTo>
                  <a:pt x="2601" y="367"/>
                  <a:pt x="2601" y="362"/>
                  <a:pt x="2616" y="355"/>
                </a:cubicBezTo>
                <a:cubicBezTo>
                  <a:pt x="2616" y="355"/>
                  <a:pt x="2616" y="355"/>
                  <a:pt x="2616" y="355"/>
                </a:cubicBezTo>
                <a:close/>
                <a:moveTo>
                  <a:pt x="2616" y="385"/>
                </a:moveTo>
                <a:cubicBezTo>
                  <a:pt x="2616" y="395"/>
                  <a:pt x="2616" y="395"/>
                  <a:pt x="2616" y="395"/>
                </a:cubicBezTo>
                <a:cubicBezTo>
                  <a:pt x="2610" y="393"/>
                  <a:pt x="2605" y="385"/>
                  <a:pt x="2615" y="385"/>
                </a:cubicBezTo>
                <a:cubicBezTo>
                  <a:pt x="2615" y="385"/>
                  <a:pt x="2616" y="385"/>
                  <a:pt x="2616" y="385"/>
                </a:cubicBezTo>
                <a:close/>
                <a:moveTo>
                  <a:pt x="2616" y="1085"/>
                </a:moveTo>
                <a:cubicBezTo>
                  <a:pt x="2616" y="1102"/>
                  <a:pt x="2616" y="1102"/>
                  <a:pt x="2616" y="1102"/>
                </a:cubicBezTo>
                <a:cubicBezTo>
                  <a:pt x="2606" y="1096"/>
                  <a:pt x="2600" y="1085"/>
                  <a:pt x="2613" y="1085"/>
                </a:cubicBezTo>
                <a:cubicBezTo>
                  <a:pt x="2614" y="1085"/>
                  <a:pt x="2615" y="1085"/>
                  <a:pt x="2616" y="1085"/>
                </a:cubicBezTo>
                <a:close/>
                <a:moveTo>
                  <a:pt x="2597" y="1021"/>
                </a:moveTo>
                <a:cubicBezTo>
                  <a:pt x="2597" y="1010"/>
                  <a:pt x="2597" y="1010"/>
                  <a:pt x="2597" y="1010"/>
                </a:cubicBezTo>
                <a:cubicBezTo>
                  <a:pt x="2602" y="1015"/>
                  <a:pt x="2607" y="1021"/>
                  <a:pt x="2599" y="1021"/>
                </a:cubicBezTo>
                <a:cubicBezTo>
                  <a:pt x="2598" y="1021"/>
                  <a:pt x="2597" y="1021"/>
                  <a:pt x="2597" y="1021"/>
                </a:cubicBezTo>
                <a:close/>
                <a:moveTo>
                  <a:pt x="2597" y="444"/>
                </a:moveTo>
                <a:cubicBezTo>
                  <a:pt x="2605" y="445"/>
                  <a:pt x="2600" y="417"/>
                  <a:pt x="2607" y="416"/>
                </a:cubicBezTo>
                <a:cubicBezTo>
                  <a:pt x="2613" y="415"/>
                  <a:pt x="2605" y="391"/>
                  <a:pt x="2597" y="382"/>
                </a:cubicBezTo>
                <a:cubicBezTo>
                  <a:pt x="2597" y="444"/>
                  <a:pt x="2597" y="444"/>
                  <a:pt x="2597" y="444"/>
                </a:cubicBezTo>
                <a:close/>
                <a:moveTo>
                  <a:pt x="2597" y="240"/>
                </a:moveTo>
                <a:cubicBezTo>
                  <a:pt x="2597" y="230"/>
                  <a:pt x="2597" y="230"/>
                  <a:pt x="2597" y="230"/>
                </a:cubicBezTo>
                <a:cubicBezTo>
                  <a:pt x="2605" y="231"/>
                  <a:pt x="2608" y="240"/>
                  <a:pt x="2600" y="240"/>
                </a:cubicBezTo>
                <a:cubicBezTo>
                  <a:pt x="2599" y="240"/>
                  <a:pt x="2598" y="240"/>
                  <a:pt x="2597" y="240"/>
                </a:cubicBezTo>
                <a:close/>
                <a:moveTo>
                  <a:pt x="2597" y="230"/>
                </a:moveTo>
                <a:cubicBezTo>
                  <a:pt x="2597" y="240"/>
                  <a:pt x="2597" y="240"/>
                  <a:pt x="2597" y="240"/>
                </a:cubicBezTo>
                <a:cubicBezTo>
                  <a:pt x="2590" y="238"/>
                  <a:pt x="2584" y="230"/>
                  <a:pt x="2595" y="230"/>
                </a:cubicBezTo>
                <a:cubicBezTo>
                  <a:pt x="2595" y="230"/>
                  <a:pt x="2596" y="230"/>
                  <a:pt x="2597" y="230"/>
                </a:cubicBezTo>
                <a:close/>
                <a:moveTo>
                  <a:pt x="2597" y="253"/>
                </a:moveTo>
                <a:cubicBezTo>
                  <a:pt x="2597" y="353"/>
                  <a:pt x="2597" y="353"/>
                  <a:pt x="2597" y="353"/>
                </a:cubicBezTo>
                <a:cubicBezTo>
                  <a:pt x="2590" y="356"/>
                  <a:pt x="2583" y="356"/>
                  <a:pt x="2580" y="351"/>
                </a:cubicBezTo>
                <a:cubicBezTo>
                  <a:pt x="2578" y="347"/>
                  <a:pt x="2573" y="344"/>
                  <a:pt x="2567" y="344"/>
                </a:cubicBezTo>
                <a:cubicBezTo>
                  <a:pt x="2567" y="240"/>
                  <a:pt x="2567" y="240"/>
                  <a:pt x="2567" y="240"/>
                </a:cubicBezTo>
                <a:cubicBezTo>
                  <a:pt x="2572" y="247"/>
                  <a:pt x="2577" y="255"/>
                  <a:pt x="2583" y="255"/>
                </a:cubicBezTo>
                <a:cubicBezTo>
                  <a:pt x="2588" y="255"/>
                  <a:pt x="2592" y="254"/>
                  <a:pt x="2597" y="253"/>
                </a:cubicBezTo>
                <a:close/>
                <a:moveTo>
                  <a:pt x="2597" y="382"/>
                </a:moveTo>
                <a:cubicBezTo>
                  <a:pt x="2597" y="444"/>
                  <a:pt x="2597" y="444"/>
                  <a:pt x="2597" y="444"/>
                </a:cubicBezTo>
                <a:cubicBezTo>
                  <a:pt x="2596" y="444"/>
                  <a:pt x="2595" y="444"/>
                  <a:pt x="2594" y="443"/>
                </a:cubicBezTo>
                <a:cubicBezTo>
                  <a:pt x="2581" y="435"/>
                  <a:pt x="2585" y="445"/>
                  <a:pt x="2579" y="455"/>
                </a:cubicBezTo>
                <a:cubicBezTo>
                  <a:pt x="2576" y="459"/>
                  <a:pt x="2572" y="461"/>
                  <a:pt x="2567" y="462"/>
                </a:cubicBezTo>
                <a:cubicBezTo>
                  <a:pt x="2567" y="395"/>
                  <a:pt x="2567" y="395"/>
                  <a:pt x="2567" y="395"/>
                </a:cubicBezTo>
                <a:cubicBezTo>
                  <a:pt x="2575" y="385"/>
                  <a:pt x="2580" y="378"/>
                  <a:pt x="2591" y="378"/>
                </a:cubicBezTo>
                <a:cubicBezTo>
                  <a:pt x="2593" y="378"/>
                  <a:pt x="2595" y="380"/>
                  <a:pt x="2597" y="382"/>
                </a:cubicBezTo>
                <a:close/>
                <a:moveTo>
                  <a:pt x="2597" y="1010"/>
                </a:moveTo>
                <a:cubicBezTo>
                  <a:pt x="2597" y="1021"/>
                  <a:pt x="2597" y="1021"/>
                  <a:pt x="2597" y="1021"/>
                </a:cubicBezTo>
                <a:cubicBezTo>
                  <a:pt x="2586" y="1020"/>
                  <a:pt x="2575" y="1006"/>
                  <a:pt x="2588" y="1006"/>
                </a:cubicBezTo>
                <a:cubicBezTo>
                  <a:pt x="2590" y="1006"/>
                  <a:pt x="2594" y="1008"/>
                  <a:pt x="2597" y="1010"/>
                </a:cubicBezTo>
                <a:close/>
                <a:moveTo>
                  <a:pt x="2567" y="996"/>
                </a:moveTo>
                <a:cubicBezTo>
                  <a:pt x="2567" y="985"/>
                  <a:pt x="2567" y="985"/>
                  <a:pt x="2567" y="985"/>
                </a:cubicBezTo>
                <a:cubicBezTo>
                  <a:pt x="2579" y="988"/>
                  <a:pt x="2591" y="996"/>
                  <a:pt x="2581" y="997"/>
                </a:cubicBezTo>
                <a:cubicBezTo>
                  <a:pt x="2577" y="998"/>
                  <a:pt x="2572" y="997"/>
                  <a:pt x="2567" y="996"/>
                </a:cubicBezTo>
                <a:close/>
                <a:moveTo>
                  <a:pt x="2567" y="240"/>
                </a:moveTo>
                <a:cubicBezTo>
                  <a:pt x="2567" y="344"/>
                  <a:pt x="2567" y="344"/>
                  <a:pt x="2567" y="344"/>
                </a:cubicBezTo>
                <a:cubicBezTo>
                  <a:pt x="2561" y="344"/>
                  <a:pt x="2555" y="348"/>
                  <a:pt x="2550" y="355"/>
                </a:cubicBezTo>
                <a:cubicBezTo>
                  <a:pt x="2546" y="362"/>
                  <a:pt x="2542" y="369"/>
                  <a:pt x="2538" y="374"/>
                </a:cubicBezTo>
                <a:cubicBezTo>
                  <a:pt x="2538" y="228"/>
                  <a:pt x="2538" y="228"/>
                  <a:pt x="2538" y="228"/>
                </a:cubicBezTo>
                <a:cubicBezTo>
                  <a:pt x="2543" y="228"/>
                  <a:pt x="2548" y="228"/>
                  <a:pt x="2552" y="228"/>
                </a:cubicBezTo>
                <a:cubicBezTo>
                  <a:pt x="2557" y="228"/>
                  <a:pt x="2562" y="234"/>
                  <a:pt x="2567" y="240"/>
                </a:cubicBezTo>
                <a:close/>
                <a:moveTo>
                  <a:pt x="2567" y="395"/>
                </a:moveTo>
                <a:cubicBezTo>
                  <a:pt x="2567" y="462"/>
                  <a:pt x="2567" y="462"/>
                  <a:pt x="2567" y="462"/>
                </a:cubicBezTo>
                <a:cubicBezTo>
                  <a:pt x="2558" y="464"/>
                  <a:pt x="2548" y="463"/>
                  <a:pt x="2547" y="457"/>
                </a:cubicBezTo>
                <a:cubicBezTo>
                  <a:pt x="2546" y="447"/>
                  <a:pt x="2551" y="436"/>
                  <a:pt x="2548" y="428"/>
                </a:cubicBezTo>
                <a:cubicBezTo>
                  <a:pt x="2545" y="421"/>
                  <a:pt x="2542" y="418"/>
                  <a:pt x="2558" y="404"/>
                </a:cubicBezTo>
                <a:cubicBezTo>
                  <a:pt x="2561" y="401"/>
                  <a:pt x="2564" y="398"/>
                  <a:pt x="2567" y="395"/>
                </a:cubicBezTo>
                <a:close/>
                <a:moveTo>
                  <a:pt x="2567" y="985"/>
                </a:moveTo>
                <a:cubicBezTo>
                  <a:pt x="2567" y="996"/>
                  <a:pt x="2567" y="996"/>
                  <a:pt x="2567" y="996"/>
                </a:cubicBezTo>
                <a:cubicBezTo>
                  <a:pt x="2554" y="993"/>
                  <a:pt x="2541" y="986"/>
                  <a:pt x="2554" y="983"/>
                </a:cubicBezTo>
                <a:cubicBezTo>
                  <a:pt x="2558" y="983"/>
                  <a:pt x="2562" y="983"/>
                  <a:pt x="2567" y="985"/>
                </a:cubicBezTo>
                <a:close/>
                <a:moveTo>
                  <a:pt x="2538" y="1146"/>
                </a:moveTo>
                <a:cubicBezTo>
                  <a:pt x="2538" y="1134"/>
                  <a:pt x="2538" y="1134"/>
                  <a:pt x="2538" y="1134"/>
                </a:cubicBezTo>
                <a:cubicBezTo>
                  <a:pt x="2542" y="1133"/>
                  <a:pt x="2544" y="1135"/>
                  <a:pt x="2543" y="1139"/>
                </a:cubicBezTo>
                <a:cubicBezTo>
                  <a:pt x="2543" y="1142"/>
                  <a:pt x="2541" y="1146"/>
                  <a:pt x="2538" y="1146"/>
                </a:cubicBezTo>
                <a:close/>
                <a:moveTo>
                  <a:pt x="2538" y="967"/>
                </a:moveTo>
                <a:cubicBezTo>
                  <a:pt x="2538" y="963"/>
                  <a:pt x="2538" y="963"/>
                  <a:pt x="2538" y="963"/>
                </a:cubicBezTo>
                <a:cubicBezTo>
                  <a:pt x="2539" y="965"/>
                  <a:pt x="2540" y="967"/>
                  <a:pt x="2538" y="967"/>
                </a:cubicBezTo>
                <a:close/>
                <a:moveTo>
                  <a:pt x="2538" y="228"/>
                </a:moveTo>
                <a:cubicBezTo>
                  <a:pt x="2538" y="374"/>
                  <a:pt x="2538" y="374"/>
                  <a:pt x="2538" y="374"/>
                </a:cubicBezTo>
                <a:cubicBezTo>
                  <a:pt x="2534" y="379"/>
                  <a:pt x="2530" y="383"/>
                  <a:pt x="2525" y="384"/>
                </a:cubicBezTo>
                <a:cubicBezTo>
                  <a:pt x="2525" y="227"/>
                  <a:pt x="2525" y="227"/>
                  <a:pt x="2525" y="227"/>
                </a:cubicBezTo>
                <a:cubicBezTo>
                  <a:pt x="2529" y="227"/>
                  <a:pt x="2534" y="228"/>
                  <a:pt x="2538" y="228"/>
                </a:cubicBezTo>
                <a:close/>
                <a:moveTo>
                  <a:pt x="2538" y="963"/>
                </a:moveTo>
                <a:cubicBezTo>
                  <a:pt x="2538" y="967"/>
                  <a:pt x="2538" y="967"/>
                  <a:pt x="2538" y="967"/>
                </a:cubicBezTo>
                <a:cubicBezTo>
                  <a:pt x="2537" y="968"/>
                  <a:pt x="2536" y="968"/>
                  <a:pt x="2535" y="968"/>
                </a:cubicBezTo>
                <a:cubicBezTo>
                  <a:pt x="2532" y="968"/>
                  <a:pt x="2528" y="967"/>
                  <a:pt x="2525" y="965"/>
                </a:cubicBezTo>
                <a:cubicBezTo>
                  <a:pt x="2525" y="952"/>
                  <a:pt x="2525" y="952"/>
                  <a:pt x="2525" y="952"/>
                </a:cubicBezTo>
                <a:cubicBezTo>
                  <a:pt x="2530" y="955"/>
                  <a:pt x="2536" y="960"/>
                  <a:pt x="2538" y="963"/>
                </a:cubicBezTo>
                <a:close/>
                <a:moveTo>
                  <a:pt x="2538" y="1134"/>
                </a:moveTo>
                <a:cubicBezTo>
                  <a:pt x="2538" y="1146"/>
                  <a:pt x="2538" y="1146"/>
                  <a:pt x="2538" y="1146"/>
                </a:cubicBezTo>
                <a:cubicBezTo>
                  <a:pt x="2537" y="1146"/>
                  <a:pt x="2536" y="1145"/>
                  <a:pt x="2535" y="1144"/>
                </a:cubicBezTo>
                <a:cubicBezTo>
                  <a:pt x="2531" y="1139"/>
                  <a:pt x="2532" y="1136"/>
                  <a:pt x="2537" y="1135"/>
                </a:cubicBezTo>
                <a:cubicBezTo>
                  <a:pt x="2537" y="1135"/>
                  <a:pt x="2538" y="1134"/>
                  <a:pt x="2538" y="1134"/>
                </a:cubicBezTo>
                <a:close/>
                <a:moveTo>
                  <a:pt x="2525" y="1173"/>
                </a:moveTo>
                <a:cubicBezTo>
                  <a:pt x="2525" y="1134"/>
                  <a:pt x="2525" y="1134"/>
                  <a:pt x="2525" y="1134"/>
                </a:cubicBezTo>
                <a:cubicBezTo>
                  <a:pt x="2528" y="1145"/>
                  <a:pt x="2527" y="1159"/>
                  <a:pt x="2525" y="1173"/>
                </a:cubicBezTo>
                <a:close/>
                <a:moveTo>
                  <a:pt x="2525" y="227"/>
                </a:moveTo>
                <a:cubicBezTo>
                  <a:pt x="2525" y="384"/>
                  <a:pt x="2525" y="384"/>
                  <a:pt x="2525" y="384"/>
                </a:cubicBezTo>
                <a:cubicBezTo>
                  <a:pt x="2523" y="384"/>
                  <a:pt x="2520" y="384"/>
                  <a:pt x="2517" y="383"/>
                </a:cubicBezTo>
                <a:cubicBezTo>
                  <a:pt x="2505" y="377"/>
                  <a:pt x="2495" y="380"/>
                  <a:pt x="2481" y="381"/>
                </a:cubicBezTo>
                <a:cubicBezTo>
                  <a:pt x="2481" y="215"/>
                  <a:pt x="2481" y="215"/>
                  <a:pt x="2481" y="215"/>
                </a:cubicBezTo>
                <a:cubicBezTo>
                  <a:pt x="2485" y="210"/>
                  <a:pt x="2491" y="208"/>
                  <a:pt x="2501" y="217"/>
                </a:cubicBezTo>
                <a:cubicBezTo>
                  <a:pt x="2507" y="223"/>
                  <a:pt x="2516" y="225"/>
                  <a:pt x="2525" y="227"/>
                </a:cubicBezTo>
                <a:close/>
                <a:moveTo>
                  <a:pt x="2525" y="952"/>
                </a:moveTo>
                <a:cubicBezTo>
                  <a:pt x="2525" y="965"/>
                  <a:pt x="2525" y="965"/>
                  <a:pt x="2525" y="965"/>
                </a:cubicBezTo>
                <a:cubicBezTo>
                  <a:pt x="2514" y="959"/>
                  <a:pt x="2505" y="946"/>
                  <a:pt x="2516" y="948"/>
                </a:cubicBezTo>
                <a:cubicBezTo>
                  <a:pt x="2518" y="948"/>
                  <a:pt x="2521" y="949"/>
                  <a:pt x="2525" y="952"/>
                </a:cubicBezTo>
                <a:close/>
                <a:moveTo>
                  <a:pt x="2525" y="1134"/>
                </a:moveTo>
                <a:cubicBezTo>
                  <a:pt x="2525" y="1173"/>
                  <a:pt x="2525" y="1173"/>
                  <a:pt x="2525" y="1173"/>
                </a:cubicBezTo>
                <a:cubicBezTo>
                  <a:pt x="2524" y="1179"/>
                  <a:pt x="2522" y="1185"/>
                  <a:pt x="2520" y="1191"/>
                </a:cubicBezTo>
                <a:cubicBezTo>
                  <a:pt x="2514" y="1209"/>
                  <a:pt x="2498" y="1244"/>
                  <a:pt x="2481" y="1253"/>
                </a:cubicBezTo>
                <a:cubicBezTo>
                  <a:pt x="2481" y="1077"/>
                  <a:pt x="2481" y="1077"/>
                  <a:pt x="2481" y="1077"/>
                </a:cubicBezTo>
                <a:cubicBezTo>
                  <a:pt x="2494" y="1096"/>
                  <a:pt x="2509" y="1113"/>
                  <a:pt x="2517" y="1120"/>
                </a:cubicBezTo>
                <a:cubicBezTo>
                  <a:pt x="2521" y="1123"/>
                  <a:pt x="2523" y="1128"/>
                  <a:pt x="2525" y="1134"/>
                </a:cubicBezTo>
                <a:close/>
                <a:moveTo>
                  <a:pt x="2481" y="1288"/>
                </a:moveTo>
                <a:cubicBezTo>
                  <a:pt x="2481" y="1260"/>
                  <a:pt x="2481" y="1260"/>
                  <a:pt x="2481" y="1260"/>
                </a:cubicBezTo>
                <a:cubicBezTo>
                  <a:pt x="2488" y="1259"/>
                  <a:pt x="2492" y="1264"/>
                  <a:pt x="2491" y="1272"/>
                </a:cubicBezTo>
                <a:cubicBezTo>
                  <a:pt x="2489" y="1278"/>
                  <a:pt x="2486" y="1286"/>
                  <a:pt x="2481" y="1288"/>
                </a:cubicBezTo>
                <a:close/>
                <a:moveTo>
                  <a:pt x="2481" y="994"/>
                </a:moveTo>
                <a:cubicBezTo>
                  <a:pt x="2481" y="976"/>
                  <a:pt x="2481" y="976"/>
                  <a:pt x="2481" y="976"/>
                </a:cubicBezTo>
                <a:cubicBezTo>
                  <a:pt x="2487" y="986"/>
                  <a:pt x="2495" y="997"/>
                  <a:pt x="2484" y="995"/>
                </a:cubicBezTo>
                <a:cubicBezTo>
                  <a:pt x="2483" y="994"/>
                  <a:pt x="2482" y="994"/>
                  <a:pt x="2481" y="994"/>
                </a:cubicBezTo>
                <a:close/>
                <a:moveTo>
                  <a:pt x="2481" y="164"/>
                </a:moveTo>
                <a:cubicBezTo>
                  <a:pt x="2481" y="153"/>
                  <a:pt x="2481" y="153"/>
                  <a:pt x="2481" y="153"/>
                </a:cubicBezTo>
                <a:cubicBezTo>
                  <a:pt x="2489" y="153"/>
                  <a:pt x="2498" y="164"/>
                  <a:pt x="2484" y="164"/>
                </a:cubicBezTo>
                <a:cubicBezTo>
                  <a:pt x="2483" y="164"/>
                  <a:pt x="2482" y="164"/>
                  <a:pt x="2481" y="164"/>
                </a:cubicBezTo>
                <a:close/>
                <a:moveTo>
                  <a:pt x="2448" y="534"/>
                </a:moveTo>
                <a:cubicBezTo>
                  <a:pt x="2451" y="537"/>
                  <a:pt x="2451" y="542"/>
                  <a:pt x="2455" y="543"/>
                </a:cubicBezTo>
                <a:cubicBezTo>
                  <a:pt x="2460" y="544"/>
                  <a:pt x="2469" y="548"/>
                  <a:pt x="2462" y="552"/>
                </a:cubicBezTo>
                <a:cubicBezTo>
                  <a:pt x="2455" y="556"/>
                  <a:pt x="2452" y="565"/>
                  <a:pt x="2449" y="562"/>
                </a:cubicBezTo>
                <a:cubicBezTo>
                  <a:pt x="2449" y="562"/>
                  <a:pt x="2448" y="562"/>
                  <a:pt x="2448" y="561"/>
                </a:cubicBezTo>
                <a:cubicBezTo>
                  <a:pt x="2448" y="534"/>
                  <a:pt x="2448" y="534"/>
                  <a:pt x="2448" y="534"/>
                </a:cubicBezTo>
                <a:close/>
                <a:moveTo>
                  <a:pt x="2481" y="153"/>
                </a:moveTo>
                <a:cubicBezTo>
                  <a:pt x="2481" y="164"/>
                  <a:pt x="2481" y="164"/>
                  <a:pt x="2481" y="164"/>
                </a:cubicBezTo>
                <a:cubicBezTo>
                  <a:pt x="2469" y="162"/>
                  <a:pt x="2465" y="152"/>
                  <a:pt x="2480" y="153"/>
                </a:cubicBezTo>
                <a:cubicBezTo>
                  <a:pt x="2480" y="153"/>
                  <a:pt x="2481" y="153"/>
                  <a:pt x="2481" y="153"/>
                </a:cubicBezTo>
                <a:close/>
                <a:moveTo>
                  <a:pt x="2481" y="215"/>
                </a:moveTo>
                <a:cubicBezTo>
                  <a:pt x="2481" y="381"/>
                  <a:pt x="2481" y="381"/>
                  <a:pt x="2481" y="381"/>
                </a:cubicBezTo>
                <a:cubicBezTo>
                  <a:pt x="2479" y="381"/>
                  <a:pt x="2478" y="381"/>
                  <a:pt x="2476" y="381"/>
                </a:cubicBezTo>
                <a:cubicBezTo>
                  <a:pt x="2467" y="381"/>
                  <a:pt x="2456" y="378"/>
                  <a:pt x="2448" y="378"/>
                </a:cubicBezTo>
                <a:cubicBezTo>
                  <a:pt x="2448" y="203"/>
                  <a:pt x="2448" y="203"/>
                  <a:pt x="2448" y="203"/>
                </a:cubicBezTo>
                <a:cubicBezTo>
                  <a:pt x="2460" y="200"/>
                  <a:pt x="2470" y="199"/>
                  <a:pt x="2467" y="206"/>
                </a:cubicBezTo>
                <a:cubicBezTo>
                  <a:pt x="2461" y="218"/>
                  <a:pt x="2471" y="229"/>
                  <a:pt x="2476" y="221"/>
                </a:cubicBezTo>
                <a:cubicBezTo>
                  <a:pt x="2478" y="219"/>
                  <a:pt x="2479" y="217"/>
                  <a:pt x="2481" y="215"/>
                </a:cubicBezTo>
                <a:close/>
                <a:moveTo>
                  <a:pt x="2481" y="976"/>
                </a:moveTo>
                <a:cubicBezTo>
                  <a:pt x="2481" y="994"/>
                  <a:pt x="2481" y="994"/>
                  <a:pt x="2481" y="994"/>
                </a:cubicBezTo>
                <a:cubicBezTo>
                  <a:pt x="2466" y="991"/>
                  <a:pt x="2461" y="984"/>
                  <a:pt x="2453" y="986"/>
                </a:cubicBezTo>
                <a:cubicBezTo>
                  <a:pt x="2451" y="987"/>
                  <a:pt x="2450" y="988"/>
                  <a:pt x="2448" y="989"/>
                </a:cubicBezTo>
                <a:cubicBezTo>
                  <a:pt x="2448" y="946"/>
                  <a:pt x="2448" y="946"/>
                  <a:pt x="2448" y="946"/>
                </a:cubicBezTo>
                <a:cubicBezTo>
                  <a:pt x="2458" y="946"/>
                  <a:pt x="2476" y="951"/>
                  <a:pt x="2475" y="961"/>
                </a:cubicBezTo>
                <a:cubicBezTo>
                  <a:pt x="2475" y="965"/>
                  <a:pt x="2477" y="970"/>
                  <a:pt x="2481" y="976"/>
                </a:cubicBezTo>
                <a:close/>
                <a:moveTo>
                  <a:pt x="2481" y="1077"/>
                </a:moveTo>
                <a:cubicBezTo>
                  <a:pt x="2481" y="1253"/>
                  <a:pt x="2481" y="1253"/>
                  <a:pt x="2481" y="1253"/>
                </a:cubicBezTo>
                <a:cubicBezTo>
                  <a:pt x="2476" y="1255"/>
                  <a:pt x="2472" y="1255"/>
                  <a:pt x="2467" y="1253"/>
                </a:cubicBezTo>
                <a:cubicBezTo>
                  <a:pt x="2460" y="1249"/>
                  <a:pt x="2454" y="1247"/>
                  <a:pt x="2448" y="1246"/>
                </a:cubicBezTo>
                <a:cubicBezTo>
                  <a:pt x="2448" y="1018"/>
                  <a:pt x="2448" y="1018"/>
                  <a:pt x="2448" y="1018"/>
                </a:cubicBezTo>
                <a:cubicBezTo>
                  <a:pt x="2452" y="1020"/>
                  <a:pt x="2456" y="1025"/>
                  <a:pt x="2458" y="1035"/>
                </a:cubicBezTo>
                <a:cubicBezTo>
                  <a:pt x="2460" y="1046"/>
                  <a:pt x="2470" y="1062"/>
                  <a:pt x="2481" y="1077"/>
                </a:cubicBezTo>
                <a:close/>
                <a:moveTo>
                  <a:pt x="2481" y="1260"/>
                </a:moveTo>
                <a:cubicBezTo>
                  <a:pt x="2481" y="1288"/>
                  <a:pt x="2481" y="1288"/>
                  <a:pt x="2481" y="1288"/>
                </a:cubicBezTo>
                <a:cubicBezTo>
                  <a:pt x="2478" y="1289"/>
                  <a:pt x="2474" y="1288"/>
                  <a:pt x="2470" y="1284"/>
                </a:cubicBezTo>
                <a:cubicBezTo>
                  <a:pt x="2461" y="1273"/>
                  <a:pt x="2462" y="1266"/>
                  <a:pt x="2474" y="1262"/>
                </a:cubicBezTo>
                <a:cubicBezTo>
                  <a:pt x="2476" y="1261"/>
                  <a:pt x="2479" y="1260"/>
                  <a:pt x="2481" y="1260"/>
                </a:cubicBezTo>
                <a:close/>
                <a:moveTo>
                  <a:pt x="2448" y="585"/>
                </a:moveTo>
                <a:cubicBezTo>
                  <a:pt x="2448" y="582"/>
                  <a:pt x="2448" y="582"/>
                  <a:pt x="2448" y="582"/>
                </a:cubicBezTo>
                <a:cubicBezTo>
                  <a:pt x="2448" y="583"/>
                  <a:pt x="2448" y="584"/>
                  <a:pt x="2448" y="585"/>
                </a:cubicBezTo>
                <a:close/>
                <a:moveTo>
                  <a:pt x="2448" y="529"/>
                </a:moveTo>
                <a:cubicBezTo>
                  <a:pt x="2448" y="518"/>
                  <a:pt x="2448" y="518"/>
                  <a:pt x="2448" y="518"/>
                </a:cubicBezTo>
                <a:cubicBezTo>
                  <a:pt x="2452" y="522"/>
                  <a:pt x="2456" y="528"/>
                  <a:pt x="2454" y="531"/>
                </a:cubicBezTo>
                <a:cubicBezTo>
                  <a:pt x="2453" y="532"/>
                  <a:pt x="2451" y="531"/>
                  <a:pt x="2448" y="529"/>
                </a:cubicBezTo>
                <a:close/>
                <a:moveTo>
                  <a:pt x="2448" y="502"/>
                </a:moveTo>
                <a:cubicBezTo>
                  <a:pt x="2448" y="478"/>
                  <a:pt x="2448" y="478"/>
                  <a:pt x="2448" y="478"/>
                </a:cubicBezTo>
                <a:cubicBezTo>
                  <a:pt x="2457" y="479"/>
                  <a:pt x="2460" y="494"/>
                  <a:pt x="2455" y="493"/>
                </a:cubicBezTo>
                <a:cubicBezTo>
                  <a:pt x="2449" y="492"/>
                  <a:pt x="2457" y="509"/>
                  <a:pt x="2448" y="502"/>
                </a:cubicBezTo>
                <a:cubicBezTo>
                  <a:pt x="2448" y="502"/>
                  <a:pt x="2448" y="502"/>
                  <a:pt x="2448" y="502"/>
                </a:cubicBezTo>
                <a:close/>
                <a:moveTo>
                  <a:pt x="2448" y="451"/>
                </a:moveTo>
                <a:cubicBezTo>
                  <a:pt x="2448" y="442"/>
                  <a:pt x="2448" y="442"/>
                  <a:pt x="2448" y="442"/>
                </a:cubicBezTo>
                <a:cubicBezTo>
                  <a:pt x="2456" y="443"/>
                  <a:pt x="2458" y="452"/>
                  <a:pt x="2450" y="451"/>
                </a:cubicBezTo>
                <a:cubicBezTo>
                  <a:pt x="2450" y="451"/>
                  <a:pt x="2449" y="451"/>
                  <a:pt x="2448" y="451"/>
                </a:cubicBezTo>
                <a:close/>
                <a:moveTo>
                  <a:pt x="2448" y="190"/>
                </a:moveTo>
                <a:cubicBezTo>
                  <a:pt x="2448" y="182"/>
                  <a:pt x="2448" y="182"/>
                  <a:pt x="2448" y="182"/>
                </a:cubicBezTo>
                <a:cubicBezTo>
                  <a:pt x="2451" y="184"/>
                  <a:pt x="2451" y="188"/>
                  <a:pt x="2448" y="190"/>
                </a:cubicBezTo>
                <a:close/>
                <a:moveTo>
                  <a:pt x="2448" y="154"/>
                </a:moveTo>
                <a:cubicBezTo>
                  <a:pt x="2448" y="138"/>
                  <a:pt x="2448" y="138"/>
                  <a:pt x="2448" y="138"/>
                </a:cubicBezTo>
                <a:cubicBezTo>
                  <a:pt x="2451" y="140"/>
                  <a:pt x="2454" y="142"/>
                  <a:pt x="2454" y="146"/>
                </a:cubicBezTo>
                <a:cubicBezTo>
                  <a:pt x="2454" y="150"/>
                  <a:pt x="2451" y="153"/>
                  <a:pt x="2448" y="154"/>
                </a:cubicBezTo>
                <a:close/>
                <a:moveTo>
                  <a:pt x="2443" y="531"/>
                </a:moveTo>
                <a:cubicBezTo>
                  <a:pt x="2445" y="531"/>
                  <a:pt x="2447" y="532"/>
                  <a:pt x="2448" y="534"/>
                </a:cubicBezTo>
                <a:cubicBezTo>
                  <a:pt x="2448" y="561"/>
                  <a:pt x="2448" y="561"/>
                  <a:pt x="2448" y="561"/>
                </a:cubicBezTo>
                <a:cubicBezTo>
                  <a:pt x="2444" y="558"/>
                  <a:pt x="2438" y="551"/>
                  <a:pt x="2441" y="558"/>
                </a:cubicBezTo>
                <a:cubicBezTo>
                  <a:pt x="2444" y="566"/>
                  <a:pt x="2444" y="568"/>
                  <a:pt x="2440" y="568"/>
                </a:cubicBezTo>
                <a:cubicBezTo>
                  <a:pt x="2436" y="568"/>
                  <a:pt x="2432" y="559"/>
                  <a:pt x="2431" y="554"/>
                </a:cubicBezTo>
                <a:cubicBezTo>
                  <a:pt x="2430" y="548"/>
                  <a:pt x="2438" y="555"/>
                  <a:pt x="2441" y="549"/>
                </a:cubicBezTo>
                <a:cubicBezTo>
                  <a:pt x="2443" y="544"/>
                  <a:pt x="2436" y="527"/>
                  <a:pt x="2443" y="531"/>
                </a:cubicBezTo>
                <a:close/>
                <a:moveTo>
                  <a:pt x="2448" y="138"/>
                </a:moveTo>
                <a:cubicBezTo>
                  <a:pt x="2448" y="154"/>
                  <a:pt x="2448" y="154"/>
                  <a:pt x="2448" y="154"/>
                </a:cubicBezTo>
                <a:cubicBezTo>
                  <a:pt x="2441" y="158"/>
                  <a:pt x="2430" y="159"/>
                  <a:pt x="2423" y="159"/>
                </a:cubicBezTo>
                <a:cubicBezTo>
                  <a:pt x="2418" y="160"/>
                  <a:pt x="2412" y="156"/>
                  <a:pt x="2409" y="151"/>
                </a:cubicBezTo>
                <a:cubicBezTo>
                  <a:pt x="2409" y="142"/>
                  <a:pt x="2409" y="142"/>
                  <a:pt x="2409" y="142"/>
                </a:cubicBezTo>
                <a:cubicBezTo>
                  <a:pt x="2411" y="140"/>
                  <a:pt x="2415" y="139"/>
                  <a:pt x="2421" y="138"/>
                </a:cubicBezTo>
                <a:cubicBezTo>
                  <a:pt x="2431" y="138"/>
                  <a:pt x="2442" y="136"/>
                  <a:pt x="2448" y="138"/>
                </a:cubicBezTo>
                <a:close/>
                <a:moveTo>
                  <a:pt x="2448" y="182"/>
                </a:moveTo>
                <a:cubicBezTo>
                  <a:pt x="2448" y="190"/>
                  <a:pt x="2448" y="190"/>
                  <a:pt x="2448" y="190"/>
                </a:cubicBezTo>
                <a:cubicBezTo>
                  <a:pt x="2446" y="192"/>
                  <a:pt x="2444" y="192"/>
                  <a:pt x="2440" y="192"/>
                </a:cubicBezTo>
                <a:cubicBezTo>
                  <a:pt x="2425" y="193"/>
                  <a:pt x="2423" y="180"/>
                  <a:pt x="2437" y="179"/>
                </a:cubicBezTo>
                <a:cubicBezTo>
                  <a:pt x="2442" y="179"/>
                  <a:pt x="2446" y="180"/>
                  <a:pt x="2448" y="182"/>
                </a:cubicBezTo>
                <a:close/>
                <a:moveTo>
                  <a:pt x="2448" y="203"/>
                </a:moveTo>
                <a:cubicBezTo>
                  <a:pt x="2448" y="378"/>
                  <a:pt x="2448" y="378"/>
                  <a:pt x="2448" y="378"/>
                </a:cubicBezTo>
                <a:cubicBezTo>
                  <a:pt x="2441" y="377"/>
                  <a:pt x="2435" y="379"/>
                  <a:pt x="2432" y="385"/>
                </a:cubicBezTo>
                <a:cubicBezTo>
                  <a:pt x="2427" y="397"/>
                  <a:pt x="2420" y="411"/>
                  <a:pt x="2409" y="418"/>
                </a:cubicBezTo>
                <a:cubicBezTo>
                  <a:pt x="2409" y="219"/>
                  <a:pt x="2409" y="219"/>
                  <a:pt x="2409" y="219"/>
                </a:cubicBezTo>
                <a:cubicBezTo>
                  <a:pt x="2413" y="218"/>
                  <a:pt x="2417" y="216"/>
                  <a:pt x="2423" y="213"/>
                </a:cubicBezTo>
                <a:cubicBezTo>
                  <a:pt x="2429" y="209"/>
                  <a:pt x="2439" y="205"/>
                  <a:pt x="2448" y="203"/>
                </a:cubicBezTo>
                <a:close/>
                <a:moveTo>
                  <a:pt x="2448" y="442"/>
                </a:moveTo>
                <a:cubicBezTo>
                  <a:pt x="2448" y="451"/>
                  <a:pt x="2448" y="451"/>
                  <a:pt x="2448" y="451"/>
                </a:cubicBezTo>
                <a:cubicBezTo>
                  <a:pt x="2441" y="449"/>
                  <a:pt x="2436" y="440"/>
                  <a:pt x="2446" y="442"/>
                </a:cubicBezTo>
                <a:cubicBezTo>
                  <a:pt x="2447" y="442"/>
                  <a:pt x="2447" y="442"/>
                  <a:pt x="2448" y="442"/>
                </a:cubicBezTo>
                <a:close/>
                <a:moveTo>
                  <a:pt x="2448" y="478"/>
                </a:moveTo>
                <a:cubicBezTo>
                  <a:pt x="2448" y="502"/>
                  <a:pt x="2448" y="502"/>
                  <a:pt x="2448" y="502"/>
                </a:cubicBezTo>
                <a:cubicBezTo>
                  <a:pt x="2440" y="495"/>
                  <a:pt x="2440" y="476"/>
                  <a:pt x="2447" y="478"/>
                </a:cubicBezTo>
                <a:cubicBezTo>
                  <a:pt x="2447" y="478"/>
                  <a:pt x="2447" y="478"/>
                  <a:pt x="2448" y="478"/>
                </a:cubicBezTo>
                <a:close/>
                <a:moveTo>
                  <a:pt x="2448" y="518"/>
                </a:moveTo>
                <a:cubicBezTo>
                  <a:pt x="2445" y="515"/>
                  <a:pt x="2441" y="513"/>
                  <a:pt x="2439" y="513"/>
                </a:cubicBezTo>
                <a:cubicBezTo>
                  <a:pt x="2431" y="514"/>
                  <a:pt x="2440" y="525"/>
                  <a:pt x="2448" y="529"/>
                </a:cubicBezTo>
                <a:cubicBezTo>
                  <a:pt x="2448" y="518"/>
                  <a:pt x="2448" y="518"/>
                  <a:pt x="2448" y="518"/>
                </a:cubicBezTo>
                <a:close/>
                <a:moveTo>
                  <a:pt x="2448" y="582"/>
                </a:moveTo>
                <a:cubicBezTo>
                  <a:pt x="2448" y="585"/>
                  <a:pt x="2448" y="585"/>
                  <a:pt x="2448" y="585"/>
                </a:cubicBezTo>
                <a:cubicBezTo>
                  <a:pt x="2448" y="585"/>
                  <a:pt x="2447" y="586"/>
                  <a:pt x="2447" y="586"/>
                </a:cubicBezTo>
                <a:cubicBezTo>
                  <a:pt x="2444" y="590"/>
                  <a:pt x="2443" y="596"/>
                  <a:pt x="2442" y="602"/>
                </a:cubicBezTo>
                <a:cubicBezTo>
                  <a:pt x="2442" y="608"/>
                  <a:pt x="2438" y="615"/>
                  <a:pt x="2433" y="616"/>
                </a:cubicBezTo>
                <a:cubicBezTo>
                  <a:pt x="2428" y="617"/>
                  <a:pt x="2424" y="618"/>
                  <a:pt x="2423" y="621"/>
                </a:cubicBezTo>
                <a:cubicBezTo>
                  <a:pt x="2421" y="625"/>
                  <a:pt x="2418" y="625"/>
                  <a:pt x="2415" y="620"/>
                </a:cubicBezTo>
                <a:cubicBezTo>
                  <a:pt x="2414" y="617"/>
                  <a:pt x="2412" y="614"/>
                  <a:pt x="2409" y="612"/>
                </a:cubicBezTo>
                <a:cubicBezTo>
                  <a:pt x="2409" y="602"/>
                  <a:pt x="2409" y="602"/>
                  <a:pt x="2409" y="602"/>
                </a:cubicBezTo>
                <a:cubicBezTo>
                  <a:pt x="2414" y="602"/>
                  <a:pt x="2418" y="603"/>
                  <a:pt x="2421" y="598"/>
                </a:cubicBezTo>
                <a:cubicBezTo>
                  <a:pt x="2425" y="590"/>
                  <a:pt x="2431" y="593"/>
                  <a:pt x="2433" y="586"/>
                </a:cubicBezTo>
                <a:cubicBezTo>
                  <a:pt x="2435" y="579"/>
                  <a:pt x="2435" y="569"/>
                  <a:pt x="2441" y="571"/>
                </a:cubicBezTo>
                <a:cubicBezTo>
                  <a:pt x="2443" y="572"/>
                  <a:pt x="2447" y="577"/>
                  <a:pt x="2448" y="582"/>
                </a:cubicBezTo>
                <a:close/>
                <a:moveTo>
                  <a:pt x="2448" y="946"/>
                </a:moveTo>
                <a:cubicBezTo>
                  <a:pt x="2448" y="989"/>
                  <a:pt x="2448" y="989"/>
                  <a:pt x="2448" y="989"/>
                </a:cubicBezTo>
                <a:cubicBezTo>
                  <a:pt x="2440" y="993"/>
                  <a:pt x="2432" y="1000"/>
                  <a:pt x="2424" y="990"/>
                </a:cubicBezTo>
                <a:cubicBezTo>
                  <a:pt x="2420" y="985"/>
                  <a:pt x="2414" y="978"/>
                  <a:pt x="2409" y="970"/>
                </a:cubicBezTo>
                <a:cubicBezTo>
                  <a:pt x="2409" y="940"/>
                  <a:pt x="2409" y="940"/>
                  <a:pt x="2409" y="940"/>
                </a:cubicBezTo>
                <a:cubicBezTo>
                  <a:pt x="2421" y="941"/>
                  <a:pt x="2438" y="948"/>
                  <a:pt x="2446" y="947"/>
                </a:cubicBezTo>
                <a:cubicBezTo>
                  <a:pt x="2447" y="946"/>
                  <a:pt x="2447" y="946"/>
                  <a:pt x="2448" y="946"/>
                </a:cubicBezTo>
                <a:close/>
                <a:moveTo>
                  <a:pt x="2448" y="1018"/>
                </a:moveTo>
                <a:cubicBezTo>
                  <a:pt x="2448" y="1246"/>
                  <a:pt x="2448" y="1246"/>
                  <a:pt x="2448" y="1246"/>
                </a:cubicBezTo>
                <a:cubicBezTo>
                  <a:pt x="2437" y="1244"/>
                  <a:pt x="2429" y="1244"/>
                  <a:pt x="2422" y="1233"/>
                </a:cubicBezTo>
                <a:cubicBezTo>
                  <a:pt x="2416" y="1224"/>
                  <a:pt x="2412" y="1214"/>
                  <a:pt x="2409" y="1206"/>
                </a:cubicBezTo>
                <a:cubicBezTo>
                  <a:pt x="2409" y="1062"/>
                  <a:pt x="2409" y="1062"/>
                  <a:pt x="2409" y="1062"/>
                </a:cubicBezTo>
                <a:cubicBezTo>
                  <a:pt x="2412" y="1063"/>
                  <a:pt x="2415" y="1063"/>
                  <a:pt x="2420" y="1064"/>
                </a:cubicBezTo>
                <a:cubicBezTo>
                  <a:pt x="2435" y="1063"/>
                  <a:pt x="2434" y="1040"/>
                  <a:pt x="2434" y="1027"/>
                </a:cubicBezTo>
                <a:cubicBezTo>
                  <a:pt x="2434" y="1020"/>
                  <a:pt x="2441" y="1015"/>
                  <a:pt x="2448" y="1018"/>
                </a:cubicBezTo>
                <a:close/>
                <a:moveTo>
                  <a:pt x="2409" y="628"/>
                </a:moveTo>
                <a:cubicBezTo>
                  <a:pt x="2413" y="623"/>
                  <a:pt x="2413" y="622"/>
                  <a:pt x="2411" y="619"/>
                </a:cubicBezTo>
                <a:cubicBezTo>
                  <a:pt x="2410" y="618"/>
                  <a:pt x="2409" y="618"/>
                  <a:pt x="2409" y="618"/>
                </a:cubicBezTo>
                <a:cubicBezTo>
                  <a:pt x="2409" y="628"/>
                  <a:pt x="2409" y="628"/>
                  <a:pt x="2409" y="628"/>
                </a:cubicBezTo>
                <a:close/>
                <a:moveTo>
                  <a:pt x="2409" y="520"/>
                </a:moveTo>
                <a:cubicBezTo>
                  <a:pt x="2409" y="437"/>
                  <a:pt x="2409" y="437"/>
                  <a:pt x="2409" y="437"/>
                </a:cubicBezTo>
                <a:cubicBezTo>
                  <a:pt x="2418" y="438"/>
                  <a:pt x="2425" y="443"/>
                  <a:pt x="2428" y="457"/>
                </a:cubicBezTo>
                <a:cubicBezTo>
                  <a:pt x="2432" y="475"/>
                  <a:pt x="2424" y="492"/>
                  <a:pt x="2416" y="506"/>
                </a:cubicBezTo>
                <a:cubicBezTo>
                  <a:pt x="2414" y="510"/>
                  <a:pt x="2411" y="515"/>
                  <a:pt x="2409" y="520"/>
                </a:cubicBezTo>
                <a:close/>
                <a:moveTo>
                  <a:pt x="2409" y="142"/>
                </a:moveTo>
                <a:cubicBezTo>
                  <a:pt x="2409" y="151"/>
                  <a:pt x="2409" y="151"/>
                  <a:pt x="2409" y="151"/>
                </a:cubicBezTo>
                <a:cubicBezTo>
                  <a:pt x="2407" y="148"/>
                  <a:pt x="2406" y="144"/>
                  <a:pt x="2409" y="142"/>
                </a:cubicBezTo>
                <a:close/>
                <a:moveTo>
                  <a:pt x="2409" y="219"/>
                </a:moveTo>
                <a:cubicBezTo>
                  <a:pt x="2409" y="418"/>
                  <a:pt x="2409" y="418"/>
                  <a:pt x="2409" y="418"/>
                </a:cubicBezTo>
                <a:cubicBezTo>
                  <a:pt x="2406" y="419"/>
                  <a:pt x="2403" y="421"/>
                  <a:pt x="2400" y="421"/>
                </a:cubicBezTo>
                <a:cubicBezTo>
                  <a:pt x="2399" y="421"/>
                  <a:pt x="2398" y="421"/>
                  <a:pt x="2397" y="422"/>
                </a:cubicBezTo>
                <a:cubicBezTo>
                  <a:pt x="2397" y="220"/>
                  <a:pt x="2397" y="220"/>
                  <a:pt x="2397" y="220"/>
                </a:cubicBezTo>
                <a:cubicBezTo>
                  <a:pt x="2402" y="220"/>
                  <a:pt x="2405" y="220"/>
                  <a:pt x="2409" y="219"/>
                </a:cubicBezTo>
                <a:close/>
                <a:moveTo>
                  <a:pt x="2409" y="437"/>
                </a:moveTo>
                <a:cubicBezTo>
                  <a:pt x="2409" y="520"/>
                  <a:pt x="2409" y="520"/>
                  <a:pt x="2409" y="520"/>
                </a:cubicBezTo>
                <a:cubicBezTo>
                  <a:pt x="2406" y="527"/>
                  <a:pt x="2402" y="535"/>
                  <a:pt x="2397" y="541"/>
                </a:cubicBezTo>
                <a:cubicBezTo>
                  <a:pt x="2397" y="438"/>
                  <a:pt x="2397" y="438"/>
                  <a:pt x="2397" y="438"/>
                </a:cubicBezTo>
                <a:cubicBezTo>
                  <a:pt x="2398" y="438"/>
                  <a:pt x="2399" y="438"/>
                  <a:pt x="2400" y="438"/>
                </a:cubicBezTo>
                <a:cubicBezTo>
                  <a:pt x="2403" y="437"/>
                  <a:pt x="2406" y="437"/>
                  <a:pt x="2409" y="437"/>
                </a:cubicBezTo>
                <a:close/>
                <a:moveTo>
                  <a:pt x="2409" y="602"/>
                </a:moveTo>
                <a:cubicBezTo>
                  <a:pt x="2409" y="612"/>
                  <a:pt x="2409" y="612"/>
                  <a:pt x="2409" y="612"/>
                </a:cubicBezTo>
                <a:cubicBezTo>
                  <a:pt x="2407" y="612"/>
                  <a:pt x="2405" y="612"/>
                  <a:pt x="2401" y="613"/>
                </a:cubicBezTo>
                <a:cubicBezTo>
                  <a:pt x="2400" y="614"/>
                  <a:pt x="2398" y="614"/>
                  <a:pt x="2397" y="613"/>
                </a:cubicBezTo>
                <a:cubicBezTo>
                  <a:pt x="2397" y="607"/>
                  <a:pt x="2397" y="607"/>
                  <a:pt x="2397" y="607"/>
                </a:cubicBezTo>
                <a:cubicBezTo>
                  <a:pt x="2398" y="606"/>
                  <a:pt x="2399" y="605"/>
                  <a:pt x="2400" y="604"/>
                </a:cubicBezTo>
                <a:cubicBezTo>
                  <a:pt x="2403" y="603"/>
                  <a:pt x="2406" y="602"/>
                  <a:pt x="2409" y="602"/>
                </a:cubicBezTo>
                <a:close/>
                <a:moveTo>
                  <a:pt x="2409" y="618"/>
                </a:moveTo>
                <a:cubicBezTo>
                  <a:pt x="2409" y="628"/>
                  <a:pt x="2409" y="628"/>
                  <a:pt x="2409" y="628"/>
                </a:cubicBezTo>
                <a:cubicBezTo>
                  <a:pt x="2409" y="628"/>
                  <a:pt x="2409" y="628"/>
                  <a:pt x="2409" y="628"/>
                </a:cubicBezTo>
                <a:cubicBezTo>
                  <a:pt x="2405" y="632"/>
                  <a:pt x="2404" y="619"/>
                  <a:pt x="2409" y="618"/>
                </a:cubicBezTo>
                <a:close/>
                <a:moveTo>
                  <a:pt x="2409" y="940"/>
                </a:moveTo>
                <a:cubicBezTo>
                  <a:pt x="2409" y="970"/>
                  <a:pt x="2409" y="970"/>
                  <a:pt x="2409" y="970"/>
                </a:cubicBezTo>
                <a:cubicBezTo>
                  <a:pt x="2400" y="955"/>
                  <a:pt x="2394" y="940"/>
                  <a:pt x="2403" y="939"/>
                </a:cubicBezTo>
                <a:cubicBezTo>
                  <a:pt x="2404" y="939"/>
                  <a:pt x="2407" y="939"/>
                  <a:pt x="2409" y="940"/>
                </a:cubicBezTo>
                <a:close/>
                <a:moveTo>
                  <a:pt x="2409" y="1062"/>
                </a:moveTo>
                <a:cubicBezTo>
                  <a:pt x="2409" y="1206"/>
                  <a:pt x="2409" y="1206"/>
                  <a:pt x="2409" y="1206"/>
                </a:cubicBezTo>
                <a:cubicBezTo>
                  <a:pt x="2405" y="1197"/>
                  <a:pt x="2403" y="1191"/>
                  <a:pt x="2400" y="1196"/>
                </a:cubicBezTo>
                <a:cubicBezTo>
                  <a:pt x="2396" y="1202"/>
                  <a:pt x="2400" y="1206"/>
                  <a:pt x="2397" y="1205"/>
                </a:cubicBezTo>
                <a:cubicBezTo>
                  <a:pt x="2397" y="1054"/>
                  <a:pt x="2397" y="1054"/>
                  <a:pt x="2397" y="1054"/>
                </a:cubicBezTo>
                <a:cubicBezTo>
                  <a:pt x="2399" y="1059"/>
                  <a:pt x="2402" y="1061"/>
                  <a:pt x="2409" y="1062"/>
                </a:cubicBezTo>
                <a:close/>
                <a:moveTo>
                  <a:pt x="2397" y="634"/>
                </a:moveTo>
                <a:cubicBezTo>
                  <a:pt x="2397" y="623"/>
                  <a:pt x="2397" y="623"/>
                  <a:pt x="2397" y="623"/>
                </a:cubicBezTo>
                <a:cubicBezTo>
                  <a:pt x="2399" y="626"/>
                  <a:pt x="2401" y="630"/>
                  <a:pt x="2397" y="634"/>
                </a:cubicBezTo>
                <a:close/>
                <a:moveTo>
                  <a:pt x="2397" y="220"/>
                </a:moveTo>
                <a:cubicBezTo>
                  <a:pt x="2397" y="422"/>
                  <a:pt x="2397" y="422"/>
                  <a:pt x="2397" y="422"/>
                </a:cubicBezTo>
                <a:cubicBezTo>
                  <a:pt x="2384" y="425"/>
                  <a:pt x="2386" y="438"/>
                  <a:pt x="2397" y="438"/>
                </a:cubicBezTo>
                <a:cubicBezTo>
                  <a:pt x="2397" y="541"/>
                  <a:pt x="2397" y="541"/>
                  <a:pt x="2397" y="541"/>
                </a:cubicBezTo>
                <a:cubicBezTo>
                  <a:pt x="2393" y="546"/>
                  <a:pt x="2389" y="550"/>
                  <a:pt x="2383" y="553"/>
                </a:cubicBezTo>
                <a:cubicBezTo>
                  <a:pt x="2379" y="554"/>
                  <a:pt x="2376" y="555"/>
                  <a:pt x="2373" y="556"/>
                </a:cubicBezTo>
                <a:cubicBezTo>
                  <a:pt x="2373" y="222"/>
                  <a:pt x="2373" y="222"/>
                  <a:pt x="2373" y="222"/>
                </a:cubicBezTo>
                <a:cubicBezTo>
                  <a:pt x="2376" y="221"/>
                  <a:pt x="2379" y="220"/>
                  <a:pt x="2383" y="220"/>
                </a:cubicBezTo>
                <a:cubicBezTo>
                  <a:pt x="2389" y="220"/>
                  <a:pt x="2393" y="220"/>
                  <a:pt x="2397" y="220"/>
                </a:cubicBezTo>
                <a:close/>
                <a:moveTo>
                  <a:pt x="2397" y="607"/>
                </a:moveTo>
                <a:cubicBezTo>
                  <a:pt x="2397" y="613"/>
                  <a:pt x="2397" y="613"/>
                  <a:pt x="2397" y="613"/>
                </a:cubicBezTo>
                <a:cubicBezTo>
                  <a:pt x="2394" y="613"/>
                  <a:pt x="2394" y="610"/>
                  <a:pt x="2397" y="607"/>
                </a:cubicBezTo>
                <a:close/>
                <a:moveTo>
                  <a:pt x="2397" y="623"/>
                </a:moveTo>
                <a:cubicBezTo>
                  <a:pt x="2397" y="634"/>
                  <a:pt x="2397" y="634"/>
                  <a:pt x="2397" y="634"/>
                </a:cubicBezTo>
                <a:cubicBezTo>
                  <a:pt x="2396" y="635"/>
                  <a:pt x="2396" y="636"/>
                  <a:pt x="2395" y="637"/>
                </a:cubicBezTo>
                <a:cubicBezTo>
                  <a:pt x="2385" y="645"/>
                  <a:pt x="2383" y="619"/>
                  <a:pt x="2391" y="621"/>
                </a:cubicBezTo>
                <a:cubicBezTo>
                  <a:pt x="2393" y="620"/>
                  <a:pt x="2395" y="621"/>
                  <a:pt x="2397" y="623"/>
                </a:cubicBezTo>
                <a:close/>
                <a:moveTo>
                  <a:pt x="2397" y="1054"/>
                </a:moveTo>
                <a:cubicBezTo>
                  <a:pt x="2397" y="1205"/>
                  <a:pt x="2397" y="1205"/>
                  <a:pt x="2397" y="1205"/>
                </a:cubicBezTo>
                <a:cubicBezTo>
                  <a:pt x="2395" y="1204"/>
                  <a:pt x="2391" y="1201"/>
                  <a:pt x="2381" y="1194"/>
                </a:cubicBezTo>
                <a:cubicBezTo>
                  <a:pt x="2378" y="1193"/>
                  <a:pt x="2375" y="1191"/>
                  <a:pt x="2373" y="1190"/>
                </a:cubicBezTo>
                <a:cubicBezTo>
                  <a:pt x="2373" y="1016"/>
                  <a:pt x="2373" y="1016"/>
                  <a:pt x="2373" y="1016"/>
                </a:cubicBezTo>
                <a:cubicBezTo>
                  <a:pt x="2373" y="1016"/>
                  <a:pt x="2373" y="1016"/>
                  <a:pt x="2373" y="1016"/>
                </a:cubicBezTo>
                <a:cubicBezTo>
                  <a:pt x="2384" y="1022"/>
                  <a:pt x="2391" y="1030"/>
                  <a:pt x="2394" y="1045"/>
                </a:cubicBezTo>
                <a:cubicBezTo>
                  <a:pt x="2395" y="1048"/>
                  <a:pt x="2396" y="1051"/>
                  <a:pt x="2397" y="1054"/>
                </a:cubicBezTo>
                <a:close/>
                <a:moveTo>
                  <a:pt x="2373" y="955"/>
                </a:moveTo>
                <a:cubicBezTo>
                  <a:pt x="2373" y="942"/>
                  <a:pt x="2373" y="942"/>
                  <a:pt x="2373" y="942"/>
                </a:cubicBezTo>
                <a:cubicBezTo>
                  <a:pt x="2380" y="946"/>
                  <a:pt x="2389" y="956"/>
                  <a:pt x="2379" y="956"/>
                </a:cubicBezTo>
                <a:cubicBezTo>
                  <a:pt x="2377" y="956"/>
                  <a:pt x="2375" y="956"/>
                  <a:pt x="2373" y="955"/>
                </a:cubicBezTo>
                <a:close/>
                <a:moveTo>
                  <a:pt x="2373" y="222"/>
                </a:moveTo>
                <a:cubicBezTo>
                  <a:pt x="2373" y="556"/>
                  <a:pt x="2373" y="556"/>
                  <a:pt x="2373" y="556"/>
                </a:cubicBezTo>
                <a:cubicBezTo>
                  <a:pt x="2366" y="556"/>
                  <a:pt x="2361" y="556"/>
                  <a:pt x="2356" y="556"/>
                </a:cubicBezTo>
                <a:cubicBezTo>
                  <a:pt x="2356" y="229"/>
                  <a:pt x="2356" y="229"/>
                  <a:pt x="2356" y="229"/>
                </a:cubicBezTo>
                <a:cubicBezTo>
                  <a:pt x="2361" y="228"/>
                  <a:pt x="2366" y="224"/>
                  <a:pt x="2373" y="222"/>
                </a:cubicBezTo>
                <a:close/>
                <a:moveTo>
                  <a:pt x="2373" y="942"/>
                </a:moveTo>
                <a:cubicBezTo>
                  <a:pt x="2373" y="955"/>
                  <a:pt x="2373" y="955"/>
                  <a:pt x="2373" y="955"/>
                </a:cubicBezTo>
                <a:cubicBezTo>
                  <a:pt x="2363" y="951"/>
                  <a:pt x="2356" y="941"/>
                  <a:pt x="2368" y="941"/>
                </a:cubicBezTo>
                <a:cubicBezTo>
                  <a:pt x="2369" y="941"/>
                  <a:pt x="2371" y="941"/>
                  <a:pt x="2373" y="942"/>
                </a:cubicBezTo>
                <a:close/>
                <a:moveTo>
                  <a:pt x="2373" y="1016"/>
                </a:moveTo>
                <a:cubicBezTo>
                  <a:pt x="2373" y="1190"/>
                  <a:pt x="2373" y="1190"/>
                  <a:pt x="2373" y="1190"/>
                </a:cubicBezTo>
                <a:cubicBezTo>
                  <a:pt x="2366" y="1187"/>
                  <a:pt x="2361" y="1186"/>
                  <a:pt x="2356" y="1185"/>
                </a:cubicBezTo>
                <a:cubicBezTo>
                  <a:pt x="2356" y="1027"/>
                  <a:pt x="2356" y="1027"/>
                  <a:pt x="2356" y="1027"/>
                </a:cubicBezTo>
                <a:cubicBezTo>
                  <a:pt x="2365" y="1025"/>
                  <a:pt x="2363" y="1012"/>
                  <a:pt x="2373" y="1016"/>
                </a:cubicBezTo>
                <a:close/>
                <a:moveTo>
                  <a:pt x="2356" y="658"/>
                </a:moveTo>
                <a:cubicBezTo>
                  <a:pt x="2356" y="645"/>
                  <a:pt x="2356" y="645"/>
                  <a:pt x="2356" y="645"/>
                </a:cubicBezTo>
                <a:cubicBezTo>
                  <a:pt x="2356" y="646"/>
                  <a:pt x="2357" y="646"/>
                  <a:pt x="2357" y="646"/>
                </a:cubicBezTo>
                <a:cubicBezTo>
                  <a:pt x="2361" y="647"/>
                  <a:pt x="2367" y="664"/>
                  <a:pt x="2356" y="658"/>
                </a:cubicBezTo>
                <a:close/>
                <a:moveTo>
                  <a:pt x="2356" y="229"/>
                </a:moveTo>
                <a:cubicBezTo>
                  <a:pt x="2356" y="556"/>
                  <a:pt x="2356" y="556"/>
                  <a:pt x="2356" y="556"/>
                </a:cubicBezTo>
                <a:cubicBezTo>
                  <a:pt x="2352" y="556"/>
                  <a:pt x="2349" y="558"/>
                  <a:pt x="2346" y="562"/>
                </a:cubicBezTo>
                <a:cubicBezTo>
                  <a:pt x="2340" y="574"/>
                  <a:pt x="2342" y="580"/>
                  <a:pt x="2330" y="583"/>
                </a:cubicBezTo>
                <a:cubicBezTo>
                  <a:pt x="2330" y="208"/>
                  <a:pt x="2330" y="208"/>
                  <a:pt x="2330" y="208"/>
                </a:cubicBezTo>
                <a:cubicBezTo>
                  <a:pt x="2337" y="210"/>
                  <a:pt x="2342" y="214"/>
                  <a:pt x="2345" y="221"/>
                </a:cubicBezTo>
                <a:cubicBezTo>
                  <a:pt x="2348" y="230"/>
                  <a:pt x="2352" y="231"/>
                  <a:pt x="2356" y="229"/>
                </a:cubicBezTo>
                <a:close/>
                <a:moveTo>
                  <a:pt x="2356" y="645"/>
                </a:moveTo>
                <a:cubicBezTo>
                  <a:pt x="2356" y="658"/>
                  <a:pt x="2356" y="658"/>
                  <a:pt x="2356" y="658"/>
                </a:cubicBezTo>
                <a:cubicBezTo>
                  <a:pt x="2346" y="652"/>
                  <a:pt x="2351" y="643"/>
                  <a:pt x="2356" y="645"/>
                </a:cubicBezTo>
                <a:close/>
                <a:moveTo>
                  <a:pt x="2356" y="1027"/>
                </a:moveTo>
                <a:cubicBezTo>
                  <a:pt x="2356" y="1185"/>
                  <a:pt x="2356" y="1185"/>
                  <a:pt x="2356" y="1185"/>
                </a:cubicBezTo>
                <a:cubicBezTo>
                  <a:pt x="2344" y="1184"/>
                  <a:pt x="2336" y="1187"/>
                  <a:pt x="2330" y="1189"/>
                </a:cubicBezTo>
                <a:cubicBezTo>
                  <a:pt x="2330" y="1038"/>
                  <a:pt x="2330" y="1038"/>
                  <a:pt x="2330" y="1038"/>
                </a:cubicBezTo>
                <a:cubicBezTo>
                  <a:pt x="2335" y="1043"/>
                  <a:pt x="2334" y="1051"/>
                  <a:pt x="2341" y="1048"/>
                </a:cubicBezTo>
                <a:cubicBezTo>
                  <a:pt x="2350" y="1045"/>
                  <a:pt x="2342" y="1027"/>
                  <a:pt x="2354" y="1027"/>
                </a:cubicBezTo>
                <a:cubicBezTo>
                  <a:pt x="2355" y="1027"/>
                  <a:pt x="2356" y="1027"/>
                  <a:pt x="2356" y="1027"/>
                </a:cubicBezTo>
                <a:close/>
                <a:moveTo>
                  <a:pt x="2330" y="715"/>
                </a:moveTo>
                <a:cubicBezTo>
                  <a:pt x="2330" y="704"/>
                  <a:pt x="2330" y="704"/>
                  <a:pt x="2330" y="704"/>
                </a:cubicBezTo>
                <a:cubicBezTo>
                  <a:pt x="2334" y="702"/>
                  <a:pt x="2336" y="704"/>
                  <a:pt x="2336" y="708"/>
                </a:cubicBezTo>
                <a:cubicBezTo>
                  <a:pt x="2335" y="711"/>
                  <a:pt x="2333" y="715"/>
                  <a:pt x="2330" y="715"/>
                </a:cubicBezTo>
                <a:close/>
                <a:moveTo>
                  <a:pt x="2330" y="642"/>
                </a:moveTo>
                <a:cubicBezTo>
                  <a:pt x="2330" y="601"/>
                  <a:pt x="2330" y="601"/>
                  <a:pt x="2330" y="601"/>
                </a:cubicBezTo>
                <a:cubicBezTo>
                  <a:pt x="2331" y="602"/>
                  <a:pt x="2332" y="603"/>
                  <a:pt x="2332" y="605"/>
                </a:cubicBezTo>
                <a:cubicBezTo>
                  <a:pt x="2339" y="618"/>
                  <a:pt x="2352" y="639"/>
                  <a:pt x="2338" y="642"/>
                </a:cubicBezTo>
                <a:cubicBezTo>
                  <a:pt x="2335" y="642"/>
                  <a:pt x="2332" y="642"/>
                  <a:pt x="2330" y="642"/>
                </a:cubicBezTo>
                <a:close/>
                <a:moveTo>
                  <a:pt x="2330" y="205"/>
                </a:moveTo>
                <a:cubicBezTo>
                  <a:pt x="2333" y="206"/>
                  <a:pt x="2337" y="206"/>
                  <a:pt x="2340" y="207"/>
                </a:cubicBezTo>
                <a:cubicBezTo>
                  <a:pt x="2355" y="209"/>
                  <a:pt x="2346" y="192"/>
                  <a:pt x="2334" y="193"/>
                </a:cubicBezTo>
                <a:cubicBezTo>
                  <a:pt x="2333" y="193"/>
                  <a:pt x="2332" y="193"/>
                  <a:pt x="2330" y="192"/>
                </a:cubicBezTo>
                <a:lnTo>
                  <a:pt x="2330" y="205"/>
                </a:lnTo>
                <a:close/>
                <a:moveTo>
                  <a:pt x="2330" y="192"/>
                </a:moveTo>
                <a:cubicBezTo>
                  <a:pt x="2330" y="205"/>
                  <a:pt x="2330" y="205"/>
                  <a:pt x="2330" y="205"/>
                </a:cubicBezTo>
                <a:cubicBezTo>
                  <a:pt x="2326" y="205"/>
                  <a:pt x="2322" y="204"/>
                  <a:pt x="2319" y="203"/>
                </a:cubicBezTo>
                <a:cubicBezTo>
                  <a:pt x="2319" y="187"/>
                  <a:pt x="2319" y="187"/>
                  <a:pt x="2319" y="187"/>
                </a:cubicBezTo>
                <a:cubicBezTo>
                  <a:pt x="2323" y="190"/>
                  <a:pt x="2327" y="192"/>
                  <a:pt x="2330" y="192"/>
                </a:cubicBezTo>
                <a:close/>
                <a:moveTo>
                  <a:pt x="2330" y="208"/>
                </a:moveTo>
                <a:cubicBezTo>
                  <a:pt x="2327" y="207"/>
                  <a:pt x="2323" y="206"/>
                  <a:pt x="2319" y="205"/>
                </a:cubicBezTo>
                <a:cubicBezTo>
                  <a:pt x="2319" y="632"/>
                  <a:pt x="2319" y="632"/>
                  <a:pt x="2319" y="632"/>
                </a:cubicBezTo>
                <a:cubicBezTo>
                  <a:pt x="2321" y="637"/>
                  <a:pt x="2325" y="640"/>
                  <a:pt x="2330" y="642"/>
                </a:cubicBezTo>
                <a:cubicBezTo>
                  <a:pt x="2330" y="601"/>
                  <a:pt x="2330" y="601"/>
                  <a:pt x="2330" y="601"/>
                </a:cubicBezTo>
                <a:cubicBezTo>
                  <a:pt x="2323" y="590"/>
                  <a:pt x="2314" y="587"/>
                  <a:pt x="2327" y="584"/>
                </a:cubicBezTo>
                <a:cubicBezTo>
                  <a:pt x="2328" y="584"/>
                  <a:pt x="2329" y="584"/>
                  <a:pt x="2330" y="583"/>
                </a:cubicBezTo>
                <a:cubicBezTo>
                  <a:pt x="2330" y="208"/>
                  <a:pt x="2330" y="208"/>
                  <a:pt x="2330" y="208"/>
                </a:cubicBezTo>
                <a:close/>
                <a:moveTo>
                  <a:pt x="2330" y="704"/>
                </a:moveTo>
                <a:cubicBezTo>
                  <a:pt x="2330" y="715"/>
                  <a:pt x="2330" y="715"/>
                  <a:pt x="2330" y="715"/>
                </a:cubicBezTo>
                <a:cubicBezTo>
                  <a:pt x="2329" y="715"/>
                  <a:pt x="2328" y="714"/>
                  <a:pt x="2327" y="713"/>
                </a:cubicBezTo>
                <a:cubicBezTo>
                  <a:pt x="2323" y="709"/>
                  <a:pt x="2324" y="706"/>
                  <a:pt x="2329" y="704"/>
                </a:cubicBezTo>
                <a:cubicBezTo>
                  <a:pt x="2329" y="704"/>
                  <a:pt x="2330" y="704"/>
                  <a:pt x="2330" y="704"/>
                </a:cubicBezTo>
                <a:close/>
                <a:moveTo>
                  <a:pt x="2330" y="1038"/>
                </a:moveTo>
                <a:cubicBezTo>
                  <a:pt x="2330" y="1189"/>
                  <a:pt x="2330" y="1189"/>
                  <a:pt x="2330" y="1189"/>
                </a:cubicBezTo>
                <a:cubicBezTo>
                  <a:pt x="2330" y="1189"/>
                  <a:pt x="2330" y="1189"/>
                  <a:pt x="2330" y="1189"/>
                </a:cubicBezTo>
                <a:cubicBezTo>
                  <a:pt x="2327" y="1189"/>
                  <a:pt x="2323" y="1189"/>
                  <a:pt x="2319" y="1188"/>
                </a:cubicBezTo>
                <a:cubicBezTo>
                  <a:pt x="2319" y="1033"/>
                  <a:pt x="2319" y="1033"/>
                  <a:pt x="2319" y="1033"/>
                </a:cubicBezTo>
                <a:cubicBezTo>
                  <a:pt x="2325" y="1033"/>
                  <a:pt x="2328" y="1035"/>
                  <a:pt x="2330" y="1038"/>
                </a:cubicBezTo>
                <a:close/>
                <a:moveTo>
                  <a:pt x="2319" y="187"/>
                </a:moveTo>
                <a:cubicBezTo>
                  <a:pt x="2319" y="203"/>
                  <a:pt x="2319" y="203"/>
                  <a:pt x="2319" y="203"/>
                </a:cubicBezTo>
                <a:cubicBezTo>
                  <a:pt x="2314" y="202"/>
                  <a:pt x="2309" y="200"/>
                  <a:pt x="2304" y="197"/>
                </a:cubicBezTo>
                <a:cubicBezTo>
                  <a:pt x="2304" y="179"/>
                  <a:pt x="2304" y="179"/>
                  <a:pt x="2304" y="179"/>
                </a:cubicBezTo>
                <a:cubicBezTo>
                  <a:pt x="2309" y="181"/>
                  <a:pt x="2314" y="185"/>
                  <a:pt x="2319" y="187"/>
                </a:cubicBezTo>
                <a:close/>
                <a:moveTo>
                  <a:pt x="2319" y="205"/>
                </a:moveTo>
                <a:cubicBezTo>
                  <a:pt x="2314" y="204"/>
                  <a:pt x="2309" y="204"/>
                  <a:pt x="2304" y="203"/>
                </a:cubicBezTo>
                <a:cubicBezTo>
                  <a:pt x="2304" y="606"/>
                  <a:pt x="2304" y="606"/>
                  <a:pt x="2304" y="606"/>
                </a:cubicBezTo>
                <a:cubicBezTo>
                  <a:pt x="2309" y="610"/>
                  <a:pt x="2315" y="614"/>
                  <a:pt x="2316" y="621"/>
                </a:cubicBezTo>
                <a:cubicBezTo>
                  <a:pt x="2316" y="625"/>
                  <a:pt x="2317" y="629"/>
                  <a:pt x="2319" y="632"/>
                </a:cubicBezTo>
                <a:cubicBezTo>
                  <a:pt x="2319" y="205"/>
                  <a:pt x="2319" y="205"/>
                  <a:pt x="2319" y="205"/>
                </a:cubicBezTo>
                <a:close/>
                <a:moveTo>
                  <a:pt x="2319" y="1033"/>
                </a:moveTo>
                <a:cubicBezTo>
                  <a:pt x="2319" y="1188"/>
                  <a:pt x="2319" y="1188"/>
                  <a:pt x="2319" y="1188"/>
                </a:cubicBezTo>
                <a:cubicBezTo>
                  <a:pt x="2314" y="1188"/>
                  <a:pt x="2309" y="1187"/>
                  <a:pt x="2304" y="1187"/>
                </a:cubicBezTo>
                <a:cubicBezTo>
                  <a:pt x="2304" y="1056"/>
                  <a:pt x="2304" y="1056"/>
                  <a:pt x="2304" y="1056"/>
                </a:cubicBezTo>
                <a:cubicBezTo>
                  <a:pt x="2312" y="1051"/>
                  <a:pt x="2299" y="1033"/>
                  <a:pt x="2317" y="1033"/>
                </a:cubicBezTo>
                <a:cubicBezTo>
                  <a:pt x="2318" y="1033"/>
                  <a:pt x="2318" y="1033"/>
                  <a:pt x="2319" y="1033"/>
                </a:cubicBezTo>
                <a:close/>
                <a:moveTo>
                  <a:pt x="2304" y="1001"/>
                </a:moveTo>
                <a:cubicBezTo>
                  <a:pt x="2304" y="990"/>
                  <a:pt x="2304" y="990"/>
                  <a:pt x="2304" y="990"/>
                </a:cubicBezTo>
                <a:cubicBezTo>
                  <a:pt x="2308" y="988"/>
                  <a:pt x="2312" y="990"/>
                  <a:pt x="2311" y="995"/>
                </a:cubicBezTo>
                <a:cubicBezTo>
                  <a:pt x="2310" y="998"/>
                  <a:pt x="2307" y="1003"/>
                  <a:pt x="2304" y="1001"/>
                </a:cubicBezTo>
                <a:close/>
                <a:moveTo>
                  <a:pt x="2304" y="876"/>
                </a:moveTo>
                <a:cubicBezTo>
                  <a:pt x="2304" y="852"/>
                  <a:pt x="2304" y="852"/>
                  <a:pt x="2304" y="852"/>
                </a:cubicBezTo>
                <a:cubicBezTo>
                  <a:pt x="2311" y="850"/>
                  <a:pt x="2317" y="854"/>
                  <a:pt x="2315" y="862"/>
                </a:cubicBezTo>
                <a:cubicBezTo>
                  <a:pt x="2314" y="869"/>
                  <a:pt x="2309" y="876"/>
                  <a:pt x="2304" y="876"/>
                </a:cubicBezTo>
                <a:close/>
                <a:moveTo>
                  <a:pt x="2304" y="179"/>
                </a:moveTo>
                <a:cubicBezTo>
                  <a:pt x="2304" y="197"/>
                  <a:pt x="2304" y="197"/>
                  <a:pt x="2304" y="197"/>
                </a:cubicBezTo>
                <a:cubicBezTo>
                  <a:pt x="2303" y="197"/>
                  <a:pt x="2303" y="196"/>
                  <a:pt x="2302" y="196"/>
                </a:cubicBezTo>
                <a:cubicBezTo>
                  <a:pt x="2290" y="188"/>
                  <a:pt x="2286" y="179"/>
                  <a:pt x="2293" y="179"/>
                </a:cubicBezTo>
                <a:cubicBezTo>
                  <a:pt x="2296" y="177"/>
                  <a:pt x="2300" y="178"/>
                  <a:pt x="2304" y="179"/>
                </a:cubicBezTo>
                <a:close/>
                <a:moveTo>
                  <a:pt x="2304" y="203"/>
                </a:moveTo>
                <a:cubicBezTo>
                  <a:pt x="2304" y="606"/>
                  <a:pt x="2304" y="606"/>
                  <a:pt x="2304" y="606"/>
                </a:cubicBezTo>
                <a:cubicBezTo>
                  <a:pt x="2301" y="603"/>
                  <a:pt x="2297" y="600"/>
                  <a:pt x="2297" y="596"/>
                </a:cubicBezTo>
                <a:cubicBezTo>
                  <a:pt x="2296" y="589"/>
                  <a:pt x="2294" y="580"/>
                  <a:pt x="2282" y="577"/>
                </a:cubicBezTo>
                <a:cubicBezTo>
                  <a:pt x="2282" y="197"/>
                  <a:pt x="2282" y="197"/>
                  <a:pt x="2282" y="197"/>
                </a:cubicBezTo>
                <a:cubicBezTo>
                  <a:pt x="2282" y="197"/>
                  <a:pt x="2283" y="198"/>
                  <a:pt x="2283" y="198"/>
                </a:cubicBezTo>
                <a:cubicBezTo>
                  <a:pt x="2290" y="200"/>
                  <a:pt x="2297" y="202"/>
                  <a:pt x="2304" y="203"/>
                </a:cubicBezTo>
                <a:close/>
                <a:moveTo>
                  <a:pt x="2304" y="852"/>
                </a:moveTo>
                <a:cubicBezTo>
                  <a:pt x="2304" y="876"/>
                  <a:pt x="2304" y="876"/>
                  <a:pt x="2304" y="876"/>
                </a:cubicBezTo>
                <a:cubicBezTo>
                  <a:pt x="2302" y="876"/>
                  <a:pt x="2300" y="875"/>
                  <a:pt x="2298" y="872"/>
                </a:cubicBezTo>
                <a:cubicBezTo>
                  <a:pt x="2290" y="863"/>
                  <a:pt x="2291" y="857"/>
                  <a:pt x="2301" y="854"/>
                </a:cubicBezTo>
                <a:cubicBezTo>
                  <a:pt x="2302" y="853"/>
                  <a:pt x="2303" y="853"/>
                  <a:pt x="2304" y="852"/>
                </a:cubicBezTo>
                <a:close/>
                <a:moveTo>
                  <a:pt x="2304" y="990"/>
                </a:moveTo>
                <a:cubicBezTo>
                  <a:pt x="2304" y="1001"/>
                  <a:pt x="2304" y="1001"/>
                  <a:pt x="2304" y="1001"/>
                </a:cubicBezTo>
                <a:cubicBezTo>
                  <a:pt x="2304" y="1001"/>
                  <a:pt x="2303" y="1000"/>
                  <a:pt x="2302" y="1000"/>
                </a:cubicBezTo>
                <a:cubicBezTo>
                  <a:pt x="2299" y="995"/>
                  <a:pt x="2299" y="992"/>
                  <a:pt x="2304" y="991"/>
                </a:cubicBezTo>
                <a:cubicBezTo>
                  <a:pt x="2304" y="990"/>
                  <a:pt x="2304" y="990"/>
                  <a:pt x="2304" y="990"/>
                </a:cubicBezTo>
                <a:close/>
                <a:moveTo>
                  <a:pt x="2304" y="1056"/>
                </a:moveTo>
                <a:cubicBezTo>
                  <a:pt x="2304" y="1187"/>
                  <a:pt x="2304" y="1187"/>
                  <a:pt x="2304" y="1187"/>
                </a:cubicBezTo>
                <a:cubicBezTo>
                  <a:pt x="2300" y="1188"/>
                  <a:pt x="2296" y="1190"/>
                  <a:pt x="2295" y="1194"/>
                </a:cubicBezTo>
                <a:cubicBezTo>
                  <a:pt x="2293" y="1202"/>
                  <a:pt x="2288" y="1206"/>
                  <a:pt x="2282" y="1207"/>
                </a:cubicBezTo>
                <a:cubicBezTo>
                  <a:pt x="2282" y="1061"/>
                  <a:pt x="2282" y="1061"/>
                  <a:pt x="2282" y="1061"/>
                </a:cubicBezTo>
                <a:cubicBezTo>
                  <a:pt x="2284" y="1059"/>
                  <a:pt x="2288" y="1058"/>
                  <a:pt x="2297" y="1058"/>
                </a:cubicBezTo>
                <a:cubicBezTo>
                  <a:pt x="2300" y="1058"/>
                  <a:pt x="2303" y="1058"/>
                  <a:pt x="2304" y="1056"/>
                </a:cubicBezTo>
                <a:close/>
                <a:moveTo>
                  <a:pt x="2282" y="951"/>
                </a:moveTo>
                <a:cubicBezTo>
                  <a:pt x="2282" y="939"/>
                  <a:pt x="2282" y="939"/>
                  <a:pt x="2282" y="939"/>
                </a:cubicBezTo>
                <a:cubicBezTo>
                  <a:pt x="2288" y="944"/>
                  <a:pt x="2292" y="952"/>
                  <a:pt x="2285" y="952"/>
                </a:cubicBezTo>
                <a:cubicBezTo>
                  <a:pt x="2284" y="952"/>
                  <a:pt x="2283" y="952"/>
                  <a:pt x="2282" y="951"/>
                </a:cubicBezTo>
                <a:close/>
                <a:moveTo>
                  <a:pt x="2282" y="819"/>
                </a:moveTo>
                <a:cubicBezTo>
                  <a:pt x="2282" y="804"/>
                  <a:pt x="2282" y="804"/>
                  <a:pt x="2282" y="804"/>
                </a:cubicBezTo>
                <a:cubicBezTo>
                  <a:pt x="2287" y="807"/>
                  <a:pt x="2292" y="813"/>
                  <a:pt x="2285" y="817"/>
                </a:cubicBezTo>
                <a:cubicBezTo>
                  <a:pt x="2284" y="818"/>
                  <a:pt x="2283" y="819"/>
                  <a:pt x="2282" y="819"/>
                </a:cubicBezTo>
                <a:close/>
                <a:moveTo>
                  <a:pt x="2282" y="786"/>
                </a:moveTo>
                <a:cubicBezTo>
                  <a:pt x="2282" y="768"/>
                  <a:pt x="2282" y="768"/>
                  <a:pt x="2282" y="768"/>
                </a:cubicBezTo>
                <a:cubicBezTo>
                  <a:pt x="2288" y="773"/>
                  <a:pt x="2290" y="784"/>
                  <a:pt x="2282" y="786"/>
                </a:cubicBezTo>
                <a:close/>
                <a:moveTo>
                  <a:pt x="2282" y="742"/>
                </a:moveTo>
                <a:cubicBezTo>
                  <a:pt x="2282" y="723"/>
                  <a:pt x="2282" y="723"/>
                  <a:pt x="2282" y="723"/>
                </a:cubicBezTo>
                <a:cubicBezTo>
                  <a:pt x="2293" y="724"/>
                  <a:pt x="2290" y="743"/>
                  <a:pt x="2282" y="742"/>
                </a:cubicBezTo>
                <a:close/>
                <a:moveTo>
                  <a:pt x="2282" y="197"/>
                </a:moveTo>
                <a:cubicBezTo>
                  <a:pt x="2282" y="577"/>
                  <a:pt x="2282" y="577"/>
                  <a:pt x="2282" y="577"/>
                </a:cubicBezTo>
                <a:cubicBezTo>
                  <a:pt x="2279" y="576"/>
                  <a:pt x="2275" y="576"/>
                  <a:pt x="2271" y="576"/>
                </a:cubicBezTo>
                <a:cubicBezTo>
                  <a:pt x="2249" y="576"/>
                  <a:pt x="2245" y="598"/>
                  <a:pt x="2259" y="598"/>
                </a:cubicBezTo>
                <a:cubicBezTo>
                  <a:pt x="2272" y="598"/>
                  <a:pt x="2253" y="628"/>
                  <a:pt x="2264" y="640"/>
                </a:cubicBezTo>
                <a:cubicBezTo>
                  <a:pt x="2275" y="653"/>
                  <a:pt x="2287" y="677"/>
                  <a:pt x="2276" y="688"/>
                </a:cubicBezTo>
                <a:cubicBezTo>
                  <a:pt x="2265" y="699"/>
                  <a:pt x="2263" y="716"/>
                  <a:pt x="2252" y="721"/>
                </a:cubicBezTo>
                <a:cubicBezTo>
                  <a:pt x="2241" y="727"/>
                  <a:pt x="2217" y="746"/>
                  <a:pt x="2198" y="746"/>
                </a:cubicBezTo>
                <a:cubicBezTo>
                  <a:pt x="2196" y="746"/>
                  <a:pt x="2193" y="746"/>
                  <a:pt x="2190" y="746"/>
                </a:cubicBezTo>
                <a:cubicBezTo>
                  <a:pt x="2190" y="186"/>
                  <a:pt x="2190" y="186"/>
                  <a:pt x="2190" y="186"/>
                </a:cubicBezTo>
                <a:cubicBezTo>
                  <a:pt x="2196" y="185"/>
                  <a:pt x="2203" y="185"/>
                  <a:pt x="2212" y="187"/>
                </a:cubicBezTo>
                <a:cubicBezTo>
                  <a:pt x="2240" y="192"/>
                  <a:pt x="2258" y="188"/>
                  <a:pt x="2282" y="197"/>
                </a:cubicBezTo>
                <a:close/>
                <a:moveTo>
                  <a:pt x="2282" y="723"/>
                </a:moveTo>
                <a:cubicBezTo>
                  <a:pt x="2282" y="723"/>
                  <a:pt x="2282" y="723"/>
                  <a:pt x="2281" y="723"/>
                </a:cubicBezTo>
                <a:cubicBezTo>
                  <a:pt x="2271" y="721"/>
                  <a:pt x="2274" y="741"/>
                  <a:pt x="2282" y="742"/>
                </a:cubicBezTo>
                <a:cubicBezTo>
                  <a:pt x="2282" y="723"/>
                  <a:pt x="2282" y="723"/>
                  <a:pt x="2282" y="723"/>
                </a:cubicBezTo>
                <a:close/>
                <a:moveTo>
                  <a:pt x="2282" y="768"/>
                </a:moveTo>
                <a:cubicBezTo>
                  <a:pt x="2282" y="786"/>
                  <a:pt x="2282" y="786"/>
                  <a:pt x="2282" y="786"/>
                </a:cubicBezTo>
                <a:cubicBezTo>
                  <a:pt x="2281" y="786"/>
                  <a:pt x="2280" y="786"/>
                  <a:pt x="2278" y="786"/>
                </a:cubicBezTo>
                <a:cubicBezTo>
                  <a:pt x="2263" y="784"/>
                  <a:pt x="2261" y="767"/>
                  <a:pt x="2277" y="766"/>
                </a:cubicBezTo>
                <a:cubicBezTo>
                  <a:pt x="2279" y="766"/>
                  <a:pt x="2280" y="767"/>
                  <a:pt x="2282" y="768"/>
                </a:cubicBezTo>
                <a:close/>
                <a:moveTo>
                  <a:pt x="2282" y="804"/>
                </a:moveTo>
                <a:cubicBezTo>
                  <a:pt x="2282" y="819"/>
                  <a:pt x="2282" y="819"/>
                  <a:pt x="2282" y="819"/>
                </a:cubicBezTo>
                <a:cubicBezTo>
                  <a:pt x="2275" y="818"/>
                  <a:pt x="2269" y="804"/>
                  <a:pt x="2277" y="803"/>
                </a:cubicBezTo>
                <a:cubicBezTo>
                  <a:pt x="2279" y="803"/>
                  <a:pt x="2280" y="804"/>
                  <a:pt x="2282" y="804"/>
                </a:cubicBezTo>
                <a:close/>
                <a:moveTo>
                  <a:pt x="2282" y="939"/>
                </a:moveTo>
                <a:cubicBezTo>
                  <a:pt x="2282" y="951"/>
                  <a:pt x="2282" y="951"/>
                  <a:pt x="2282" y="951"/>
                </a:cubicBezTo>
                <a:cubicBezTo>
                  <a:pt x="2272" y="949"/>
                  <a:pt x="2263" y="933"/>
                  <a:pt x="2272" y="932"/>
                </a:cubicBezTo>
                <a:cubicBezTo>
                  <a:pt x="2274" y="932"/>
                  <a:pt x="2278" y="935"/>
                  <a:pt x="2282" y="939"/>
                </a:cubicBezTo>
                <a:close/>
                <a:moveTo>
                  <a:pt x="2282" y="1061"/>
                </a:moveTo>
                <a:cubicBezTo>
                  <a:pt x="2282" y="1207"/>
                  <a:pt x="2282" y="1207"/>
                  <a:pt x="2282" y="1207"/>
                </a:cubicBezTo>
                <a:cubicBezTo>
                  <a:pt x="2277" y="1209"/>
                  <a:pt x="2271" y="1208"/>
                  <a:pt x="2266" y="1208"/>
                </a:cubicBezTo>
                <a:cubicBezTo>
                  <a:pt x="2254" y="1207"/>
                  <a:pt x="2245" y="1218"/>
                  <a:pt x="2237" y="1213"/>
                </a:cubicBezTo>
                <a:cubicBezTo>
                  <a:pt x="2228" y="1207"/>
                  <a:pt x="2243" y="1198"/>
                  <a:pt x="2234" y="1177"/>
                </a:cubicBezTo>
                <a:cubicBezTo>
                  <a:pt x="2225" y="1156"/>
                  <a:pt x="2226" y="1133"/>
                  <a:pt x="2219" y="1122"/>
                </a:cubicBezTo>
                <a:cubicBezTo>
                  <a:pt x="2213" y="1111"/>
                  <a:pt x="2221" y="1088"/>
                  <a:pt x="2244" y="1087"/>
                </a:cubicBezTo>
                <a:cubicBezTo>
                  <a:pt x="2267" y="1086"/>
                  <a:pt x="2280" y="1081"/>
                  <a:pt x="2280" y="1073"/>
                </a:cubicBezTo>
                <a:cubicBezTo>
                  <a:pt x="2280" y="1068"/>
                  <a:pt x="2279" y="1064"/>
                  <a:pt x="2282" y="1061"/>
                </a:cubicBezTo>
                <a:close/>
                <a:moveTo>
                  <a:pt x="2190" y="987"/>
                </a:moveTo>
                <a:cubicBezTo>
                  <a:pt x="2190" y="976"/>
                  <a:pt x="2190" y="976"/>
                  <a:pt x="2190" y="976"/>
                </a:cubicBezTo>
                <a:cubicBezTo>
                  <a:pt x="2205" y="978"/>
                  <a:pt x="2211" y="987"/>
                  <a:pt x="2192" y="987"/>
                </a:cubicBezTo>
                <a:cubicBezTo>
                  <a:pt x="2192" y="987"/>
                  <a:pt x="2191" y="987"/>
                  <a:pt x="2190" y="987"/>
                </a:cubicBezTo>
                <a:close/>
                <a:moveTo>
                  <a:pt x="2190" y="936"/>
                </a:moveTo>
                <a:cubicBezTo>
                  <a:pt x="2190" y="913"/>
                  <a:pt x="2190" y="913"/>
                  <a:pt x="2190" y="913"/>
                </a:cubicBezTo>
                <a:cubicBezTo>
                  <a:pt x="2193" y="911"/>
                  <a:pt x="2195" y="909"/>
                  <a:pt x="2199" y="907"/>
                </a:cubicBezTo>
                <a:cubicBezTo>
                  <a:pt x="2221" y="896"/>
                  <a:pt x="2228" y="874"/>
                  <a:pt x="2241" y="874"/>
                </a:cubicBezTo>
                <a:cubicBezTo>
                  <a:pt x="2250" y="873"/>
                  <a:pt x="2250" y="886"/>
                  <a:pt x="2248" y="901"/>
                </a:cubicBezTo>
                <a:cubicBezTo>
                  <a:pt x="2246" y="916"/>
                  <a:pt x="2223" y="954"/>
                  <a:pt x="2215" y="954"/>
                </a:cubicBezTo>
                <a:cubicBezTo>
                  <a:pt x="2208" y="953"/>
                  <a:pt x="2196" y="947"/>
                  <a:pt x="2192" y="938"/>
                </a:cubicBezTo>
                <a:cubicBezTo>
                  <a:pt x="2191" y="938"/>
                  <a:pt x="2191" y="937"/>
                  <a:pt x="2190" y="936"/>
                </a:cubicBezTo>
                <a:close/>
                <a:moveTo>
                  <a:pt x="2190" y="772"/>
                </a:moveTo>
                <a:cubicBezTo>
                  <a:pt x="2190" y="757"/>
                  <a:pt x="2190" y="757"/>
                  <a:pt x="2190" y="757"/>
                </a:cubicBezTo>
                <a:cubicBezTo>
                  <a:pt x="2197" y="758"/>
                  <a:pt x="2199" y="775"/>
                  <a:pt x="2192" y="772"/>
                </a:cubicBezTo>
                <a:cubicBezTo>
                  <a:pt x="2191" y="772"/>
                  <a:pt x="2191" y="772"/>
                  <a:pt x="2190" y="772"/>
                </a:cubicBezTo>
                <a:close/>
                <a:moveTo>
                  <a:pt x="2190" y="168"/>
                </a:moveTo>
                <a:cubicBezTo>
                  <a:pt x="2190" y="143"/>
                  <a:pt x="2190" y="143"/>
                  <a:pt x="2190" y="143"/>
                </a:cubicBezTo>
                <a:cubicBezTo>
                  <a:pt x="2196" y="144"/>
                  <a:pt x="2201" y="144"/>
                  <a:pt x="2206" y="144"/>
                </a:cubicBezTo>
                <a:cubicBezTo>
                  <a:pt x="2224" y="144"/>
                  <a:pt x="2209" y="164"/>
                  <a:pt x="2191" y="168"/>
                </a:cubicBezTo>
                <a:lnTo>
                  <a:pt x="2190" y="168"/>
                </a:lnTo>
                <a:close/>
                <a:moveTo>
                  <a:pt x="2190" y="143"/>
                </a:moveTo>
                <a:cubicBezTo>
                  <a:pt x="2190" y="168"/>
                  <a:pt x="2190" y="168"/>
                  <a:pt x="2190" y="168"/>
                </a:cubicBezTo>
                <a:cubicBezTo>
                  <a:pt x="2173" y="172"/>
                  <a:pt x="2156" y="183"/>
                  <a:pt x="2148" y="196"/>
                </a:cubicBezTo>
                <a:cubicBezTo>
                  <a:pt x="2139" y="210"/>
                  <a:pt x="2156" y="214"/>
                  <a:pt x="2167" y="203"/>
                </a:cubicBezTo>
                <a:cubicBezTo>
                  <a:pt x="2174" y="196"/>
                  <a:pt x="2179" y="188"/>
                  <a:pt x="2190" y="186"/>
                </a:cubicBezTo>
                <a:cubicBezTo>
                  <a:pt x="2190" y="746"/>
                  <a:pt x="2190" y="746"/>
                  <a:pt x="2190" y="746"/>
                </a:cubicBezTo>
                <a:cubicBezTo>
                  <a:pt x="2173" y="749"/>
                  <a:pt x="2153" y="759"/>
                  <a:pt x="2163" y="776"/>
                </a:cubicBezTo>
                <a:cubicBezTo>
                  <a:pt x="2174" y="795"/>
                  <a:pt x="2182" y="809"/>
                  <a:pt x="2183" y="817"/>
                </a:cubicBezTo>
                <a:cubicBezTo>
                  <a:pt x="2185" y="825"/>
                  <a:pt x="2169" y="832"/>
                  <a:pt x="2161" y="847"/>
                </a:cubicBezTo>
                <a:cubicBezTo>
                  <a:pt x="2153" y="862"/>
                  <a:pt x="2142" y="854"/>
                  <a:pt x="2131" y="842"/>
                </a:cubicBezTo>
                <a:cubicBezTo>
                  <a:pt x="2129" y="839"/>
                  <a:pt x="2126" y="836"/>
                  <a:pt x="2123" y="834"/>
                </a:cubicBezTo>
                <a:cubicBezTo>
                  <a:pt x="2123" y="146"/>
                  <a:pt x="2123" y="146"/>
                  <a:pt x="2123" y="146"/>
                </a:cubicBezTo>
                <a:cubicBezTo>
                  <a:pt x="2127" y="135"/>
                  <a:pt x="2124" y="119"/>
                  <a:pt x="2141" y="117"/>
                </a:cubicBezTo>
                <a:cubicBezTo>
                  <a:pt x="2165" y="117"/>
                  <a:pt x="2139" y="140"/>
                  <a:pt x="2156" y="139"/>
                </a:cubicBezTo>
                <a:cubicBezTo>
                  <a:pt x="2167" y="138"/>
                  <a:pt x="2179" y="141"/>
                  <a:pt x="2190" y="143"/>
                </a:cubicBezTo>
                <a:close/>
                <a:moveTo>
                  <a:pt x="2190" y="757"/>
                </a:moveTo>
                <a:cubicBezTo>
                  <a:pt x="2190" y="757"/>
                  <a:pt x="2190" y="757"/>
                  <a:pt x="2190" y="757"/>
                </a:cubicBezTo>
                <a:cubicBezTo>
                  <a:pt x="2182" y="758"/>
                  <a:pt x="2184" y="769"/>
                  <a:pt x="2190" y="772"/>
                </a:cubicBezTo>
                <a:cubicBezTo>
                  <a:pt x="2190" y="757"/>
                  <a:pt x="2190" y="757"/>
                  <a:pt x="2190" y="757"/>
                </a:cubicBezTo>
                <a:close/>
                <a:moveTo>
                  <a:pt x="2190" y="913"/>
                </a:moveTo>
                <a:cubicBezTo>
                  <a:pt x="2190" y="936"/>
                  <a:pt x="2190" y="936"/>
                  <a:pt x="2190" y="936"/>
                </a:cubicBezTo>
                <a:cubicBezTo>
                  <a:pt x="2187" y="930"/>
                  <a:pt x="2182" y="922"/>
                  <a:pt x="2190" y="913"/>
                </a:cubicBezTo>
                <a:close/>
                <a:moveTo>
                  <a:pt x="2190" y="976"/>
                </a:moveTo>
                <a:cubicBezTo>
                  <a:pt x="2190" y="987"/>
                  <a:pt x="2190" y="987"/>
                  <a:pt x="2190" y="987"/>
                </a:cubicBezTo>
                <a:cubicBezTo>
                  <a:pt x="2171" y="986"/>
                  <a:pt x="2165" y="975"/>
                  <a:pt x="2186" y="976"/>
                </a:cubicBezTo>
                <a:cubicBezTo>
                  <a:pt x="2188" y="976"/>
                  <a:pt x="2189" y="976"/>
                  <a:pt x="2190" y="976"/>
                </a:cubicBezTo>
                <a:close/>
                <a:moveTo>
                  <a:pt x="2123" y="963"/>
                </a:moveTo>
                <a:cubicBezTo>
                  <a:pt x="2123" y="914"/>
                  <a:pt x="2123" y="914"/>
                  <a:pt x="2123" y="914"/>
                </a:cubicBezTo>
                <a:cubicBezTo>
                  <a:pt x="2141" y="928"/>
                  <a:pt x="2157" y="951"/>
                  <a:pt x="2158" y="966"/>
                </a:cubicBezTo>
                <a:cubicBezTo>
                  <a:pt x="2158" y="983"/>
                  <a:pt x="2138" y="975"/>
                  <a:pt x="2123" y="963"/>
                </a:cubicBezTo>
                <a:close/>
                <a:moveTo>
                  <a:pt x="2123" y="902"/>
                </a:moveTo>
                <a:cubicBezTo>
                  <a:pt x="2133" y="910"/>
                  <a:pt x="2142" y="925"/>
                  <a:pt x="2142" y="909"/>
                </a:cubicBezTo>
                <a:cubicBezTo>
                  <a:pt x="2142" y="895"/>
                  <a:pt x="2132" y="880"/>
                  <a:pt x="2123" y="871"/>
                </a:cubicBezTo>
                <a:lnTo>
                  <a:pt x="2123" y="902"/>
                </a:lnTo>
                <a:close/>
                <a:moveTo>
                  <a:pt x="2123" y="146"/>
                </a:moveTo>
                <a:cubicBezTo>
                  <a:pt x="2123" y="834"/>
                  <a:pt x="2123" y="834"/>
                  <a:pt x="2123" y="834"/>
                </a:cubicBezTo>
                <a:cubicBezTo>
                  <a:pt x="2114" y="825"/>
                  <a:pt x="2104" y="819"/>
                  <a:pt x="2104" y="828"/>
                </a:cubicBezTo>
                <a:cubicBezTo>
                  <a:pt x="2104" y="839"/>
                  <a:pt x="2104" y="859"/>
                  <a:pt x="2113" y="864"/>
                </a:cubicBezTo>
                <a:cubicBezTo>
                  <a:pt x="2116" y="865"/>
                  <a:pt x="2119" y="867"/>
                  <a:pt x="2123" y="871"/>
                </a:cubicBezTo>
                <a:cubicBezTo>
                  <a:pt x="2123" y="902"/>
                  <a:pt x="2123" y="902"/>
                  <a:pt x="2123" y="902"/>
                </a:cubicBezTo>
                <a:cubicBezTo>
                  <a:pt x="2122" y="901"/>
                  <a:pt x="2120" y="900"/>
                  <a:pt x="2119" y="899"/>
                </a:cubicBezTo>
                <a:cubicBezTo>
                  <a:pt x="2108" y="894"/>
                  <a:pt x="2112" y="870"/>
                  <a:pt x="2101" y="864"/>
                </a:cubicBezTo>
                <a:cubicBezTo>
                  <a:pt x="2090" y="857"/>
                  <a:pt x="2085" y="850"/>
                  <a:pt x="2094" y="831"/>
                </a:cubicBezTo>
                <a:cubicBezTo>
                  <a:pt x="2104" y="812"/>
                  <a:pt x="2093" y="799"/>
                  <a:pt x="2076" y="799"/>
                </a:cubicBezTo>
                <a:cubicBezTo>
                  <a:pt x="2062" y="799"/>
                  <a:pt x="2069" y="781"/>
                  <a:pt x="2063" y="771"/>
                </a:cubicBezTo>
                <a:cubicBezTo>
                  <a:pt x="2063" y="151"/>
                  <a:pt x="2063" y="151"/>
                  <a:pt x="2063" y="151"/>
                </a:cubicBezTo>
                <a:cubicBezTo>
                  <a:pt x="2080" y="149"/>
                  <a:pt x="2083" y="157"/>
                  <a:pt x="2091" y="153"/>
                </a:cubicBezTo>
                <a:cubicBezTo>
                  <a:pt x="2101" y="148"/>
                  <a:pt x="2118" y="159"/>
                  <a:pt x="2122" y="148"/>
                </a:cubicBezTo>
                <a:cubicBezTo>
                  <a:pt x="2123" y="147"/>
                  <a:pt x="2123" y="147"/>
                  <a:pt x="2123" y="146"/>
                </a:cubicBezTo>
                <a:close/>
                <a:moveTo>
                  <a:pt x="2123" y="914"/>
                </a:moveTo>
                <a:cubicBezTo>
                  <a:pt x="2123" y="963"/>
                  <a:pt x="2123" y="963"/>
                  <a:pt x="2123" y="963"/>
                </a:cubicBezTo>
                <a:cubicBezTo>
                  <a:pt x="2119" y="960"/>
                  <a:pt x="2116" y="957"/>
                  <a:pt x="2113" y="954"/>
                </a:cubicBezTo>
                <a:cubicBezTo>
                  <a:pt x="2100" y="938"/>
                  <a:pt x="2076" y="906"/>
                  <a:pt x="2097" y="904"/>
                </a:cubicBezTo>
                <a:cubicBezTo>
                  <a:pt x="2105" y="903"/>
                  <a:pt x="2114" y="907"/>
                  <a:pt x="2123" y="914"/>
                </a:cubicBezTo>
                <a:close/>
                <a:moveTo>
                  <a:pt x="2063" y="869"/>
                </a:moveTo>
                <a:cubicBezTo>
                  <a:pt x="2066" y="869"/>
                  <a:pt x="2068" y="865"/>
                  <a:pt x="2069" y="862"/>
                </a:cubicBezTo>
                <a:cubicBezTo>
                  <a:pt x="2069" y="858"/>
                  <a:pt x="2067" y="856"/>
                  <a:pt x="2063" y="857"/>
                </a:cubicBezTo>
                <a:cubicBezTo>
                  <a:pt x="2063" y="869"/>
                  <a:pt x="2063" y="869"/>
                  <a:pt x="2063" y="869"/>
                </a:cubicBezTo>
                <a:close/>
                <a:moveTo>
                  <a:pt x="2063" y="90"/>
                </a:moveTo>
                <a:cubicBezTo>
                  <a:pt x="2063" y="69"/>
                  <a:pt x="2063" y="69"/>
                  <a:pt x="2063" y="69"/>
                </a:cubicBezTo>
                <a:cubicBezTo>
                  <a:pt x="2064" y="69"/>
                  <a:pt x="2064" y="69"/>
                  <a:pt x="2065" y="69"/>
                </a:cubicBezTo>
                <a:cubicBezTo>
                  <a:pt x="2074" y="62"/>
                  <a:pt x="2110" y="63"/>
                  <a:pt x="2098" y="66"/>
                </a:cubicBezTo>
                <a:cubicBezTo>
                  <a:pt x="2085" y="69"/>
                  <a:pt x="2083" y="92"/>
                  <a:pt x="2069" y="92"/>
                </a:cubicBezTo>
                <a:cubicBezTo>
                  <a:pt x="2067" y="92"/>
                  <a:pt x="2065" y="91"/>
                  <a:pt x="2063" y="90"/>
                </a:cubicBezTo>
                <a:close/>
                <a:moveTo>
                  <a:pt x="2063" y="69"/>
                </a:moveTo>
                <a:cubicBezTo>
                  <a:pt x="2063" y="90"/>
                  <a:pt x="2063" y="90"/>
                  <a:pt x="2063" y="90"/>
                </a:cubicBezTo>
                <a:cubicBezTo>
                  <a:pt x="2055" y="85"/>
                  <a:pt x="2054" y="69"/>
                  <a:pt x="2063" y="69"/>
                </a:cubicBezTo>
                <a:close/>
                <a:moveTo>
                  <a:pt x="2063" y="151"/>
                </a:moveTo>
                <a:cubicBezTo>
                  <a:pt x="2063" y="771"/>
                  <a:pt x="2063" y="771"/>
                  <a:pt x="2063" y="771"/>
                </a:cubicBezTo>
                <a:cubicBezTo>
                  <a:pt x="2062" y="769"/>
                  <a:pt x="2061" y="768"/>
                  <a:pt x="2058" y="766"/>
                </a:cubicBezTo>
                <a:cubicBezTo>
                  <a:pt x="2045" y="758"/>
                  <a:pt x="2030" y="749"/>
                  <a:pt x="2011" y="759"/>
                </a:cubicBezTo>
                <a:cubicBezTo>
                  <a:pt x="1991" y="770"/>
                  <a:pt x="1969" y="791"/>
                  <a:pt x="1963" y="792"/>
                </a:cubicBezTo>
                <a:cubicBezTo>
                  <a:pt x="1962" y="793"/>
                  <a:pt x="1961" y="793"/>
                  <a:pt x="1960" y="794"/>
                </a:cubicBezTo>
                <a:cubicBezTo>
                  <a:pt x="1960" y="217"/>
                  <a:pt x="1960" y="217"/>
                  <a:pt x="1960" y="217"/>
                </a:cubicBezTo>
                <a:cubicBezTo>
                  <a:pt x="1964" y="221"/>
                  <a:pt x="1966" y="226"/>
                  <a:pt x="1967" y="231"/>
                </a:cubicBezTo>
                <a:cubicBezTo>
                  <a:pt x="1970" y="239"/>
                  <a:pt x="1987" y="254"/>
                  <a:pt x="1994" y="265"/>
                </a:cubicBezTo>
                <a:cubicBezTo>
                  <a:pt x="2001" y="275"/>
                  <a:pt x="2006" y="279"/>
                  <a:pt x="2006" y="269"/>
                </a:cubicBezTo>
                <a:cubicBezTo>
                  <a:pt x="2006" y="259"/>
                  <a:pt x="1997" y="246"/>
                  <a:pt x="1991" y="242"/>
                </a:cubicBezTo>
                <a:cubicBezTo>
                  <a:pt x="1985" y="238"/>
                  <a:pt x="1993" y="216"/>
                  <a:pt x="1980" y="210"/>
                </a:cubicBezTo>
                <a:cubicBezTo>
                  <a:pt x="1967" y="205"/>
                  <a:pt x="1958" y="189"/>
                  <a:pt x="1975" y="187"/>
                </a:cubicBezTo>
                <a:cubicBezTo>
                  <a:pt x="1991" y="185"/>
                  <a:pt x="1994" y="183"/>
                  <a:pt x="2002" y="175"/>
                </a:cubicBezTo>
                <a:cubicBezTo>
                  <a:pt x="2010" y="167"/>
                  <a:pt x="2036" y="158"/>
                  <a:pt x="2058" y="152"/>
                </a:cubicBezTo>
                <a:cubicBezTo>
                  <a:pt x="2060" y="152"/>
                  <a:pt x="2061" y="151"/>
                  <a:pt x="2063" y="151"/>
                </a:cubicBezTo>
                <a:close/>
                <a:moveTo>
                  <a:pt x="2063" y="857"/>
                </a:moveTo>
                <a:cubicBezTo>
                  <a:pt x="2063" y="869"/>
                  <a:pt x="2063" y="869"/>
                  <a:pt x="2063" y="869"/>
                </a:cubicBezTo>
                <a:cubicBezTo>
                  <a:pt x="2062" y="869"/>
                  <a:pt x="2061" y="868"/>
                  <a:pt x="2060" y="867"/>
                </a:cubicBezTo>
                <a:cubicBezTo>
                  <a:pt x="2056" y="862"/>
                  <a:pt x="2057" y="859"/>
                  <a:pt x="2062" y="858"/>
                </a:cubicBezTo>
                <a:cubicBezTo>
                  <a:pt x="2062" y="858"/>
                  <a:pt x="2063" y="858"/>
                  <a:pt x="2063" y="857"/>
                </a:cubicBezTo>
                <a:close/>
                <a:moveTo>
                  <a:pt x="1960" y="871"/>
                </a:moveTo>
                <a:cubicBezTo>
                  <a:pt x="1960" y="847"/>
                  <a:pt x="1960" y="847"/>
                  <a:pt x="1960" y="847"/>
                </a:cubicBezTo>
                <a:cubicBezTo>
                  <a:pt x="1969" y="849"/>
                  <a:pt x="1975" y="866"/>
                  <a:pt x="1963" y="870"/>
                </a:cubicBezTo>
                <a:cubicBezTo>
                  <a:pt x="1962" y="871"/>
                  <a:pt x="1961" y="871"/>
                  <a:pt x="1960" y="871"/>
                </a:cubicBezTo>
                <a:close/>
                <a:moveTo>
                  <a:pt x="1960" y="217"/>
                </a:moveTo>
                <a:cubicBezTo>
                  <a:pt x="1960" y="794"/>
                  <a:pt x="1960" y="794"/>
                  <a:pt x="1960" y="794"/>
                </a:cubicBezTo>
                <a:cubicBezTo>
                  <a:pt x="1957" y="800"/>
                  <a:pt x="1959" y="818"/>
                  <a:pt x="1956" y="829"/>
                </a:cubicBezTo>
                <a:cubicBezTo>
                  <a:pt x="1952" y="843"/>
                  <a:pt x="1945" y="854"/>
                  <a:pt x="1935" y="853"/>
                </a:cubicBezTo>
                <a:cubicBezTo>
                  <a:pt x="1929" y="852"/>
                  <a:pt x="1921" y="838"/>
                  <a:pt x="1913" y="824"/>
                </a:cubicBezTo>
                <a:cubicBezTo>
                  <a:pt x="1913" y="273"/>
                  <a:pt x="1913" y="273"/>
                  <a:pt x="1913" y="273"/>
                </a:cubicBezTo>
                <a:cubicBezTo>
                  <a:pt x="1914" y="272"/>
                  <a:pt x="1915" y="272"/>
                  <a:pt x="1916" y="272"/>
                </a:cubicBezTo>
                <a:cubicBezTo>
                  <a:pt x="1926" y="272"/>
                  <a:pt x="1935" y="288"/>
                  <a:pt x="1949" y="288"/>
                </a:cubicBezTo>
                <a:cubicBezTo>
                  <a:pt x="1963" y="288"/>
                  <a:pt x="1950" y="268"/>
                  <a:pt x="1935" y="261"/>
                </a:cubicBezTo>
                <a:cubicBezTo>
                  <a:pt x="1928" y="257"/>
                  <a:pt x="1919" y="257"/>
                  <a:pt x="1913" y="256"/>
                </a:cubicBezTo>
                <a:cubicBezTo>
                  <a:pt x="1913" y="207"/>
                  <a:pt x="1913" y="207"/>
                  <a:pt x="1913" y="207"/>
                </a:cubicBezTo>
                <a:cubicBezTo>
                  <a:pt x="1921" y="206"/>
                  <a:pt x="1902" y="238"/>
                  <a:pt x="1927" y="227"/>
                </a:cubicBezTo>
                <a:cubicBezTo>
                  <a:pt x="1954" y="214"/>
                  <a:pt x="1932" y="216"/>
                  <a:pt x="1946" y="213"/>
                </a:cubicBezTo>
                <a:cubicBezTo>
                  <a:pt x="1953" y="212"/>
                  <a:pt x="1957" y="214"/>
                  <a:pt x="1960" y="217"/>
                </a:cubicBezTo>
                <a:close/>
                <a:moveTo>
                  <a:pt x="1960" y="847"/>
                </a:moveTo>
                <a:cubicBezTo>
                  <a:pt x="1959" y="847"/>
                  <a:pt x="1959" y="847"/>
                  <a:pt x="1958" y="847"/>
                </a:cubicBezTo>
                <a:cubicBezTo>
                  <a:pt x="1946" y="846"/>
                  <a:pt x="1950" y="870"/>
                  <a:pt x="1960" y="871"/>
                </a:cubicBezTo>
                <a:cubicBezTo>
                  <a:pt x="1960" y="847"/>
                  <a:pt x="1960" y="847"/>
                  <a:pt x="1960" y="847"/>
                </a:cubicBezTo>
                <a:close/>
                <a:moveTo>
                  <a:pt x="1913" y="917"/>
                </a:moveTo>
                <a:cubicBezTo>
                  <a:pt x="1913" y="907"/>
                  <a:pt x="1913" y="907"/>
                  <a:pt x="1913" y="907"/>
                </a:cubicBezTo>
                <a:cubicBezTo>
                  <a:pt x="1913" y="907"/>
                  <a:pt x="1913" y="907"/>
                  <a:pt x="1913" y="907"/>
                </a:cubicBezTo>
                <a:cubicBezTo>
                  <a:pt x="1917" y="904"/>
                  <a:pt x="1921" y="906"/>
                  <a:pt x="1920" y="911"/>
                </a:cubicBezTo>
                <a:cubicBezTo>
                  <a:pt x="1919" y="915"/>
                  <a:pt x="1916" y="919"/>
                  <a:pt x="1913" y="917"/>
                </a:cubicBezTo>
                <a:close/>
                <a:moveTo>
                  <a:pt x="1913" y="897"/>
                </a:moveTo>
                <a:cubicBezTo>
                  <a:pt x="1913" y="890"/>
                  <a:pt x="1913" y="890"/>
                  <a:pt x="1913" y="890"/>
                </a:cubicBezTo>
                <a:cubicBezTo>
                  <a:pt x="1914" y="891"/>
                  <a:pt x="1914" y="892"/>
                  <a:pt x="1914" y="894"/>
                </a:cubicBezTo>
                <a:cubicBezTo>
                  <a:pt x="1914" y="895"/>
                  <a:pt x="1913" y="896"/>
                  <a:pt x="1913" y="897"/>
                </a:cubicBezTo>
                <a:close/>
                <a:moveTo>
                  <a:pt x="1913" y="884"/>
                </a:moveTo>
                <a:cubicBezTo>
                  <a:pt x="1913" y="872"/>
                  <a:pt x="1913" y="872"/>
                  <a:pt x="1913" y="872"/>
                </a:cubicBezTo>
                <a:cubicBezTo>
                  <a:pt x="1916" y="871"/>
                  <a:pt x="1919" y="873"/>
                  <a:pt x="1918" y="877"/>
                </a:cubicBezTo>
                <a:cubicBezTo>
                  <a:pt x="1918" y="880"/>
                  <a:pt x="1915" y="884"/>
                  <a:pt x="1913" y="884"/>
                </a:cubicBezTo>
                <a:close/>
                <a:moveTo>
                  <a:pt x="1913" y="207"/>
                </a:moveTo>
                <a:cubicBezTo>
                  <a:pt x="1913" y="256"/>
                  <a:pt x="1913" y="256"/>
                  <a:pt x="1913" y="256"/>
                </a:cubicBezTo>
                <a:cubicBezTo>
                  <a:pt x="1911" y="256"/>
                  <a:pt x="1909" y="256"/>
                  <a:pt x="1908" y="255"/>
                </a:cubicBezTo>
                <a:cubicBezTo>
                  <a:pt x="1908" y="209"/>
                  <a:pt x="1908" y="209"/>
                  <a:pt x="1908" y="209"/>
                </a:cubicBezTo>
                <a:cubicBezTo>
                  <a:pt x="1908" y="209"/>
                  <a:pt x="1909" y="209"/>
                  <a:pt x="1909" y="209"/>
                </a:cubicBezTo>
                <a:cubicBezTo>
                  <a:pt x="1911" y="208"/>
                  <a:pt x="1912" y="207"/>
                  <a:pt x="1913" y="207"/>
                </a:cubicBezTo>
                <a:close/>
                <a:moveTo>
                  <a:pt x="1913" y="273"/>
                </a:moveTo>
                <a:cubicBezTo>
                  <a:pt x="1913" y="824"/>
                  <a:pt x="1913" y="824"/>
                  <a:pt x="1913" y="824"/>
                </a:cubicBezTo>
                <a:cubicBezTo>
                  <a:pt x="1911" y="821"/>
                  <a:pt x="1910" y="818"/>
                  <a:pt x="1908" y="816"/>
                </a:cubicBezTo>
                <a:cubicBezTo>
                  <a:pt x="1908" y="285"/>
                  <a:pt x="1908" y="285"/>
                  <a:pt x="1908" y="285"/>
                </a:cubicBezTo>
                <a:cubicBezTo>
                  <a:pt x="1911" y="280"/>
                  <a:pt x="1910" y="275"/>
                  <a:pt x="1913" y="273"/>
                </a:cubicBezTo>
                <a:close/>
                <a:moveTo>
                  <a:pt x="1913" y="872"/>
                </a:moveTo>
                <a:cubicBezTo>
                  <a:pt x="1913" y="884"/>
                  <a:pt x="1913" y="884"/>
                  <a:pt x="1913" y="884"/>
                </a:cubicBezTo>
                <a:cubicBezTo>
                  <a:pt x="1912" y="884"/>
                  <a:pt x="1911" y="883"/>
                  <a:pt x="1910" y="882"/>
                </a:cubicBezTo>
                <a:cubicBezTo>
                  <a:pt x="1909" y="881"/>
                  <a:pt x="1908" y="880"/>
                  <a:pt x="1908" y="879"/>
                </a:cubicBezTo>
                <a:cubicBezTo>
                  <a:pt x="1908" y="875"/>
                  <a:pt x="1908" y="875"/>
                  <a:pt x="1908" y="875"/>
                </a:cubicBezTo>
                <a:cubicBezTo>
                  <a:pt x="1909" y="874"/>
                  <a:pt x="1910" y="874"/>
                  <a:pt x="1911" y="873"/>
                </a:cubicBezTo>
                <a:cubicBezTo>
                  <a:pt x="1912" y="873"/>
                  <a:pt x="1912" y="873"/>
                  <a:pt x="1913" y="872"/>
                </a:cubicBezTo>
                <a:close/>
                <a:moveTo>
                  <a:pt x="1913" y="890"/>
                </a:moveTo>
                <a:cubicBezTo>
                  <a:pt x="1913" y="897"/>
                  <a:pt x="1913" y="897"/>
                  <a:pt x="1913" y="897"/>
                </a:cubicBezTo>
                <a:cubicBezTo>
                  <a:pt x="1912" y="899"/>
                  <a:pt x="1910" y="901"/>
                  <a:pt x="1908" y="901"/>
                </a:cubicBezTo>
                <a:cubicBezTo>
                  <a:pt x="1908" y="889"/>
                  <a:pt x="1908" y="889"/>
                  <a:pt x="1908" y="889"/>
                </a:cubicBezTo>
                <a:cubicBezTo>
                  <a:pt x="1910" y="889"/>
                  <a:pt x="1912" y="889"/>
                  <a:pt x="1913" y="890"/>
                </a:cubicBezTo>
                <a:close/>
                <a:moveTo>
                  <a:pt x="1913" y="907"/>
                </a:moveTo>
                <a:cubicBezTo>
                  <a:pt x="1913" y="917"/>
                  <a:pt x="1913" y="917"/>
                  <a:pt x="1913" y="917"/>
                </a:cubicBezTo>
                <a:cubicBezTo>
                  <a:pt x="1912" y="917"/>
                  <a:pt x="1912" y="916"/>
                  <a:pt x="1912" y="916"/>
                </a:cubicBezTo>
                <a:cubicBezTo>
                  <a:pt x="1908" y="911"/>
                  <a:pt x="1908" y="908"/>
                  <a:pt x="1913" y="907"/>
                </a:cubicBezTo>
                <a:close/>
                <a:moveTo>
                  <a:pt x="1908" y="868"/>
                </a:moveTo>
                <a:cubicBezTo>
                  <a:pt x="1908" y="863"/>
                  <a:pt x="1908" y="863"/>
                  <a:pt x="1908" y="863"/>
                </a:cubicBezTo>
                <a:cubicBezTo>
                  <a:pt x="1909" y="864"/>
                  <a:pt x="1909" y="865"/>
                  <a:pt x="1909" y="867"/>
                </a:cubicBezTo>
                <a:cubicBezTo>
                  <a:pt x="1908" y="867"/>
                  <a:pt x="1908" y="868"/>
                  <a:pt x="1908" y="868"/>
                </a:cubicBezTo>
                <a:close/>
                <a:moveTo>
                  <a:pt x="1908" y="209"/>
                </a:moveTo>
                <a:cubicBezTo>
                  <a:pt x="1908" y="255"/>
                  <a:pt x="1908" y="255"/>
                  <a:pt x="1908" y="255"/>
                </a:cubicBezTo>
                <a:cubicBezTo>
                  <a:pt x="1905" y="254"/>
                  <a:pt x="1903" y="253"/>
                  <a:pt x="1905" y="248"/>
                </a:cubicBezTo>
                <a:cubicBezTo>
                  <a:pt x="1908" y="243"/>
                  <a:pt x="1905" y="236"/>
                  <a:pt x="1903" y="229"/>
                </a:cubicBezTo>
                <a:cubicBezTo>
                  <a:pt x="1903" y="215"/>
                  <a:pt x="1903" y="215"/>
                  <a:pt x="1903" y="215"/>
                </a:cubicBezTo>
                <a:cubicBezTo>
                  <a:pt x="1904" y="213"/>
                  <a:pt x="1906" y="211"/>
                  <a:pt x="1908" y="209"/>
                </a:cubicBezTo>
                <a:close/>
                <a:moveTo>
                  <a:pt x="1908" y="285"/>
                </a:moveTo>
                <a:cubicBezTo>
                  <a:pt x="1908" y="816"/>
                  <a:pt x="1908" y="816"/>
                  <a:pt x="1908" y="816"/>
                </a:cubicBezTo>
                <a:cubicBezTo>
                  <a:pt x="1906" y="813"/>
                  <a:pt x="1905" y="810"/>
                  <a:pt x="1903" y="808"/>
                </a:cubicBezTo>
                <a:cubicBezTo>
                  <a:pt x="1903" y="290"/>
                  <a:pt x="1903" y="290"/>
                  <a:pt x="1903" y="290"/>
                </a:cubicBezTo>
                <a:cubicBezTo>
                  <a:pt x="1905" y="288"/>
                  <a:pt x="1907" y="287"/>
                  <a:pt x="1908" y="285"/>
                </a:cubicBezTo>
                <a:close/>
                <a:moveTo>
                  <a:pt x="1908" y="863"/>
                </a:moveTo>
                <a:cubicBezTo>
                  <a:pt x="1908" y="868"/>
                  <a:pt x="1908" y="868"/>
                  <a:pt x="1908" y="868"/>
                </a:cubicBezTo>
                <a:cubicBezTo>
                  <a:pt x="1907" y="871"/>
                  <a:pt x="1905" y="873"/>
                  <a:pt x="1903" y="873"/>
                </a:cubicBezTo>
                <a:cubicBezTo>
                  <a:pt x="1903" y="862"/>
                  <a:pt x="1903" y="862"/>
                  <a:pt x="1903" y="862"/>
                </a:cubicBezTo>
                <a:cubicBezTo>
                  <a:pt x="1905" y="861"/>
                  <a:pt x="1907" y="862"/>
                  <a:pt x="1908" y="863"/>
                </a:cubicBezTo>
                <a:close/>
                <a:moveTo>
                  <a:pt x="1908" y="875"/>
                </a:moveTo>
                <a:cubicBezTo>
                  <a:pt x="1908" y="879"/>
                  <a:pt x="1908" y="879"/>
                  <a:pt x="1908" y="879"/>
                </a:cubicBezTo>
                <a:cubicBezTo>
                  <a:pt x="1907" y="877"/>
                  <a:pt x="1907" y="876"/>
                  <a:pt x="1908" y="875"/>
                </a:cubicBezTo>
                <a:close/>
                <a:moveTo>
                  <a:pt x="1908" y="889"/>
                </a:moveTo>
                <a:cubicBezTo>
                  <a:pt x="1908" y="901"/>
                  <a:pt x="1908" y="901"/>
                  <a:pt x="1908" y="901"/>
                </a:cubicBezTo>
                <a:cubicBezTo>
                  <a:pt x="1907" y="900"/>
                  <a:pt x="1906" y="900"/>
                  <a:pt x="1905" y="899"/>
                </a:cubicBezTo>
                <a:cubicBezTo>
                  <a:pt x="1904" y="897"/>
                  <a:pt x="1904" y="896"/>
                  <a:pt x="1903" y="895"/>
                </a:cubicBezTo>
                <a:cubicBezTo>
                  <a:pt x="1903" y="892"/>
                  <a:pt x="1903" y="892"/>
                  <a:pt x="1903" y="892"/>
                </a:cubicBezTo>
                <a:cubicBezTo>
                  <a:pt x="1904" y="891"/>
                  <a:pt x="1905" y="890"/>
                  <a:pt x="1907" y="890"/>
                </a:cubicBezTo>
                <a:cubicBezTo>
                  <a:pt x="1907" y="890"/>
                  <a:pt x="1908" y="889"/>
                  <a:pt x="1908" y="889"/>
                </a:cubicBezTo>
                <a:close/>
                <a:moveTo>
                  <a:pt x="1903" y="833"/>
                </a:moveTo>
                <a:cubicBezTo>
                  <a:pt x="1903" y="824"/>
                  <a:pt x="1903" y="824"/>
                  <a:pt x="1903" y="824"/>
                </a:cubicBezTo>
                <a:cubicBezTo>
                  <a:pt x="1905" y="824"/>
                  <a:pt x="1906" y="826"/>
                  <a:pt x="1905" y="828"/>
                </a:cubicBezTo>
                <a:cubicBezTo>
                  <a:pt x="1905" y="830"/>
                  <a:pt x="1904" y="832"/>
                  <a:pt x="1903" y="833"/>
                </a:cubicBezTo>
                <a:close/>
                <a:moveTo>
                  <a:pt x="1903" y="215"/>
                </a:moveTo>
                <a:cubicBezTo>
                  <a:pt x="1903" y="229"/>
                  <a:pt x="1903" y="229"/>
                  <a:pt x="1903" y="229"/>
                </a:cubicBezTo>
                <a:cubicBezTo>
                  <a:pt x="1902" y="224"/>
                  <a:pt x="1901" y="219"/>
                  <a:pt x="1903" y="215"/>
                </a:cubicBezTo>
                <a:close/>
                <a:moveTo>
                  <a:pt x="1903" y="290"/>
                </a:moveTo>
                <a:cubicBezTo>
                  <a:pt x="1901" y="291"/>
                  <a:pt x="1899" y="293"/>
                  <a:pt x="1897" y="294"/>
                </a:cubicBezTo>
                <a:cubicBezTo>
                  <a:pt x="1878" y="302"/>
                  <a:pt x="1871" y="292"/>
                  <a:pt x="1880" y="280"/>
                </a:cubicBezTo>
                <a:cubicBezTo>
                  <a:pt x="1890" y="268"/>
                  <a:pt x="1895" y="259"/>
                  <a:pt x="1891" y="238"/>
                </a:cubicBezTo>
                <a:cubicBezTo>
                  <a:pt x="1887" y="216"/>
                  <a:pt x="1891" y="195"/>
                  <a:pt x="1878" y="198"/>
                </a:cubicBezTo>
                <a:cubicBezTo>
                  <a:pt x="1864" y="201"/>
                  <a:pt x="1854" y="235"/>
                  <a:pt x="1854" y="247"/>
                </a:cubicBezTo>
                <a:cubicBezTo>
                  <a:pt x="1854" y="259"/>
                  <a:pt x="1864" y="264"/>
                  <a:pt x="1848" y="264"/>
                </a:cubicBezTo>
                <a:cubicBezTo>
                  <a:pt x="1831" y="264"/>
                  <a:pt x="1826" y="247"/>
                  <a:pt x="1813" y="247"/>
                </a:cubicBezTo>
                <a:cubicBezTo>
                  <a:pt x="1801" y="247"/>
                  <a:pt x="1811" y="261"/>
                  <a:pt x="1798" y="261"/>
                </a:cubicBezTo>
                <a:cubicBezTo>
                  <a:pt x="1789" y="261"/>
                  <a:pt x="1775" y="264"/>
                  <a:pt x="1762" y="268"/>
                </a:cubicBezTo>
                <a:cubicBezTo>
                  <a:pt x="1762" y="564"/>
                  <a:pt x="1762" y="564"/>
                  <a:pt x="1762" y="564"/>
                </a:cubicBezTo>
                <a:cubicBezTo>
                  <a:pt x="1800" y="574"/>
                  <a:pt x="1787" y="595"/>
                  <a:pt x="1762" y="603"/>
                </a:cubicBezTo>
                <a:cubicBezTo>
                  <a:pt x="1762" y="707"/>
                  <a:pt x="1762" y="707"/>
                  <a:pt x="1762" y="707"/>
                </a:cubicBezTo>
                <a:cubicBezTo>
                  <a:pt x="1765" y="708"/>
                  <a:pt x="1769" y="709"/>
                  <a:pt x="1772" y="712"/>
                </a:cubicBezTo>
                <a:cubicBezTo>
                  <a:pt x="1787" y="722"/>
                  <a:pt x="1783" y="712"/>
                  <a:pt x="1808" y="712"/>
                </a:cubicBezTo>
                <a:cubicBezTo>
                  <a:pt x="1832" y="712"/>
                  <a:pt x="1831" y="709"/>
                  <a:pt x="1850" y="725"/>
                </a:cubicBezTo>
                <a:cubicBezTo>
                  <a:pt x="1869" y="742"/>
                  <a:pt x="1880" y="747"/>
                  <a:pt x="1893" y="747"/>
                </a:cubicBezTo>
                <a:cubicBezTo>
                  <a:pt x="1905" y="747"/>
                  <a:pt x="1887" y="788"/>
                  <a:pt x="1900" y="803"/>
                </a:cubicBezTo>
                <a:cubicBezTo>
                  <a:pt x="1901" y="805"/>
                  <a:pt x="1902" y="806"/>
                  <a:pt x="1903" y="808"/>
                </a:cubicBezTo>
                <a:cubicBezTo>
                  <a:pt x="1903" y="290"/>
                  <a:pt x="1903" y="290"/>
                  <a:pt x="1903" y="290"/>
                </a:cubicBezTo>
                <a:close/>
                <a:moveTo>
                  <a:pt x="1903" y="824"/>
                </a:moveTo>
                <a:cubicBezTo>
                  <a:pt x="1903" y="833"/>
                  <a:pt x="1903" y="833"/>
                  <a:pt x="1903" y="833"/>
                </a:cubicBezTo>
                <a:cubicBezTo>
                  <a:pt x="1901" y="835"/>
                  <a:pt x="1899" y="836"/>
                  <a:pt x="1897" y="833"/>
                </a:cubicBezTo>
                <a:cubicBezTo>
                  <a:pt x="1893" y="829"/>
                  <a:pt x="1893" y="826"/>
                  <a:pt x="1898" y="824"/>
                </a:cubicBezTo>
                <a:cubicBezTo>
                  <a:pt x="1900" y="823"/>
                  <a:pt x="1902" y="823"/>
                  <a:pt x="1903" y="824"/>
                </a:cubicBezTo>
                <a:close/>
                <a:moveTo>
                  <a:pt x="1903" y="862"/>
                </a:moveTo>
                <a:cubicBezTo>
                  <a:pt x="1903" y="873"/>
                  <a:pt x="1903" y="873"/>
                  <a:pt x="1903" y="873"/>
                </a:cubicBezTo>
                <a:cubicBezTo>
                  <a:pt x="1902" y="873"/>
                  <a:pt x="1901" y="873"/>
                  <a:pt x="1900" y="871"/>
                </a:cubicBezTo>
                <a:cubicBezTo>
                  <a:pt x="1896" y="867"/>
                  <a:pt x="1897" y="864"/>
                  <a:pt x="1902" y="862"/>
                </a:cubicBezTo>
                <a:cubicBezTo>
                  <a:pt x="1902" y="862"/>
                  <a:pt x="1903" y="862"/>
                  <a:pt x="1903" y="862"/>
                </a:cubicBezTo>
                <a:close/>
                <a:moveTo>
                  <a:pt x="1903" y="892"/>
                </a:moveTo>
                <a:cubicBezTo>
                  <a:pt x="1903" y="895"/>
                  <a:pt x="1903" y="895"/>
                  <a:pt x="1903" y="895"/>
                </a:cubicBezTo>
                <a:cubicBezTo>
                  <a:pt x="1903" y="894"/>
                  <a:pt x="1903" y="893"/>
                  <a:pt x="1903" y="892"/>
                </a:cubicBezTo>
                <a:close/>
                <a:moveTo>
                  <a:pt x="1762" y="968"/>
                </a:moveTo>
                <a:cubicBezTo>
                  <a:pt x="1762" y="956"/>
                  <a:pt x="1762" y="956"/>
                  <a:pt x="1762" y="956"/>
                </a:cubicBezTo>
                <a:cubicBezTo>
                  <a:pt x="1765" y="955"/>
                  <a:pt x="1768" y="957"/>
                  <a:pt x="1767" y="961"/>
                </a:cubicBezTo>
                <a:cubicBezTo>
                  <a:pt x="1766" y="964"/>
                  <a:pt x="1764" y="968"/>
                  <a:pt x="1762" y="968"/>
                </a:cubicBezTo>
                <a:close/>
                <a:moveTo>
                  <a:pt x="1762" y="783"/>
                </a:moveTo>
                <a:cubicBezTo>
                  <a:pt x="1762" y="717"/>
                  <a:pt x="1762" y="717"/>
                  <a:pt x="1762" y="717"/>
                </a:cubicBezTo>
                <a:cubicBezTo>
                  <a:pt x="1771" y="718"/>
                  <a:pt x="1780" y="722"/>
                  <a:pt x="1786" y="728"/>
                </a:cubicBezTo>
                <a:cubicBezTo>
                  <a:pt x="1794" y="738"/>
                  <a:pt x="1767" y="770"/>
                  <a:pt x="1763" y="781"/>
                </a:cubicBezTo>
                <a:cubicBezTo>
                  <a:pt x="1762" y="782"/>
                  <a:pt x="1762" y="783"/>
                  <a:pt x="1762" y="783"/>
                </a:cubicBezTo>
                <a:close/>
                <a:moveTo>
                  <a:pt x="1762" y="238"/>
                </a:moveTo>
                <a:cubicBezTo>
                  <a:pt x="1762" y="178"/>
                  <a:pt x="1762" y="178"/>
                  <a:pt x="1762" y="178"/>
                </a:cubicBezTo>
                <a:cubicBezTo>
                  <a:pt x="1776" y="168"/>
                  <a:pt x="1771" y="142"/>
                  <a:pt x="1799" y="142"/>
                </a:cubicBezTo>
                <a:cubicBezTo>
                  <a:pt x="1830" y="142"/>
                  <a:pt x="1811" y="125"/>
                  <a:pt x="1847" y="134"/>
                </a:cubicBezTo>
                <a:cubicBezTo>
                  <a:pt x="1867" y="132"/>
                  <a:pt x="1850" y="157"/>
                  <a:pt x="1833" y="157"/>
                </a:cubicBezTo>
                <a:cubicBezTo>
                  <a:pt x="1816" y="157"/>
                  <a:pt x="1776" y="191"/>
                  <a:pt x="1771" y="208"/>
                </a:cubicBezTo>
                <a:cubicBezTo>
                  <a:pt x="1768" y="220"/>
                  <a:pt x="1767" y="235"/>
                  <a:pt x="1762" y="238"/>
                </a:cubicBezTo>
                <a:close/>
                <a:moveTo>
                  <a:pt x="1762" y="178"/>
                </a:moveTo>
                <a:cubicBezTo>
                  <a:pt x="1762" y="238"/>
                  <a:pt x="1762" y="238"/>
                  <a:pt x="1762" y="238"/>
                </a:cubicBezTo>
                <a:cubicBezTo>
                  <a:pt x="1760" y="239"/>
                  <a:pt x="1757" y="238"/>
                  <a:pt x="1753" y="235"/>
                </a:cubicBezTo>
                <a:cubicBezTo>
                  <a:pt x="1753" y="181"/>
                  <a:pt x="1753" y="181"/>
                  <a:pt x="1753" y="181"/>
                </a:cubicBezTo>
                <a:cubicBezTo>
                  <a:pt x="1754" y="181"/>
                  <a:pt x="1755" y="181"/>
                  <a:pt x="1755" y="180"/>
                </a:cubicBezTo>
                <a:cubicBezTo>
                  <a:pt x="1758" y="180"/>
                  <a:pt x="1760" y="179"/>
                  <a:pt x="1762" y="178"/>
                </a:cubicBezTo>
                <a:close/>
                <a:moveTo>
                  <a:pt x="1762" y="268"/>
                </a:moveTo>
                <a:cubicBezTo>
                  <a:pt x="1762" y="564"/>
                  <a:pt x="1762" y="564"/>
                  <a:pt x="1762" y="564"/>
                </a:cubicBezTo>
                <a:cubicBezTo>
                  <a:pt x="1762" y="564"/>
                  <a:pt x="1762" y="564"/>
                  <a:pt x="1762" y="564"/>
                </a:cubicBezTo>
                <a:cubicBezTo>
                  <a:pt x="1758" y="563"/>
                  <a:pt x="1755" y="562"/>
                  <a:pt x="1753" y="561"/>
                </a:cubicBezTo>
                <a:cubicBezTo>
                  <a:pt x="1753" y="271"/>
                  <a:pt x="1753" y="271"/>
                  <a:pt x="1753" y="271"/>
                </a:cubicBezTo>
                <a:cubicBezTo>
                  <a:pt x="1756" y="270"/>
                  <a:pt x="1759" y="269"/>
                  <a:pt x="1762" y="268"/>
                </a:cubicBezTo>
                <a:close/>
                <a:moveTo>
                  <a:pt x="1762" y="603"/>
                </a:moveTo>
                <a:cubicBezTo>
                  <a:pt x="1762" y="707"/>
                  <a:pt x="1762" y="707"/>
                  <a:pt x="1762" y="707"/>
                </a:cubicBezTo>
                <a:cubicBezTo>
                  <a:pt x="1759" y="706"/>
                  <a:pt x="1756" y="706"/>
                  <a:pt x="1753" y="706"/>
                </a:cubicBezTo>
                <a:cubicBezTo>
                  <a:pt x="1753" y="606"/>
                  <a:pt x="1753" y="606"/>
                  <a:pt x="1753" y="606"/>
                </a:cubicBezTo>
                <a:cubicBezTo>
                  <a:pt x="1756" y="605"/>
                  <a:pt x="1759" y="604"/>
                  <a:pt x="1762" y="603"/>
                </a:cubicBezTo>
                <a:close/>
                <a:moveTo>
                  <a:pt x="1762" y="717"/>
                </a:moveTo>
                <a:cubicBezTo>
                  <a:pt x="1762" y="783"/>
                  <a:pt x="1762" y="783"/>
                  <a:pt x="1762" y="783"/>
                </a:cubicBezTo>
                <a:cubicBezTo>
                  <a:pt x="1760" y="785"/>
                  <a:pt x="1757" y="788"/>
                  <a:pt x="1753" y="790"/>
                </a:cubicBezTo>
                <a:cubicBezTo>
                  <a:pt x="1753" y="718"/>
                  <a:pt x="1753" y="718"/>
                  <a:pt x="1753" y="718"/>
                </a:cubicBezTo>
                <a:cubicBezTo>
                  <a:pt x="1756" y="717"/>
                  <a:pt x="1759" y="717"/>
                  <a:pt x="1762" y="717"/>
                </a:cubicBezTo>
                <a:close/>
                <a:moveTo>
                  <a:pt x="1762" y="956"/>
                </a:moveTo>
                <a:cubicBezTo>
                  <a:pt x="1762" y="968"/>
                  <a:pt x="1762" y="968"/>
                  <a:pt x="1762" y="968"/>
                </a:cubicBezTo>
                <a:cubicBezTo>
                  <a:pt x="1761" y="968"/>
                  <a:pt x="1760" y="967"/>
                  <a:pt x="1759" y="966"/>
                </a:cubicBezTo>
                <a:cubicBezTo>
                  <a:pt x="1755" y="961"/>
                  <a:pt x="1755" y="958"/>
                  <a:pt x="1760" y="957"/>
                </a:cubicBezTo>
                <a:cubicBezTo>
                  <a:pt x="1761" y="957"/>
                  <a:pt x="1761" y="957"/>
                  <a:pt x="1762" y="956"/>
                </a:cubicBezTo>
                <a:close/>
                <a:moveTo>
                  <a:pt x="1753" y="878"/>
                </a:moveTo>
                <a:cubicBezTo>
                  <a:pt x="1753" y="866"/>
                  <a:pt x="1753" y="866"/>
                  <a:pt x="1753" y="866"/>
                </a:cubicBezTo>
                <a:cubicBezTo>
                  <a:pt x="1756" y="865"/>
                  <a:pt x="1759" y="867"/>
                  <a:pt x="1758" y="871"/>
                </a:cubicBezTo>
                <a:cubicBezTo>
                  <a:pt x="1758" y="874"/>
                  <a:pt x="1755" y="878"/>
                  <a:pt x="1753" y="878"/>
                </a:cubicBezTo>
                <a:close/>
                <a:moveTo>
                  <a:pt x="1753" y="181"/>
                </a:moveTo>
                <a:cubicBezTo>
                  <a:pt x="1753" y="235"/>
                  <a:pt x="1753" y="235"/>
                  <a:pt x="1753" y="235"/>
                </a:cubicBezTo>
                <a:cubicBezTo>
                  <a:pt x="1752" y="234"/>
                  <a:pt x="1752" y="234"/>
                  <a:pt x="1751" y="233"/>
                </a:cubicBezTo>
                <a:cubicBezTo>
                  <a:pt x="1734" y="218"/>
                  <a:pt x="1734" y="188"/>
                  <a:pt x="1753" y="181"/>
                </a:cubicBezTo>
                <a:close/>
                <a:moveTo>
                  <a:pt x="1753" y="271"/>
                </a:moveTo>
                <a:cubicBezTo>
                  <a:pt x="1753" y="561"/>
                  <a:pt x="1753" y="561"/>
                  <a:pt x="1753" y="561"/>
                </a:cubicBezTo>
                <a:cubicBezTo>
                  <a:pt x="1727" y="551"/>
                  <a:pt x="1748" y="534"/>
                  <a:pt x="1737" y="528"/>
                </a:cubicBezTo>
                <a:cubicBezTo>
                  <a:pt x="1737" y="264"/>
                  <a:pt x="1737" y="264"/>
                  <a:pt x="1737" y="264"/>
                </a:cubicBezTo>
                <a:cubicBezTo>
                  <a:pt x="1750" y="263"/>
                  <a:pt x="1731" y="280"/>
                  <a:pt x="1748" y="273"/>
                </a:cubicBezTo>
                <a:cubicBezTo>
                  <a:pt x="1749" y="272"/>
                  <a:pt x="1751" y="272"/>
                  <a:pt x="1753" y="271"/>
                </a:cubicBezTo>
                <a:close/>
                <a:moveTo>
                  <a:pt x="1753" y="606"/>
                </a:moveTo>
                <a:cubicBezTo>
                  <a:pt x="1753" y="706"/>
                  <a:pt x="1753" y="706"/>
                  <a:pt x="1753" y="706"/>
                </a:cubicBezTo>
                <a:cubicBezTo>
                  <a:pt x="1747" y="705"/>
                  <a:pt x="1742" y="704"/>
                  <a:pt x="1737" y="699"/>
                </a:cubicBezTo>
                <a:cubicBezTo>
                  <a:pt x="1737" y="607"/>
                  <a:pt x="1737" y="607"/>
                  <a:pt x="1737" y="607"/>
                </a:cubicBezTo>
                <a:cubicBezTo>
                  <a:pt x="1742" y="607"/>
                  <a:pt x="1748" y="607"/>
                  <a:pt x="1753" y="606"/>
                </a:cubicBezTo>
                <a:close/>
                <a:moveTo>
                  <a:pt x="1753" y="718"/>
                </a:moveTo>
                <a:cubicBezTo>
                  <a:pt x="1753" y="790"/>
                  <a:pt x="1753" y="790"/>
                  <a:pt x="1753" y="790"/>
                </a:cubicBezTo>
                <a:cubicBezTo>
                  <a:pt x="1748" y="792"/>
                  <a:pt x="1743" y="794"/>
                  <a:pt x="1737" y="796"/>
                </a:cubicBezTo>
                <a:cubicBezTo>
                  <a:pt x="1737" y="718"/>
                  <a:pt x="1737" y="718"/>
                  <a:pt x="1737" y="718"/>
                </a:cubicBezTo>
                <a:cubicBezTo>
                  <a:pt x="1740" y="721"/>
                  <a:pt x="1744" y="721"/>
                  <a:pt x="1748" y="720"/>
                </a:cubicBezTo>
                <a:cubicBezTo>
                  <a:pt x="1749" y="719"/>
                  <a:pt x="1751" y="719"/>
                  <a:pt x="1753" y="718"/>
                </a:cubicBezTo>
                <a:close/>
                <a:moveTo>
                  <a:pt x="1753" y="866"/>
                </a:moveTo>
                <a:cubicBezTo>
                  <a:pt x="1753" y="878"/>
                  <a:pt x="1753" y="878"/>
                  <a:pt x="1753" y="878"/>
                </a:cubicBezTo>
                <a:cubicBezTo>
                  <a:pt x="1752" y="878"/>
                  <a:pt x="1751" y="877"/>
                  <a:pt x="1750" y="876"/>
                </a:cubicBezTo>
                <a:cubicBezTo>
                  <a:pt x="1746" y="871"/>
                  <a:pt x="1746" y="868"/>
                  <a:pt x="1751" y="867"/>
                </a:cubicBezTo>
                <a:cubicBezTo>
                  <a:pt x="1752" y="867"/>
                  <a:pt x="1752" y="866"/>
                  <a:pt x="1753" y="866"/>
                </a:cubicBezTo>
                <a:close/>
                <a:moveTo>
                  <a:pt x="1737" y="836"/>
                </a:moveTo>
                <a:cubicBezTo>
                  <a:pt x="1737" y="825"/>
                  <a:pt x="1737" y="825"/>
                  <a:pt x="1737" y="825"/>
                </a:cubicBezTo>
                <a:cubicBezTo>
                  <a:pt x="1741" y="824"/>
                  <a:pt x="1743" y="826"/>
                  <a:pt x="1742" y="829"/>
                </a:cubicBezTo>
                <a:cubicBezTo>
                  <a:pt x="1742" y="833"/>
                  <a:pt x="1740" y="836"/>
                  <a:pt x="1737" y="836"/>
                </a:cubicBezTo>
                <a:close/>
                <a:moveTo>
                  <a:pt x="1737" y="264"/>
                </a:moveTo>
                <a:cubicBezTo>
                  <a:pt x="1737" y="528"/>
                  <a:pt x="1737" y="528"/>
                  <a:pt x="1737" y="528"/>
                </a:cubicBezTo>
                <a:cubicBezTo>
                  <a:pt x="1733" y="526"/>
                  <a:pt x="1723" y="525"/>
                  <a:pt x="1704" y="527"/>
                </a:cubicBezTo>
                <a:cubicBezTo>
                  <a:pt x="1700" y="530"/>
                  <a:pt x="1697" y="533"/>
                  <a:pt x="1694" y="536"/>
                </a:cubicBezTo>
                <a:cubicBezTo>
                  <a:pt x="1694" y="286"/>
                  <a:pt x="1694" y="286"/>
                  <a:pt x="1694" y="286"/>
                </a:cubicBezTo>
                <a:cubicBezTo>
                  <a:pt x="1705" y="277"/>
                  <a:pt x="1717" y="268"/>
                  <a:pt x="1734" y="265"/>
                </a:cubicBezTo>
                <a:cubicBezTo>
                  <a:pt x="1735" y="265"/>
                  <a:pt x="1736" y="264"/>
                  <a:pt x="1737" y="264"/>
                </a:cubicBezTo>
                <a:close/>
                <a:moveTo>
                  <a:pt x="1737" y="607"/>
                </a:moveTo>
                <a:cubicBezTo>
                  <a:pt x="1737" y="699"/>
                  <a:pt x="1737" y="699"/>
                  <a:pt x="1737" y="699"/>
                </a:cubicBezTo>
                <a:cubicBezTo>
                  <a:pt x="1735" y="697"/>
                  <a:pt x="1734" y="694"/>
                  <a:pt x="1732" y="691"/>
                </a:cubicBezTo>
                <a:cubicBezTo>
                  <a:pt x="1723" y="669"/>
                  <a:pt x="1705" y="673"/>
                  <a:pt x="1713" y="687"/>
                </a:cubicBezTo>
                <a:cubicBezTo>
                  <a:pt x="1719" y="697"/>
                  <a:pt x="1728" y="713"/>
                  <a:pt x="1737" y="718"/>
                </a:cubicBezTo>
                <a:cubicBezTo>
                  <a:pt x="1737" y="796"/>
                  <a:pt x="1737" y="796"/>
                  <a:pt x="1737" y="796"/>
                </a:cubicBezTo>
                <a:cubicBezTo>
                  <a:pt x="1726" y="800"/>
                  <a:pt x="1715" y="804"/>
                  <a:pt x="1709" y="807"/>
                </a:cubicBezTo>
                <a:cubicBezTo>
                  <a:pt x="1705" y="811"/>
                  <a:pt x="1699" y="816"/>
                  <a:pt x="1694" y="819"/>
                </a:cubicBezTo>
                <a:cubicBezTo>
                  <a:pt x="1694" y="566"/>
                  <a:pt x="1694" y="566"/>
                  <a:pt x="1694" y="566"/>
                </a:cubicBezTo>
                <a:cubicBezTo>
                  <a:pt x="1696" y="568"/>
                  <a:pt x="1698" y="569"/>
                  <a:pt x="1700" y="571"/>
                </a:cubicBezTo>
                <a:cubicBezTo>
                  <a:pt x="1718" y="587"/>
                  <a:pt x="1690" y="599"/>
                  <a:pt x="1730" y="606"/>
                </a:cubicBezTo>
                <a:cubicBezTo>
                  <a:pt x="1732" y="606"/>
                  <a:pt x="1735" y="607"/>
                  <a:pt x="1737" y="607"/>
                </a:cubicBezTo>
                <a:close/>
                <a:moveTo>
                  <a:pt x="1737" y="825"/>
                </a:moveTo>
                <a:cubicBezTo>
                  <a:pt x="1737" y="836"/>
                  <a:pt x="1737" y="836"/>
                  <a:pt x="1737" y="836"/>
                </a:cubicBezTo>
                <a:cubicBezTo>
                  <a:pt x="1736" y="836"/>
                  <a:pt x="1735" y="836"/>
                  <a:pt x="1734" y="834"/>
                </a:cubicBezTo>
                <a:cubicBezTo>
                  <a:pt x="1730" y="830"/>
                  <a:pt x="1730" y="827"/>
                  <a:pt x="1735" y="825"/>
                </a:cubicBezTo>
                <a:cubicBezTo>
                  <a:pt x="1736" y="825"/>
                  <a:pt x="1736" y="825"/>
                  <a:pt x="1737" y="825"/>
                </a:cubicBezTo>
                <a:close/>
                <a:moveTo>
                  <a:pt x="1694" y="1136"/>
                </a:moveTo>
                <a:cubicBezTo>
                  <a:pt x="1694" y="1038"/>
                  <a:pt x="1694" y="1038"/>
                  <a:pt x="1694" y="1038"/>
                </a:cubicBezTo>
                <a:cubicBezTo>
                  <a:pt x="1701" y="1030"/>
                  <a:pt x="1707" y="1024"/>
                  <a:pt x="1712" y="1023"/>
                </a:cubicBezTo>
                <a:cubicBezTo>
                  <a:pt x="1728" y="1022"/>
                  <a:pt x="1728" y="1042"/>
                  <a:pt x="1718" y="1051"/>
                </a:cubicBezTo>
                <a:cubicBezTo>
                  <a:pt x="1707" y="1059"/>
                  <a:pt x="1728" y="1104"/>
                  <a:pt x="1717" y="1108"/>
                </a:cubicBezTo>
                <a:cubicBezTo>
                  <a:pt x="1709" y="1111"/>
                  <a:pt x="1702" y="1126"/>
                  <a:pt x="1694" y="1136"/>
                </a:cubicBezTo>
                <a:close/>
                <a:moveTo>
                  <a:pt x="1694" y="892"/>
                </a:moveTo>
                <a:cubicBezTo>
                  <a:pt x="1705" y="878"/>
                  <a:pt x="1715" y="863"/>
                  <a:pt x="1720" y="850"/>
                </a:cubicBezTo>
                <a:cubicBezTo>
                  <a:pt x="1731" y="824"/>
                  <a:pt x="1715" y="825"/>
                  <a:pt x="1700" y="831"/>
                </a:cubicBezTo>
                <a:cubicBezTo>
                  <a:pt x="1698" y="831"/>
                  <a:pt x="1696" y="832"/>
                  <a:pt x="1694" y="832"/>
                </a:cubicBezTo>
                <a:lnTo>
                  <a:pt x="1694" y="892"/>
                </a:lnTo>
                <a:close/>
                <a:moveTo>
                  <a:pt x="1694" y="286"/>
                </a:moveTo>
                <a:cubicBezTo>
                  <a:pt x="1694" y="536"/>
                  <a:pt x="1694" y="536"/>
                  <a:pt x="1694" y="536"/>
                </a:cubicBezTo>
                <a:cubicBezTo>
                  <a:pt x="1686" y="546"/>
                  <a:pt x="1685" y="555"/>
                  <a:pt x="1694" y="566"/>
                </a:cubicBezTo>
                <a:cubicBezTo>
                  <a:pt x="1694" y="819"/>
                  <a:pt x="1694" y="819"/>
                  <a:pt x="1694" y="819"/>
                </a:cubicBezTo>
                <a:cubicBezTo>
                  <a:pt x="1686" y="825"/>
                  <a:pt x="1677" y="827"/>
                  <a:pt x="1669" y="809"/>
                </a:cubicBezTo>
                <a:cubicBezTo>
                  <a:pt x="1669" y="807"/>
                  <a:pt x="1668" y="805"/>
                  <a:pt x="1667" y="804"/>
                </a:cubicBezTo>
                <a:cubicBezTo>
                  <a:pt x="1667" y="296"/>
                  <a:pt x="1667" y="296"/>
                  <a:pt x="1667" y="296"/>
                </a:cubicBezTo>
                <a:cubicBezTo>
                  <a:pt x="1681" y="296"/>
                  <a:pt x="1661" y="264"/>
                  <a:pt x="1676" y="264"/>
                </a:cubicBezTo>
                <a:cubicBezTo>
                  <a:pt x="1691" y="264"/>
                  <a:pt x="1679" y="299"/>
                  <a:pt x="1690" y="290"/>
                </a:cubicBezTo>
                <a:cubicBezTo>
                  <a:pt x="1691" y="288"/>
                  <a:pt x="1693" y="287"/>
                  <a:pt x="1694" y="286"/>
                </a:cubicBezTo>
                <a:close/>
                <a:moveTo>
                  <a:pt x="1694" y="832"/>
                </a:moveTo>
                <a:cubicBezTo>
                  <a:pt x="1686" y="834"/>
                  <a:pt x="1676" y="831"/>
                  <a:pt x="1667" y="826"/>
                </a:cubicBezTo>
                <a:cubicBezTo>
                  <a:pt x="1667" y="923"/>
                  <a:pt x="1667" y="923"/>
                  <a:pt x="1667" y="923"/>
                </a:cubicBezTo>
                <a:cubicBezTo>
                  <a:pt x="1675" y="916"/>
                  <a:pt x="1685" y="905"/>
                  <a:pt x="1694" y="892"/>
                </a:cubicBezTo>
                <a:cubicBezTo>
                  <a:pt x="1694" y="832"/>
                  <a:pt x="1694" y="832"/>
                  <a:pt x="1694" y="832"/>
                </a:cubicBezTo>
                <a:close/>
                <a:moveTo>
                  <a:pt x="1694" y="1038"/>
                </a:moveTo>
                <a:cubicBezTo>
                  <a:pt x="1694" y="1136"/>
                  <a:pt x="1694" y="1136"/>
                  <a:pt x="1694" y="1136"/>
                </a:cubicBezTo>
                <a:cubicBezTo>
                  <a:pt x="1691" y="1140"/>
                  <a:pt x="1687" y="1143"/>
                  <a:pt x="1683" y="1143"/>
                </a:cubicBezTo>
                <a:cubicBezTo>
                  <a:pt x="1669" y="1146"/>
                  <a:pt x="1675" y="1113"/>
                  <a:pt x="1667" y="1105"/>
                </a:cubicBezTo>
                <a:cubicBezTo>
                  <a:pt x="1667" y="1104"/>
                  <a:pt x="1667" y="1104"/>
                  <a:pt x="1667" y="1104"/>
                </a:cubicBezTo>
                <a:cubicBezTo>
                  <a:pt x="1667" y="1075"/>
                  <a:pt x="1667" y="1075"/>
                  <a:pt x="1667" y="1075"/>
                </a:cubicBezTo>
                <a:cubicBezTo>
                  <a:pt x="1669" y="1069"/>
                  <a:pt x="1672" y="1065"/>
                  <a:pt x="1674" y="1063"/>
                </a:cubicBezTo>
                <a:cubicBezTo>
                  <a:pt x="1679" y="1060"/>
                  <a:pt x="1686" y="1048"/>
                  <a:pt x="1694" y="1038"/>
                </a:cubicBezTo>
                <a:close/>
                <a:moveTo>
                  <a:pt x="1667" y="1029"/>
                </a:moveTo>
                <a:cubicBezTo>
                  <a:pt x="1667" y="1017"/>
                  <a:pt x="1667" y="1017"/>
                  <a:pt x="1667" y="1017"/>
                </a:cubicBezTo>
                <a:cubicBezTo>
                  <a:pt x="1671" y="1016"/>
                  <a:pt x="1673" y="1018"/>
                  <a:pt x="1673" y="1022"/>
                </a:cubicBezTo>
                <a:cubicBezTo>
                  <a:pt x="1672" y="1025"/>
                  <a:pt x="1670" y="1029"/>
                  <a:pt x="1667" y="1029"/>
                </a:cubicBezTo>
                <a:close/>
                <a:moveTo>
                  <a:pt x="1667" y="296"/>
                </a:moveTo>
                <a:cubicBezTo>
                  <a:pt x="1667" y="804"/>
                  <a:pt x="1667" y="804"/>
                  <a:pt x="1667" y="804"/>
                </a:cubicBezTo>
                <a:cubicBezTo>
                  <a:pt x="1654" y="776"/>
                  <a:pt x="1629" y="747"/>
                  <a:pt x="1620" y="722"/>
                </a:cubicBezTo>
                <a:cubicBezTo>
                  <a:pt x="1611" y="696"/>
                  <a:pt x="1601" y="680"/>
                  <a:pt x="1591" y="681"/>
                </a:cubicBezTo>
                <a:cubicBezTo>
                  <a:pt x="1582" y="683"/>
                  <a:pt x="1604" y="732"/>
                  <a:pt x="1613" y="750"/>
                </a:cubicBezTo>
                <a:cubicBezTo>
                  <a:pt x="1623" y="768"/>
                  <a:pt x="1634" y="796"/>
                  <a:pt x="1650" y="813"/>
                </a:cubicBezTo>
                <a:cubicBezTo>
                  <a:pt x="1656" y="818"/>
                  <a:pt x="1661" y="823"/>
                  <a:pt x="1667" y="826"/>
                </a:cubicBezTo>
                <a:cubicBezTo>
                  <a:pt x="1667" y="923"/>
                  <a:pt x="1667" y="923"/>
                  <a:pt x="1667" y="923"/>
                </a:cubicBezTo>
                <a:cubicBezTo>
                  <a:pt x="1666" y="924"/>
                  <a:pt x="1665" y="924"/>
                  <a:pt x="1664" y="925"/>
                </a:cubicBezTo>
                <a:cubicBezTo>
                  <a:pt x="1648" y="938"/>
                  <a:pt x="1643" y="966"/>
                  <a:pt x="1634" y="970"/>
                </a:cubicBezTo>
                <a:cubicBezTo>
                  <a:pt x="1624" y="975"/>
                  <a:pt x="1637" y="981"/>
                  <a:pt x="1642" y="992"/>
                </a:cubicBezTo>
                <a:cubicBezTo>
                  <a:pt x="1648" y="1003"/>
                  <a:pt x="1649" y="1039"/>
                  <a:pt x="1642" y="1053"/>
                </a:cubicBezTo>
                <a:cubicBezTo>
                  <a:pt x="1635" y="1066"/>
                  <a:pt x="1623" y="1083"/>
                  <a:pt x="1612" y="1084"/>
                </a:cubicBezTo>
                <a:cubicBezTo>
                  <a:pt x="1601" y="1086"/>
                  <a:pt x="1600" y="1105"/>
                  <a:pt x="1608" y="1110"/>
                </a:cubicBezTo>
                <a:cubicBezTo>
                  <a:pt x="1616" y="1116"/>
                  <a:pt x="1605" y="1128"/>
                  <a:pt x="1589" y="1129"/>
                </a:cubicBezTo>
                <a:cubicBezTo>
                  <a:pt x="1572" y="1131"/>
                  <a:pt x="1590" y="1180"/>
                  <a:pt x="1575" y="1181"/>
                </a:cubicBezTo>
                <a:cubicBezTo>
                  <a:pt x="1560" y="1183"/>
                  <a:pt x="1542" y="1202"/>
                  <a:pt x="1520" y="1205"/>
                </a:cubicBezTo>
                <a:cubicBezTo>
                  <a:pt x="1500" y="1207"/>
                  <a:pt x="1477" y="1215"/>
                  <a:pt x="1465" y="1203"/>
                </a:cubicBezTo>
                <a:cubicBezTo>
                  <a:pt x="1465" y="662"/>
                  <a:pt x="1465" y="662"/>
                  <a:pt x="1465" y="662"/>
                </a:cubicBezTo>
                <a:cubicBezTo>
                  <a:pt x="1475" y="666"/>
                  <a:pt x="1484" y="667"/>
                  <a:pt x="1487" y="659"/>
                </a:cubicBezTo>
                <a:cubicBezTo>
                  <a:pt x="1493" y="647"/>
                  <a:pt x="1511" y="651"/>
                  <a:pt x="1526" y="654"/>
                </a:cubicBezTo>
                <a:cubicBezTo>
                  <a:pt x="1541" y="657"/>
                  <a:pt x="1567" y="662"/>
                  <a:pt x="1580" y="661"/>
                </a:cubicBezTo>
                <a:cubicBezTo>
                  <a:pt x="1594" y="659"/>
                  <a:pt x="1608" y="647"/>
                  <a:pt x="1609" y="635"/>
                </a:cubicBezTo>
                <a:cubicBezTo>
                  <a:pt x="1611" y="622"/>
                  <a:pt x="1591" y="620"/>
                  <a:pt x="1568" y="620"/>
                </a:cubicBezTo>
                <a:cubicBezTo>
                  <a:pt x="1545" y="620"/>
                  <a:pt x="1535" y="616"/>
                  <a:pt x="1539" y="602"/>
                </a:cubicBezTo>
                <a:cubicBezTo>
                  <a:pt x="1543" y="588"/>
                  <a:pt x="1550" y="576"/>
                  <a:pt x="1563" y="570"/>
                </a:cubicBezTo>
                <a:cubicBezTo>
                  <a:pt x="1575" y="565"/>
                  <a:pt x="1586" y="562"/>
                  <a:pt x="1598" y="562"/>
                </a:cubicBezTo>
                <a:cubicBezTo>
                  <a:pt x="1611" y="562"/>
                  <a:pt x="1627" y="572"/>
                  <a:pt x="1642" y="570"/>
                </a:cubicBezTo>
                <a:cubicBezTo>
                  <a:pt x="1657" y="569"/>
                  <a:pt x="1652" y="555"/>
                  <a:pt x="1637" y="547"/>
                </a:cubicBezTo>
                <a:cubicBezTo>
                  <a:pt x="1621" y="539"/>
                  <a:pt x="1619" y="527"/>
                  <a:pt x="1626" y="520"/>
                </a:cubicBezTo>
                <a:cubicBezTo>
                  <a:pt x="1632" y="513"/>
                  <a:pt x="1628" y="506"/>
                  <a:pt x="1616" y="513"/>
                </a:cubicBezTo>
                <a:cubicBezTo>
                  <a:pt x="1604" y="520"/>
                  <a:pt x="1586" y="538"/>
                  <a:pt x="1582" y="527"/>
                </a:cubicBezTo>
                <a:cubicBezTo>
                  <a:pt x="1578" y="516"/>
                  <a:pt x="1548" y="525"/>
                  <a:pt x="1548" y="542"/>
                </a:cubicBezTo>
                <a:cubicBezTo>
                  <a:pt x="1548" y="558"/>
                  <a:pt x="1552" y="561"/>
                  <a:pt x="1546" y="572"/>
                </a:cubicBezTo>
                <a:cubicBezTo>
                  <a:pt x="1541" y="583"/>
                  <a:pt x="1528" y="591"/>
                  <a:pt x="1517" y="590"/>
                </a:cubicBezTo>
                <a:cubicBezTo>
                  <a:pt x="1506" y="588"/>
                  <a:pt x="1519" y="609"/>
                  <a:pt x="1508" y="614"/>
                </a:cubicBezTo>
                <a:cubicBezTo>
                  <a:pt x="1497" y="620"/>
                  <a:pt x="1491" y="606"/>
                  <a:pt x="1484" y="592"/>
                </a:cubicBezTo>
                <a:cubicBezTo>
                  <a:pt x="1478" y="579"/>
                  <a:pt x="1472" y="570"/>
                  <a:pt x="1465" y="562"/>
                </a:cubicBezTo>
                <a:cubicBezTo>
                  <a:pt x="1465" y="428"/>
                  <a:pt x="1465" y="428"/>
                  <a:pt x="1465" y="428"/>
                </a:cubicBezTo>
                <a:cubicBezTo>
                  <a:pt x="1475" y="431"/>
                  <a:pt x="1482" y="435"/>
                  <a:pt x="1490" y="428"/>
                </a:cubicBezTo>
                <a:cubicBezTo>
                  <a:pt x="1501" y="418"/>
                  <a:pt x="1482" y="402"/>
                  <a:pt x="1498" y="402"/>
                </a:cubicBezTo>
                <a:cubicBezTo>
                  <a:pt x="1515" y="402"/>
                  <a:pt x="1528" y="403"/>
                  <a:pt x="1516" y="391"/>
                </a:cubicBezTo>
                <a:cubicBezTo>
                  <a:pt x="1504" y="379"/>
                  <a:pt x="1520" y="385"/>
                  <a:pt x="1534" y="379"/>
                </a:cubicBezTo>
                <a:cubicBezTo>
                  <a:pt x="1548" y="372"/>
                  <a:pt x="1546" y="361"/>
                  <a:pt x="1530" y="364"/>
                </a:cubicBezTo>
                <a:cubicBezTo>
                  <a:pt x="1513" y="366"/>
                  <a:pt x="1500" y="376"/>
                  <a:pt x="1493" y="359"/>
                </a:cubicBezTo>
                <a:cubicBezTo>
                  <a:pt x="1486" y="343"/>
                  <a:pt x="1506" y="324"/>
                  <a:pt x="1517" y="311"/>
                </a:cubicBezTo>
                <a:cubicBezTo>
                  <a:pt x="1528" y="299"/>
                  <a:pt x="1500" y="294"/>
                  <a:pt x="1495" y="309"/>
                </a:cubicBezTo>
                <a:cubicBezTo>
                  <a:pt x="1491" y="324"/>
                  <a:pt x="1475" y="331"/>
                  <a:pt x="1469" y="346"/>
                </a:cubicBezTo>
                <a:cubicBezTo>
                  <a:pt x="1464" y="361"/>
                  <a:pt x="1484" y="375"/>
                  <a:pt x="1474" y="385"/>
                </a:cubicBezTo>
                <a:cubicBezTo>
                  <a:pt x="1470" y="389"/>
                  <a:pt x="1468" y="392"/>
                  <a:pt x="1465" y="395"/>
                </a:cubicBezTo>
                <a:cubicBezTo>
                  <a:pt x="1465" y="250"/>
                  <a:pt x="1465" y="250"/>
                  <a:pt x="1465" y="250"/>
                </a:cubicBezTo>
                <a:cubicBezTo>
                  <a:pt x="1469" y="248"/>
                  <a:pt x="1472" y="246"/>
                  <a:pt x="1475" y="246"/>
                </a:cubicBezTo>
                <a:cubicBezTo>
                  <a:pt x="1494" y="242"/>
                  <a:pt x="1521" y="217"/>
                  <a:pt x="1543" y="227"/>
                </a:cubicBezTo>
                <a:cubicBezTo>
                  <a:pt x="1565" y="236"/>
                  <a:pt x="1574" y="233"/>
                  <a:pt x="1590" y="246"/>
                </a:cubicBezTo>
                <a:cubicBezTo>
                  <a:pt x="1606" y="258"/>
                  <a:pt x="1605" y="265"/>
                  <a:pt x="1623" y="268"/>
                </a:cubicBezTo>
                <a:cubicBezTo>
                  <a:pt x="1641" y="270"/>
                  <a:pt x="1645" y="294"/>
                  <a:pt x="1623" y="294"/>
                </a:cubicBezTo>
                <a:cubicBezTo>
                  <a:pt x="1601" y="294"/>
                  <a:pt x="1587" y="281"/>
                  <a:pt x="1579" y="288"/>
                </a:cubicBezTo>
                <a:cubicBezTo>
                  <a:pt x="1571" y="295"/>
                  <a:pt x="1587" y="302"/>
                  <a:pt x="1595" y="311"/>
                </a:cubicBezTo>
                <a:cubicBezTo>
                  <a:pt x="1604" y="321"/>
                  <a:pt x="1619" y="328"/>
                  <a:pt x="1626" y="324"/>
                </a:cubicBezTo>
                <a:cubicBezTo>
                  <a:pt x="1632" y="320"/>
                  <a:pt x="1612" y="306"/>
                  <a:pt x="1627" y="310"/>
                </a:cubicBezTo>
                <a:cubicBezTo>
                  <a:pt x="1642" y="314"/>
                  <a:pt x="1657" y="316"/>
                  <a:pt x="1648" y="307"/>
                </a:cubicBezTo>
                <a:cubicBezTo>
                  <a:pt x="1638" y="299"/>
                  <a:pt x="1652" y="296"/>
                  <a:pt x="1667" y="296"/>
                </a:cubicBezTo>
                <a:cubicBezTo>
                  <a:pt x="1667" y="296"/>
                  <a:pt x="1667" y="296"/>
                  <a:pt x="1667" y="296"/>
                </a:cubicBezTo>
                <a:close/>
                <a:moveTo>
                  <a:pt x="1667" y="1017"/>
                </a:moveTo>
                <a:cubicBezTo>
                  <a:pt x="1667" y="1018"/>
                  <a:pt x="1666" y="1018"/>
                  <a:pt x="1666" y="1018"/>
                </a:cubicBezTo>
                <a:cubicBezTo>
                  <a:pt x="1661" y="1019"/>
                  <a:pt x="1660" y="1022"/>
                  <a:pt x="1664" y="1027"/>
                </a:cubicBezTo>
                <a:cubicBezTo>
                  <a:pt x="1665" y="1028"/>
                  <a:pt x="1666" y="1029"/>
                  <a:pt x="1667" y="1029"/>
                </a:cubicBezTo>
                <a:cubicBezTo>
                  <a:pt x="1667" y="1017"/>
                  <a:pt x="1667" y="1017"/>
                  <a:pt x="1667" y="1017"/>
                </a:cubicBezTo>
                <a:close/>
                <a:moveTo>
                  <a:pt x="1667" y="1075"/>
                </a:moveTo>
                <a:cubicBezTo>
                  <a:pt x="1663" y="1085"/>
                  <a:pt x="1662" y="1098"/>
                  <a:pt x="1667" y="1104"/>
                </a:cubicBezTo>
                <a:cubicBezTo>
                  <a:pt x="1667" y="1075"/>
                  <a:pt x="1667" y="1075"/>
                  <a:pt x="1667" y="1075"/>
                </a:cubicBezTo>
                <a:close/>
                <a:moveTo>
                  <a:pt x="1465" y="579"/>
                </a:moveTo>
                <a:cubicBezTo>
                  <a:pt x="1466" y="574"/>
                  <a:pt x="1467" y="569"/>
                  <a:pt x="1465" y="566"/>
                </a:cubicBezTo>
                <a:cubicBezTo>
                  <a:pt x="1465" y="579"/>
                  <a:pt x="1465" y="579"/>
                  <a:pt x="1465" y="579"/>
                </a:cubicBezTo>
                <a:close/>
                <a:moveTo>
                  <a:pt x="1465" y="136"/>
                </a:moveTo>
                <a:cubicBezTo>
                  <a:pt x="1465" y="81"/>
                  <a:pt x="1465" y="81"/>
                  <a:pt x="1465" y="81"/>
                </a:cubicBezTo>
                <a:cubicBezTo>
                  <a:pt x="1468" y="82"/>
                  <a:pt x="1470" y="83"/>
                  <a:pt x="1474" y="84"/>
                </a:cubicBezTo>
                <a:cubicBezTo>
                  <a:pt x="1506" y="84"/>
                  <a:pt x="1497" y="92"/>
                  <a:pt x="1512" y="103"/>
                </a:cubicBezTo>
                <a:cubicBezTo>
                  <a:pt x="1528" y="114"/>
                  <a:pt x="1508" y="140"/>
                  <a:pt x="1486" y="125"/>
                </a:cubicBezTo>
                <a:cubicBezTo>
                  <a:pt x="1468" y="112"/>
                  <a:pt x="1473" y="135"/>
                  <a:pt x="1465" y="136"/>
                </a:cubicBezTo>
                <a:close/>
                <a:moveTo>
                  <a:pt x="1465" y="81"/>
                </a:moveTo>
                <a:cubicBezTo>
                  <a:pt x="1465" y="136"/>
                  <a:pt x="1465" y="136"/>
                  <a:pt x="1465" y="136"/>
                </a:cubicBezTo>
                <a:cubicBezTo>
                  <a:pt x="1464" y="136"/>
                  <a:pt x="1461" y="135"/>
                  <a:pt x="1458" y="132"/>
                </a:cubicBezTo>
                <a:cubicBezTo>
                  <a:pt x="1440" y="118"/>
                  <a:pt x="1436" y="108"/>
                  <a:pt x="1457" y="106"/>
                </a:cubicBezTo>
                <a:cubicBezTo>
                  <a:pt x="1477" y="104"/>
                  <a:pt x="1438" y="89"/>
                  <a:pt x="1429" y="100"/>
                </a:cubicBezTo>
                <a:cubicBezTo>
                  <a:pt x="1419" y="111"/>
                  <a:pt x="1399" y="73"/>
                  <a:pt x="1427" y="73"/>
                </a:cubicBezTo>
                <a:cubicBezTo>
                  <a:pt x="1451" y="73"/>
                  <a:pt x="1450" y="75"/>
                  <a:pt x="1465" y="81"/>
                </a:cubicBezTo>
                <a:close/>
                <a:moveTo>
                  <a:pt x="1465" y="250"/>
                </a:moveTo>
                <a:cubicBezTo>
                  <a:pt x="1465" y="395"/>
                  <a:pt x="1465" y="395"/>
                  <a:pt x="1465" y="395"/>
                </a:cubicBezTo>
                <a:cubicBezTo>
                  <a:pt x="1460" y="403"/>
                  <a:pt x="1456" y="409"/>
                  <a:pt x="1449" y="409"/>
                </a:cubicBezTo>
                <a:cubicBezTo>
                  <a:pt x="1439" y="409"/>
                  <a:pt x="1431" y="429"/>
                  <a:pt x="1427" y="416"/>
                </a:cubicBezTo>
                <a:cubicBezTo>
                  <a:pt x="1423" y="402"/>
                  <a:pt x="1415" y="387"/>
                  <a:pt x="1405" y="394"/>
                </a:cubicBezTo>
                <a:cubicBezTo>
                  <a:pt x="1395" y="401"/>
                  <a:pt x="1397" y="424"/>
                  <a:pt x="1384" y="405"/>
                </a:cubicBezTo>
                <a:cubicBezTo>
                  <a:pt x="1372" y="385"/>
                  <a:pt x="1361" y="358"/>
                  <a:pt x="1375" y="343"/>
                </a:cubicBezTo>
                <a:cubicBezTo>
                  <a:pt x="1389" y="328"/>
                  <a:pt x="1408" y="316"/>
                  <a:pt x="1419" y="301"/>
                </a:cubicBezTo>
                <a:cubicBezTo>
                  <a:pt x="1428" y="288"/>
                  <a:pt x="1448" y="261"/>
                  <a:pt x="1465" y="250"/>
                </a:cubicBezTo>
                <a:close/>
                <a:moveTo>
                  <a:pt x="1465" y="428"/>
                </a:moveTo>
                <a:cubicBezTo>
                  <a:pt x="1462" y="426"/>
                  <a:pt x="1457" y="425"/>
                  <a:pt x="1453" y="425"/>
                </a:cubicBezTo>
                <a:cubicBezTo>
                  <a:pt x="1438" y="425"/>
                  <a:pt x="1434" y="432"/>
                  <a:pt x="1416" y="432"/>
                </a:cubicBezTo>
                <a:cubicBezTo>
                  <a:pt x="1398" y="432"/>
                  <a:pt x="1405" y="420"/>
                  <a:pt x="1394" y="420"/>
                </a:cubicBezTo>
                <a:cubicBezTo>
                  <a:pt x="1383" y="420"/>
                  <a:pt x="1386" y="440"/>
                  <a:pt x="1376" y="450"/>
                </a:cubicBezTo>
                <a:cubicBezTo>
                  <a:pt x="1368" y="458"/>
                  <a:pt x="1354" y="469"/>
                  <a:pt x="1340" y="474"/>
                </a:cubicBezTo>
                <a:cubicBezTo>
                  <a:pt x="1340" y="584"/>
                  <a:pt x="1340" y="584"/>
                  <a:pt x="1340" y="584"/>
                </a:cubicBezTo>
                <a:cubicBezTo>
                  <a:pt x="1347" y="582"/>
                  <a:pt x="1348" y="569"/>
                  <a:pt x="1345" y="555"/>
                </a:cubicBezTo>
                <a:cubicBezTo>
                  <a:pt x="1341" y="540"/>
                  <a:pt x="1367" y="546"/>
                  <a:pt x="1389" y="546"/>
                </a:cubicBezTo>
                <a:cubicBezTo>
                  <a:pt x="1411" y="546"/>
                  <a:pt x="1413" y="561"/>
                  <a:pt x="1428" y="566"/>
                </a:cubicBezTo>
                <a:cubicBezTo>
                  <a:pt x="1443" y="572"/>
                  <a:pt x="1445" y="585"/>
                  <a:pt x="1445" y="605"/>
                </a:cubicBezTo>
                <a:cubicBezTo>
                  <a:pt x="1445" y="624"/>
                  <a:pt x="1460" y="598"/>
                  <a:pt x="1463" y="590"/>
                </a:cubicBezTo>
                <a:cubicBezTo>
                  <a:pt x="1463" y="587"/>
                  <a:pt x="1465" y="583"/>
                  <a:pt x="1465" y="579"/>
                </a:cubicBezTo>
                <a:cubicBezTo>
                  <a:pt x="1465" y="566"/>
                  <a:pt x="1465" y="566"/>
                  <a:pt x="1465" y="566"/>
                </a:cubicBezTo>
                <a:cubicBezTo>
                  <a:pt x="1464" y="564"/>
                  <a:pt x="1463" y="562"/>
                  <a:pt x="1460" y="562"/>
                </a:cubicBezTo>
                <a:cubicBezTo>
                  <a:pt x="1449" y="562"/>
                  <a:pt x="1446" y="558"/>
                  <a:pt x="1437" y="548"/>
                </a:cubicBezTo>
                <a:cubicBezTo>
                  <a:pt x="1427" y="539"/>
                  <a:pt x="1435" y="533"/>
                  <a:pt x="1445" y="542"/>
                </a:cubicBezTo>
                <a:cubicBezTo>
                  <a:pt x="1454" y="550"/>
                  <a:pt x="1458" y="554"/>
                  <a:pt x="1465" y="562"/>
                </a:cubicBezTo>
                <a:cubicBezTo>
                  <a:pt x="1465" y="562"/>
                  <a:pt x="1465" y="562"/>
                  <a:pt x="1465" y="562"/>
                </a:cubicBezTo>
                <a:cubicBezTo>
                  <a:pt x="1465" y="428"/>
                  <a:pt x="1465" y="428"/>
                  <a:pt x="1465" y="428"/>
                </a:cubicBezTo>
                <a:close/>
                <a:moveTo>
                  <a:pt x="1465" y="662"/>
                </a:moveTo>
                <a:cubicBezTo>
                  <a:pt x="1465" y="1203"/>
                  <a:pt x="1465" y="1203"/>
                  <a:pt x="1465" y="1203"/>
                </a:cubicBezTo>
                <a:cubicBezTo>
                  <a:pt x="1464" y="1202"/>
                  <a:pt x="1463" y="1201"/>
                  <a:pt x="1463" y="1199"/>
                </a:cubicBezTo>
                <a:cubicBezTo>
                  <a:pt x="1453" y="1181"/>
                  <a:pt x="1469" y="1170"/>
                  <a:pt x="1453" y="1151"/>
                </a:cubicBezTo>
                <a:cubicBezTo>
                  <a:pt x="1437" y="1132"/>
                  <a:pt x="1446" y="1116"/>
                  <a:pt x="1434" y="1098"/>
                </a:cubicBezTo>
                <a:cubicBezTo>
                  <a:pt x="1421" y="1080"/>
                  <a:pt x="1409" y="1049"/>
                  <a:pt x="1421" y="1032"/>
                </a:cubicBezTo>
                <a:cubicBezTo>
                  <a:pt x="1434" y="1016"/>
                  <a:pt x="1439" y="1003"/>
                  <a:pt x="1428" y="999"/>
                </a:cubicBezTo>
                <a:cubicBezTo>
                  <a:pt x="1417" y="995"/>
                  <a:pt x="1434" y="976"/>
                  <a:pt x="1419" y="966"/>
                </a:cubicBezTo>
                <a:cubicBezTo>
                  <a:pt x="1404" y="957"/>
                  <a:pt x="1394" y="931"/>
                  <a:pt x="1400" y="918"/>
                </a:cubicBezTo>
                <a:cubicBezTo>
                  <a:pt x="1405" y="906"/>
                  <a:pt x="1406" y="886"/>
                  <a:pt x="1389" y="886"/>
                </a:cubicBezTo>
                <a:cubicBezTo>
                  <a:pt x="1375" y="886"/>
                  <a:pt x="1356" y="878"/>
                  <a:pt x="1340" y="876"/>
                </a:cubicBezTo>
                <a:cubicBezTo>
                  <a:pt x="1340" y="615"/>
                  <a:pt x="1340" y="615"/>
                  <a:pt x="1340" y="615"/>
                </a:cubicBezTo>
                <a:cubicBezTo>
                  <a:pt x="1348" y="612"/>
                  <a:pt x="1356" y="609"/>
                  <a:pt x="1369" y="609"/>
                </a:cubicBezTo>
                <a:cubicBezTo>
                  <a:pt x="1395" y="609"/>
                  <a:pt x="1415" y="599"/>
                  <a:pt x="1412" y="620"/>
                </a:cubicBezTo>
                <a:cubicBezTo>
                  <a:pt x="1409" y="640"/>
                  <a:pt x="1435" y="644"/>
                  <a:pt x="1449" y="653"/>
                </a:cubicBezTo>
                <a:cubicBezTo>
                  <a:pt x="1454" y="656"/>
                  <a:pt x="1460" y="659"/>
                  <a:pt x="1465" y="662"/>
                </a:cubicBezTo>
                <a:close/>
                <a:moveTo>
                  <a:pt x="1340" y="463"/>
                </a:moveTo>
                <a:cubicBezTo>
                  <a:pt x="1340" y="451"/>
                  <a:pt x="1340" y="451"/>
                  <a:pt x="1340" y="451"/>
                </a:cubicBezTo>
                <a:cubicBezTo>
                  <a:pt x="1344" y="450"/>
                  <a:pt x="1346" y="452"/>
                  <a:pt x="1345" y="456"/>
                </a:cubicBezTo>
                <a:cubicBezTo>
                  <a:pt x="1345" y="459"/>
                  <a:pt x="1343" y="463"/>
                  <a:pt x="1340" y="463"/>
                </a:cubicBezTo>
                <a:close/>
                <a:moveTo>
                  <a:pt x="1340" y="451"/>
                </a:moveTo>
                <a:cubicBezTo>
                  <a:pt x="1340" y="463"/>
                  <a:pt x="1340" y="463"/>
                  <a:pt x="1340" y="463"/>
                </a:cubicBezTo>
                <a:cubicBezTo>
                  <a:pt x="1339" y="463"/>
                  <a:pt x="1338" y="462"/>
                  <a:pt x="1337" y="461"/>
                </a:cubicBezTo>
                <a:cubicBezTo>
                  <a:pt x="1333" y="456"/>
                  <a:pt x="1334" y="454"/>
                  <a:pt x="1338" y="452"/>
                </a:cubicBezTo>
                <a:cubicBezTo>
                  <a:pt x="1339" y="452"/>
                  <a:pt x="1340" y="452"/>
                  <a:pt x="1340" y="451"/>
                </a:cubicBezTo>
                <a:close/>
                <a:moveTo>
                  <a:pt x="1340" y="474"/>
                </a:moveTo>
                <a:cubicBezTo>
                  <a:pt x="1340" y="584"/>
                  <a:pt x="1340" y="584"/>
                  <a:pt x="1340" y="584"/>
                </a:cubicBezTo>
                <a:cubicBezTo>
                  <a:pt x="1339" y="584"/>
                  <a:pt x="1339" y="584"/>
                  <a:pt x="1338" y="584"/>
                </a:cubicBezTo>
                <a:cubicBezTo>
                  <a:pt x="1336" y="584"/>
                  <a:pt x="1333" y="584"/>
                  <a:pt x="1331" y="585"/>
                </a:cubicBezTo>
                <a:cubicBezTo>
                  <a:pt x="1331" y="477"/>
                  <a:pt x="1331" y="477"/>
                  <a:pt x="1331" y="477"/>
                </a:cubicBezTo>
                <a:cubicBezTo>
                  <a:pt x="1332" y="476"/>
                  <a:pt x="1333" y="476"/>
                  <a:pt x="1334" y="476"/>
                </a:cubicBezTo>
                <a:cubicBezTo>
                  <a:pt x="1336" y="475"/>
                  <a:pt x="1338" y="475"/>
                  <a:pt x="1340" y="474"/>
                </a:cubicBezTo>
                <a:close/>
                <a:moveTo>
                  <a:pt x="1340" y="615"/>
                </a:moveTo>
                <a:cubicBezTo>
                  <a:pt x="1340" y="876"/>
                  <a:pt x="1340" y="876"/>
                  <a:pt x="1340" y="876"/>
                </a:cubicBezTo>
                <a:cubicBezTo>
                  <a:pt x="1337" y="876"/>
                  <a:pt x="1334" y="876"/>
                  <a:pt x="1331" y="876"/>
                </a:cubicBezTo>
                <a:cubicBezTo>
                  <a:pt x="1331" y="618"/>
                  <a:pt x="1331" y="618"/>
                  <a:pt x="1331" y="618"/>
                </a:cubicBezTo>
                <a:cubicBezTo>
                  <a:pt x="1334" y="617"/>
                  <a:pt x="1337" y="616"/>
                  <a:pt x="1340" y="615"/>
                </a:cubicBezTo>
                <a:close/>
                <a:moveTo>
                  <a:pt x="1331" y="417"/>
                </a:moveTo>
                <a:cubicBezTo>
                  <a:pt x="1331" y="406"/>
                  <a:pt x="1331" y="406"/>
                  <a:pt x="1331" y="406"/>
                </a:cubicBezTo>
                <a:cubicBezTo>
                  <a:pt x="1335" y="404"/>
                  <a:pt x="1337" y="406"/>
                  <a:pt x="1336" y="410"/>
                </a:cubicBezTo>
                <a:cubicBezTo>
                  <a:pt x="1336" y="413"/>
                  <a:pt x="1334" y="417"/>
                  <a:pt x="1331" y="417"/>
                </a:cubicBezTo>
                <a:close/>
                <a:moveTo>
                  <a:pt x="1331" y="406"/>
                </a:moveTo>
                <a:cubicBezTo>
                  <a:pt x="1331" y="417"/>
                  <a:pt x="1331" y="417"/>
                  <a:pt x="1331" y="417"/>
                </a:cubicBezTo>
                <a:cubicBezTo>
                  <a:pt x="1330" y="417"/>
                  <a:pt x="1329" y="416"/>
                  <a:pt x="1328" y="415"/>
                </a:cubicBezTo>
                <a:cubicBezTo>
                  <a:pt x="1324" y="411"/>
                  <a:pt x="1325" y="408"/>
                  <a:pt x="1329" y="406"/>
                </a:cubicBezTo>
                <a:cubicBezTo>
                  <a:pt x="1330" y="406"/>
                  <a:pt x="1331" y="406"/>
                  <a:pt x="1331" y="406"/>
                </a:cubicBezTo>
                <a:close/>
                <a:moveTo>
                  <a:pt x="1331" y="477"/>
                </a:moveTo>
                <a:cubicBezTo>
                  <a:pt x="1331" y="585"/>
                  <a:pt x="1331" y="585"/>
                  <a:pt x="1331" y="585"/>
                </a:cubicBezTo>
                <a:cubicBezTo>
                  <a:pt x="1325" y="586"/>
                  <a:pt x="1320" y="588"/>
                  <a:pt x="1321" y="595"/>
                </a:cubicBezTo>
                <a:cubicBezTo>
                  <a:pt x="1323" y="605"/>
                  <a:pt x="1319" y="603"/>
                  <a:pt x="1312" y="609"/>
                </a:cubicBezTo>
                <a:cubicBezTo>
                  <a:pt x="1309" y="611"/>
                  <a:pt x="1304" y="614"/>
                  <a:pt x="1300" y="616"/>
                </a:cubicBezTo>
                <a:cubicBezTo>
                  <a:pt x="1300" y="550"/>
                  <a:pt x="1300" y="550"/>
                  <a:pt x="1300" y="550"/>
                </a:cubicBezTo>
                <a:cubicBezTo>
                  <a:pt x="1311" y="546"/>
                  <a:pt x="1318" y="534"/>
                  <a:pt x="1308" y="525"/>
                </a:cubicBezTo>
                <a:cubicBezTo>
                  <a:pt x="1295" y="514"/>
                  <a:pt x="1300" y="499"/>
                  <a:pt x="1306" y="487"/>
                </a:cubicBezTo>
                <a:cubicBezTo>
                  <a:pt x="1313" y="475"/>
                  <a:pt x="1317" y="479"/>
                  <a:pt x="1331" y="477"/>
                </a:cubicBezTo>
                <a:close/>
                <a:moveTo>
                  <a:pt x="1331" y="618"/>
                </a:moveTo>
                <a:cubicBezTo>
                  <a:pt x="1331" y="876"/>
                  <a:pt x="1331" y="876"/>
                  <a:pt x="1331" y="876"/>
                </a:cubicBezTo>
                <a:cubicBezTo>
                  <a:pt x="1329" y="876"/>
                  <a:pt x="1326" y="877"/>
                  <a:pt x="1324" y="877"/>
                </a:cubicBezTo>
                <a:cubicBezTo>
                  <a:pt x="1315" y="880"/>
                  <a:pt x="1307" y="883"/>
                  <a:pt x="1300" y="885"/>
                </a:cubicBezTo>
                <a:cubicBezTo>
                  <a:pt x="1300" y="622"/>
                  <a:pt x="1300" y="622"/>
                  <a:pt x="1300" y="622"/>
                </a:cubicBezTo>
                <a:cubicBezTo>
                  <a:pt x="1303" y="621"/>
                  <a:pt x="1307" y="621"/>
                  <a:pt x="1312" y="621"/>
                </a:cubicBezTo>
                <a:cubicBezTo>
                  <a:pt x="1320" y="621"/>
                  <a:pt x="1326" y="620"/>
                  <a:pt x="1331" y="618"/>
                </a:cubicBezTo>
                <a:close/>
                <a:moveTo>
                  <a:pt x="1300" y="477"/>
                </a:moveTo>
                <a:cubicBezTo>
                  <a:pt x="1305" y="475"/>
                  <a:pt x="1310" y="473"/>
                  <a:pt x="1316" y="473"/>
                </a:cubicBezTo>
                <a:cubicBezTo>
                  <a:pt x="1336" y="473"/>
                  <a:pt x="1314" y="439"/>
                  <a:pt x="1317" y="428"/>
                </a:cubicBezTo>
                <a:cubicBezTo>
                  <a:pt x="1320" y="418"/>
                  <a:pt x="1319" y="392"/>
                  <a:pt x="1300" y="392"/>
                </a:cubicBezTo>
                <a:lnTo>
                  <a:pt x="1300" y="477"/>
                </a:lnTo>
                <a:close/>
                <a:moveTo>
                  <a:pt x="1300" y="392"/>
                </a:moveTo>
                <a:cubicBezTo>
                  <a:pt x="1300" y="477"/>
                  <a:pt x="1300" y="477"/>
                  <a:pt x="1300" y="477"/>
                </a:cubicBezTo>
                <a:cubicBezTo>
                  <a:pt x="1288" y="482"/>
                  <a:pt x="1279" y="489"/>
                  <a:pt x="1277" y="475"/>
                </a:cubicBezTo>
                <a:cubicBezTo>
                  <a:pt x="1274" y="454"/>
                  <a:pt x="1272" y="456"/>
                  <a:pt x="1291" y="448"/>
                </a:cubicBezTo>
                <a:cubicBezTo>
                  <a:pt x="1310" y="440"/>
                  <a:pt x="1283" y="391"/>
                  <a:pt x="1297" y="392"/>
                </a:cubicBezTo>
                <a:cubicBezTo>
                  <a:pt x="1298" y="392"/>
                  <a:pt x="1299" y="392"/>
                  <a:pt x="1300" y="392"/>
                </a:cubicBezTo>
                <a:close/>
                <a:moveTo>
                  <a:pt x="1300" y="550"/>
                </a:moveTo>
                <a:cubicBezTo>
                  <a:pt x="1300" y="616"/>
                  <a:pt x="1300" y="616"/>
                  <a:pt x="1300" y="616"/>
                </a:cubicBezTo>
                <a:cubicBezTo>
                  <a:pt x="1295" y="618"/>
                  <a:pt x="1289" y="618"/>
                  <a:pt x="1283" y="614"/>
                </a:cubicBezTo>
                <a:cubicBezTo>
                  <a:pt x="1278" y="611"/>
                  <a:pt x="1269" y="612"/>
                  <a:pt x="1263" y="612"/>
                </a:cubicBezTo>
                <a:cubicBezTo>
                  <a:pt x="1263" y="549"/>
                  <a:pt x="1263" y="549"/>
                  <a:pt x="1263" y="549"/>
                </a:cubicBezTo>
                <a:cubicBezTo>
                  <a:pt x="1275" y="549"/>
                  <a:pt x="1278" y="551"/>
                  <a:pt x="1293" y="551"/>
                </a:cubicBezTo>
                <a:cubicBezTo>
                  <a:pt x="1295" y="551"/>
                  <a:pt x="1298" y="551"/>
                  <a:pt x="1300" y="550"/>
                </a:cubicBezTo>
                <a:close/>
                <a:moveTo>
                  <a:pt x="1300" y="622"/>
                </a:moveTo>
                <a:cubicBezTo>
                  <a:pt x="1300" y="885"/>
                  <a:pt x="1300" y="885"/>
                  <a:pt x="1300" y="885"/>
                </a:cubicBezTo>
                <a:cubicBezTo>
                  <a:pt x="1293" y="887"/>
                  <a:pt x="1286" y="889"/>
                  <a:pt x="1280" y="891"/>
                </a:cubicBezTo>
                <a:cubicBezTo>
                  <a:pt x="1276" y="893"/>
                  <a:pt x="1269" y="890"/>
                  <a:pt x="1263" y="885"/>
                </a:cubicBezTo>
                <a:cubicBezTo>
                  <a:pt x="1263" y="636"/>
                  <a:pt x="1263" y="636"/>
                  <a:pt x="1263" y="636"/>
                </a:cubicBezTo>
                <a:cubicBezTo>
                  <a:pt x="1265" y="635"/>
                  <a:pt x="1268" y="634"/>
                  <a:pt x="1271" y="633"/>
                </a:cubicBezTo>
                <a:cubicBezTo>
                  <a:pt x="1282" y="631"/>
                  <a:pt x="1286" y="625"/>
                  <a:pt x="1300" y="622"/>
                </a:cubicBezTo>
                <a:close/>
                <a:moveTo>
                  <a:pt x="1263" y="470"/>
                </a:moveTo>
                <a:cubicBezTo>
                  <a:pt x="1266" y="469"/>
                  <a:pt x="1269" y="467"/>
                  <a:pt x="1271" y="462"/>
                </a:cubicBezTo>
                <a:cubicBezTo>
                  <a:pt x="1277" y="448"/>
                  <a:pt x="1277" y="423"/>
                  <a:pt x="1265" y="425"/>
                </a:cubicBezTo>
                <a:cubicBezTo>
                  <a:pt x="1264" y="425"/>
                  <a:pt x="1263" y="425"/>
                  <a:pt x="1263" y="425"/>
                </a:cubicBezTo>
                <a:cubicBezTo>
                  <a:pt x="1263" y="470"/>
                  <a:pt x="1263" y="470"/>
                  <a:pt x="1263" y="470"/>
                </a:cubicBezTo>
                <a:close/>
                <a:moveTo>
                  <a:pt x="1263" y="235"/>
                </a:moveTo>
                <a:cubicBezTo>
                  <a:pt x="1263" y="219"/>
                  <a:pt x="1263" y="219"/>
                  <a:pt x="1263" y="219"/>
                </a:cubicBezTo>
                <a:cubicBezTo>
                  <a:pt x="1264" y="219"/>
                  <a:pt x="1265" y="219"/>
                  <a:pt x="1266" y="219"/>
                </a:cubicBezTo>
                <a:cubicBezTo>
                  <a:pt x="1277" y="219"/>
                  <a:pt x="1285" y="238"/>
                  <a:pt x="1271" y="238"/>
                </a:cubicBezTo>
                <a:cubicBezTo>
                  <a:pt x="1268" y="238"/>
                  <a:pt x="1265" y="237"/>
                  <a:pt x="1263" y="235"/>
                </a:cubicBezTo>
                <a:close/>
                <a:moveTo>
                  <a:pt x="1263" y="219"/>
                </a:moveTo>
                <a:cubicBezTo>
                  <a:pt x="1263" y="235"/>
                  <a:pt x="1263" y="235"/>
                  <a:pt x="1263" y="235"/>
                </a:cubicBezTo>
                <a:cubicBezTo>
                  <a:pt x="1255" y="230"/>
                  <a:pt x="1252" y="220"/>
                  <a:pt x="1263" y="219"/>
                </a:cubicBezTo>
                <a:close/>
                <a:moveTo>
                  <a:pt x="1263" y="425"/>
                </a:moveTo>
                <a:cubicBezTo>
                  <a:pt x="1263" y="470"/>
                  <a:pt x="1263" y="470"/>
                  <a:pt x="1263" y="470"/>
                </a:cubicBezTo>
                <a:cubicBezTo>
                  <a:pt x="1256" y="472"/>
                  <a:pt x="1249" y="467"/>
                  <a:pt x="1251" y="457"/>
                </a:cubicBezTo>
                <a:cubicBezTo>
                  <a:pt x="1254" y="444"/>
                  <a:pt x="1244" y="423"/>
                  <a:pt x="1263" y="425"/>
                </a:cubicBezTo>
                <a:close/>
                <a:moveTo>
                  <a:pt x="1263" y="549"/>
                </a:moveTo>
                <a:cubicBezTo>
                  <a:pt x="1263" y="612"/>
                  <a:pt x="1263" y="612"/>
                  <a:pt x="1263" y="612"/>
                </a:cubicBezTo>
                <a:cubicBezTo>
                  <a:pt x="1256" y="612"/>
                  <a:pt x="1250" y="612"/>
                  <a:pt x="1250" y="605"/>
                </a:cubicBezTo>
                <a:cubicBezTo>
                  <a:pt x="1250" y="591"/>
                  <a:pt x="1241" y="585"/>
                  <a:pt x="1247" y="573"/>
                </a:cubicBezTo>
                <a:cubicBezTo>
                  <a:pt x="1254" y="561"/>
                  <a:pt x="1247" y="548"/>
                  <a:pt x="1261" y="548"/>
                </a:cubicBezTo>
                <a:cubicBezTo>
                  <a:pt x="1262" y="548"/>
                  <a:pt x="1262" y="548"/>
                  <a:pt x="1263" y="549"/>
                </a:cubicBezTo>
                <a:close/>
                <a:moveTo>
                  <a:pt x="1263" y="636"/>
                </a:moveTo>
                <a:cubicBezTo>
                  <a:pt x="1263" y="885"/>
                  <a:pt x="1263" y="885"/>
                  <a:pt x="1263" y="885"/>
                </a:cubicBezTo>
                <a:cubicBezTo>
                  <a:pt x="1252" y="877"/>
                  <a:pt x="1239" y="864"/>
                  <a:pt x="1228" y="853"/>
                </a:cubicBezTo>
                <a:cubicBezTo>
                  <a:pt x="1220" y="845"/>
                  <a:pt x="1209" y="835"/>
                  <a:pt x="1201" y="825"/>
                </a:cubicBezTo>
                <a:cubicBezTo>
                  <a:pt x="1201" y="730"/>
                  <a:pt x="1201" y="730"/>
                  <a:pt x="1201" y="730"/>
                </a:cubicBezTo>
                <a:cubicBezTo>
                  <a:pt x="1207" y="718"/>
                  <a:pt x="1211" y="690"/>
                  <a:pt x="1224" y="688"/>
                </a:cubicBezTo>
                <a:cubicBezTo>
                  <a:pt x="1238" y="687"/>
                  <a:pt x="1247" y="672"/>
                  <a:pt x="1247" y="659"/>
                </a:cubicBezTo>
                <a:cubicBezTo>
                  <a:pt x="1247" y="650"/>
                  <a:pt x="1253" y="641"/>
                  <a:pt x="1263" y="636"/>
                </a:cubicBezTo>
                <a:close/>
                <a:moveTo>
                  <a:pt x="1201" y="653"/>
                </a:moveTo>
                <a:cubicBezTo>
                  <a:pt x="1203" y="653"/>
                  <a:pt x="1206" y="650"/>
                  <a:pt x="1206" y="646"/>
                </a:cubicBezTo>
                <a:cubicBezTo>
                  <a:pt x="1207" y="643"/>
                  <a:pt x="1204" y="640"/>
                  <a:pt x="1201" y="642"/>
                </a:cubicBezTo>
                <a:cubicBezTo>
                  <a:pt x="1201" y="653"/>
                  <a:pt x="1201" y="653"/>
                  <a:pt x="1201" y="653"/>
                </a:cubicBezTo>
                <a:close/>
                <a:moveTo>
                  <a:pt x="1201" y="329"/>
                </a:moveTo>
                <a:cubicBezTo>
                  <a:pt x="1201" y="297"/>
                  <a:pt x="1201" y="297"/>
                  <a:pt x="1201" y="297"/>
                </a:cubicBezTo>
                <a:cubicBezTo>
                  <a:pt x="1215" y="297"/>
                  <a:pt x="1221" y="309"/>
                  <a:pt x="1212" y="320"/>
                </a:cubicBezTo>
                <a:cubicBezTo>
                  <a:pt x="1209" y="323"/>
                  <a:pt x="1205" y="326"/>
                  <a:pt x="1201" y="329"/>
                </a:cubicBezTo>
                <a:close/>
                <a:moveTo>
                  <a:pt x="1201" y="71"/>
                </a:moveTo>
                <a:cubicBezTo>
                  <a:pt x="1201" y="50"/>
                  <a:pt x="1201" y="50"/>
                  <a:pt x="1201" y="50"/>
                </a:cubicBezTo>
                <a:cubicBezTo>
                  <a:pt x="1217" y="49"/>
                  <a:pt x="1245" y="67"/>
                  <a:pt x="1225" y="69"/>
                </a:cubicBezTo>
                <a:cubicBezTo>
                  <a:pt x="1218" y="70"/>
                  <a:pt x="1209" y="71"/>
                  <a:pt x="1201" y="71"/>
                </a:cubicBezTo>
                <a:close/>
                <a:moveTo>
                  <a:pt x="1201" y="50"/>
                </a:moveTo>
                <a:cubicBezTo>
                  <a:pt x="1201" y="71"/>
                  <a:pt x="1201" y="71"/>
                  <a:pt x="1201" y="71"/>
                </a:cubicBezTo>
                <a:cubicBezTo>
                  <a:pt x="1198" y="72"/>
                  <a:pt x="1195" y="72"/>
                  <a:pt x="1192" y="72"/>
                </a:cubicBezTo>
                <a:cubicBezTo>
                  <a:pt x="1192" y="53"/>
                  <a:pt x="1192" y="53"/>
                  <a:pt x="1192" y="53"/>
                </a:cubicBezTo>
                <a:cubicBezTo>
                  <a:pt x="1193" y="52"/>
                  <a:pt x="1194" y="52"/>
                  <a:pt x="1195" y="51"/>
                </a:cubicBezTo>
                <a:cubicBezTo>
                  <a:pt x="1197" y="50"/>
                  <a:pt x="1199" y="50"/>
                  <a:pt x="1201" y="50"/>
                </a:cubicBezTo>
                <a:close/>
                <a:moveTo>
                  <a:pt x="1201" y="297"/>
                </a:moveTo>
                <a:cubicBezTo>
                  <a:pt x="1201" y="329"/>
                  <a:pt x="1201" y="329"/>
                  <a:pt x="1201" y="329"/>
                </a:cubicBezTo>
                <a:cubicBezTo>
                  <a:pt x="1198" y="331"/>
                  <a:pt x="1195" y="333"/>
                  <a:pt x="1192" y="334"/>
                </a:cubicBezTo>
                <a:cubicBezTo>
                  <a:pt x="1192" y="298"/>
                  <a:pt x="1192" y="298"/>
                  <a:pt x="1192" y="298"/>
                </a:cubicBezTo>
                <a:cubicBezTo>
                  <a:pt x="1195" y="297"/>
                  <a:pt x="1198" y="297"/>
                  <a:pt x="1201" y="297"/>
                </a:cubicBezTo>
                <a:close/>
                <a:moveTo>
                  <a:pt x="1201" y="642"/>
                </a:moveTo>
                <a:cubicBezTo>
                  <a:pt x="1201" y="653"/>
                  <a:pt x="1201" y="653"/>
                  <a:pt x="1201" y="653"/>
                </a:cubicBezTo>
                <a:cubicBezTo>
                  <a:pt x="1200" y="653"/>
                  <a:pt x="1199" y="653"/>
                  <a:pt x="1198" y="651"/>
                </a:cubicBezTo>
                <a:cubicBezTo>
                  <a:pt x="1194" y="647"/>
                  <a:pt x="1194" y="644"/>
                  <a:pt x="1199" y="642"/>
                </a:cubicBezTo>
                <a:cubicBezTo>
                  <a:pt x="1200" y="642"/>
                  <a:pt x="1200" y="642"/>
                  <a:pt x="1201" y="642"/>
                </a:cubicBezTo>
                <a:close/>
                <a:moveTo>
                  <a:pt x="1201" y="730"/>
                </a:moveTo>
                <a:cubicBezTo>
                  <a:pt x="1201" y="825"/>
                  <a:pt x="1201" y="825"/>
                  <a:pt x="1201" y="825"/>
                </a:cubicBezTo>
                <a:cubicBezTo>
                  <a:pt x="1198" y="821"/>
                  <a:pt x="1195" y="818"/>
                  <a:pt x="1192" y="814"/>
                </a:cubicBezTo>
                <a:cubicBezTo>
                  <a:pt x="1192" y="794"/>
                  <a:pt x="1192" y="794"/>
                  <a:pt x="1192" y="794"/>
                </a:cubicBezTo>
                <a:cubicBezTo>
                  <a:pt x="1203" y="784"/>
                  <a:pt x="1198" y="781"/>
                  <a:pt x="1192" y="774"/>
                </a:cubicBezTo>
                <a:cubicBezTo>
                  <a:pt x="1192" y="744"/>
                  <a:pt x="1192" y="744"/>
                  <a:pt x="1192" y="744"/>
                </a:cubicBezTo>
                <a:cubicBezTo>
                  <a:pt x="1195" y="740"/>
                  <a:pt x="1197" y="735"/>
                  <a:pt x="1200" y="732"/>
                </a:cubicBezTo>
                <a:cubicBezTo>
                  <a:pt x="1200" y="731"/>
                  <a:pt x="1200" y="731"/>
                  <a:pt x="1201" y="730"/>
                </a:cubicBezTo>
                <a:close/>
                <a:moveTo>
                  <a:pt x="1192" y="687"/>
                </a:moveTo>
                <a:cubicBezTo>
                  <a:pt x="1192" y="675"/>
                  <a:pt x="1192" y="675"/>
                  <a:pt x="1192" y="675"/>
                </a:cubicBezTo>
                <a:cubicBezTo>
                  <a:pt x="1196" y="674"/>
                  <a:pt x="1198" y="676"/>
                  <a:pt x="1197" y="680"/>
                </a:cubicBezTo>
                <a:cubicBezTo>
                  <a:pt x="1197" y="683"/>
                  <a:pt x="1195" y="686"/>
                  <a:pt x="1192" y="687"/>
                </a:cubicBezTo>
                <a:close/>
                <a:moveTo>
                  <a:pt x="1192" y="53"/>
                </a:moveTo>
                <a:cubicBezTo>
                  <a:pt x="1192" y="72"/>
                  <a:pt x="1192" y="72"/>
                  <a:pt x="1192" y="72"/>
                </a:cubicBezTo>
                <a:cubicBezTo>
                  <a:pt x="1181" y="74"/>
                  <a:pt x="1174" y="77"/>
                  <a:pt x="1180" y="82"/>
                </a:cubicBezTo>
                <a:cubicBezTo>
                  <a:pt x="1192" y="93"/>
                  <a:pt x="1160" y="102"/>
                  <a:pt x="1177" y="111"/>
                </a:cubicBezTo>
                <a:cubicBezTo>
                  <a:pt x="1194" y="120"/>
                  <a:pt x="1189" y="141"/>
                  <a:pt x="1172" y="141"/>
                </a:cubicBezTo>
                <a:cubicBezTo>
                  <a:pt x="1155" y="141"/>
                  <a:pt x="1173" y="152"/>
                  <a:pt x="1160" y="165"/>
                </a:cubicBezTo>
                <a:cubicBezTo>
                  <a:pt x="1147" y="178"/>
                  <a:pt x="1151" y="187"/>
                  <a:pt x="1133" y="187"/>
                </a:cubicBezTo>
                <a:cubicBezTo>
                  <a:pt x="1115" y="187"/>
                  <a:pt x="1155" y="216"/>
                  <a:pt x="1134" y="216"/>
                </a:cubicBezTo>
                <a:cubicBezTo>
                  <a:pt x="1114" y="216"/>
                  <a:pt x="1107" y="242"/>
                  <a:pt x="1128" y="239"/>
                </a:cubicBezTo>
                <a:cubicBezTo>
                  <a:pt x="1149" y="237"/>
                  <a:pt x="1147" y="246"/>
                  <a:pt x="1125" y="256"/>
                </a:cubicBezTo>
                <a:cubicBezTo>
                  <a:pt x="1103" y="267"/>
                  <a:pt x="1068" y="267"/>
                  <a:pt x="1058" y="284"/>
                </a:cubicBezTo>
                <a:cubicBezTo>
                  <a:pt x="1047" y="300"/>
                  <a:pt x="1008" y="299"/>
                  <a:pt x="1008" y="315"/>
                </a:cubicBezTo>
                <a:cubicBezTo>
                  <a:pt x="1008" y="330"/>
                  <a:pt x="1002" y="388"/>
                  <a:pt x="972" y="377"/>
                </a:cubicBezTo>
                <a:cubicBezTo>
                  <a:pt x="942" y="367"/>
                  <a:pt x="936" y="337"/>
                  <a:pt x="924" y="319"/>
                </a:cubicBezTo>
                <a:cubicBezTo>
                  <a:pt x="912" y="300"/>
                  <a:pt x="930" y="281"/>
                  <a:pt x="919" y="275"/>
                </a:cubicBezTo>
                <a:cubicBezTo>
                  <a:pt x="907" y="268"/>
                  <a:pt x="945" y="238"/>
                  <a:pt x="932" y="247"/>
                </a:cubicBezTo>
                <a:cubicBezTo>
                  <a:pt x="919" y="256"/>
                  <a:pt x="898" y="243"/>
                  <a:pt x="916" y="239"/>
                </a:cubicBezTo>
                <a:cubicBezTo>
                  <a:pt x="934" y="236"/>
                  <a:pt x="928" y="217"/>
                  <a:pt x="915" y="221"/>
                </a:cubicBezTo>
                <a:cubicBezTo>
                  <a:pt x="902" y="225"/>
                  <a:pt x="888" y="219"/>
                  <a:pt x="904" y="206"/>
                </a:cubicBezTo>
                <a:cubicBezTo>
                  <a:pt x="921" y="193"/>
                  <a:pt x="914" y="197"/>
                  <a:pt x="902" y="193"/>
                </a:cubicBezTo>
                <a:cubicBezTo>
                  <a:pt x="896" y="191"/>
                  <a:pt x="895" y="184"/>
                  <a:pt x="892" y="177"/>
                </a:cubicBezTo>
                <a:cubicBezTo>
                  <a:pt x="892" y="40"/>
                  <a:pt x="892" y="40"/>
                  <a:pt x="892" y="40"/>
                </a:cubicBezTo>
                <a:cubicBezTo>
                  <a:pt x="918" y="44"/>
                  <a:pt x="920" y="61"/>
                  <a:pt x="934" y="58"/>
                </a:cubicBezTo>
                <a:cubicBezTo>
                  <a:pt x="950" y="54"/>
                  <a:pt x="916" y="20"/>
                  <a:pt x="955" y="43"/>
                </a:cubicBezTo>
                <a:cubicBezTo>
                  <a:pt x="994" y="67"/>
                  <a:pt x="966" y="41"/>
                  <a:pt x="982" y="41"/>
                </a:cubicBezTo>
                <a:cubicBezTo>
                  <a:pt x="999" y="41"/>
                  <a:pt x="971" y="16"/>
                  <a:pt x="1001" y="17"/>
                </a:cubicBezTo>
                <a:cubicBezTo>
                  <a:pt x="1031" y="19"/>
                  <a:pt x="1031" y="0"/>
                  <a:pt x="1068" y="0"/>
                </a:cubicBezTo>
                <a:cubicBezTo>
                  <a:pt x="1114" y="0"/>
                  <a:pt x="1195" y="38"/>
                  <a:pt x="1154" y="33"/>
                </a:cubicBezTo>
                <a:cubicBezTo>
                  <a:pt x="1112" y="28"/>
                  <a:pt x="1056" y="26"/>
                  <a:pt x="1082" y="42"/>
                </a:cubicBezTo>
                <a:cubicBezTo>
                  <a:pt x="1108" y="58"/>
                  <a:pt x="1114" y="28"/>
                  <a:pt x="1123" y="42"/>
                </a:cubicBezTo>
                <a:cubicBezTo>
                  <a:pt x="1132" y="56"/>
                  <a:pt x="1147" y="42"/>
                  <a:pt x="1158" y="51"/>
                </a:cubicBezTo>
                <a:cubicBezTo>
                  <a:pt x="1167" y="59"/>
                  <a:pt x="1180" y="58"/>
                  <a:pt x="1192" y="53"/>
                </a:cubicBezTo>
                <a:close/>
                <a:moveTo>
                  <a:pt x="1192" y="298"/>
                </a:moveTo>
                <a:cubicBezTo>
                  <a:pt x="1192" y="298"/>
                  <a:pt x="1192" y="298"/>
                  <a:pt x="1192" y="298"/>
                </a:cubicBezTo>
                <a:cubicBezTo>
                  <a:pt x="1181" y="296"/>
                  <a:pt x="1176" y="298"/>
                  <a:pt x="1162" y="292"/>
                </a:cubicBezTo>
                <a:cubicBezTo>
                  <a:pt x="1148" y="286"/>
                  <a:pt x="1135" y="312"/>
                  <a:pt x="1156" y="329"/>
                </a:cubicBezTo>
                <a:cubicBezTo>
                  <a:pt x="1169" y="339"/>
                  <a:pt x="1182" y="338"/>
                  <a:pt x="1192" y="334"/>
                </a:cubicBezTo>
                <a:cubicBezTo>
                  <a:pt x="1192" y="298"/>
                  <a:pt x="1192" y="298"/>
                  <a:pt x="1192" y="298"/>
                </a:cubicBezTo>
                <a:close/>
                <a:moveTo>
                  <a:pt x="1192" y="675"/>
                </a:moveTo>
                <a:cubicBezTo>
                  <a:pt x="1192" y="687"/>
                  <a:pt x="1192" y="687"/>
                  <a:pt x="1192" y="687"/>
                </a:cubicBezTo>
                <a:cubicBezTo>
                  <a:pt x="1191" y="687"/>
                  <a:pt x="1190" y="687"/>
                  <a:pt x="1189" y="685"/>
                </a:cubicBezTo>
                <a:cubicBezTo>
                  <a:pt x="1185" y="680"/>
                  <a:pt x="1185" y="677"/>
                  <a:pt x="1190" y="676"/>
                </a:cubicBezTo>
                <a:cubicBezTo>
                  <a:pt x="1191" y="676"/>
                  <a:pt x="1192" y="675"/>
                  <a:pt x="1192" y="675"/>
                </a:cubicBezTo>
                <a:close/>
                <a:moveTo>
                  <a:pt x="1192" y="744"/>
                </a:moveTo>
                <a:cubicBezTo>
                  <a:pt x="1192" y="774"/>
                  <a:pt x="1192" y="774"/>
                  <a:pt x="1192" y="774"/>
                </a:cubicBezTo>
                <a:cubicBezTo>
                  <a:pt x="1192" y="773"/>
                  <a:pt x="1191" y="772"/>
                  <a:pt x="1190" y="770"/>
                </a:cubicBezTo>
                <a:cubicBezTo>
                  <a:pt x="1185" y="764"/>
                  <a:pt x="1188" y="754"/>
                  <a:pt x="1192" y="744"/>
                </a:cubicBezTo>
                <a:close/>
                <a:moveTo>
                  <a:pt x="1192" y="794"/>
                </a:moveTo>
                <a:cubicBezTo>
                  <a:pt x="1192" y="814"/>
                  <a:pt x="1192" y="814"/>
                  <a:pt x="1192" y="814"/>
                </a:cubicBezTo>
                <a:cubicBezTo>
                  <a:pt x="1188" y="807"/>
                  <a:pt x="1186" y="800"/>
                  <a:pt x="1191" y="795"/>
                </a:cubicBezTo>
                <a:cubicBezTo>
                  <a:pt x="1192" y="795"/>
                  <a:pt x="1192" y="794"/>
                  <a:pt x="1192" y="794"/>
                </a:cubicBezTo>
                <a:close/>
                <a:moveTo>
                  <a:pt x="892" y="1210"/>
                </a:moveTo>
                <a:cubicBezTo>
                  <a:pt x="892" y="869"/>
                  <a:pt x="892" y="869"/>
                  <a:pt x="892" y="869"/>
                </a:cubicBezTo>
                <a:cubicBezTo>
                  <a:pt x="901" y="875"/>
                  <a:pt x="910" y="880"/>
                  <a:pt x="919" y="880"/>
                </a:cubicBezTo>
                <a:cubicBezTo>
                  <a:pt x="936" y="880"/>
                  <a:pt x="933" y="897"/>
                  <a:pt x="933" y="914"/>
                </a:cubicBezTo>
                <a:cubicBezTo>
                  <a:pt x="933" y="931"/>
                  <a:pt x="955" y="931"/>
                  <a:pt x="979" y="938"/>
                </a:cubicBezTo>
                <a:cubicBezTo>
                  <a:pt x="1002" y="946"/>
                  <a:pt x="1012" y="945"/>
                  <a:pt x="1036" y="959"/>
                </a:cubicBezTo>
                <a:cubicBezTo>
                  <a:pt x="1059" y="973"/>
                  <a:pt x="1064" y="981"/>
                  <a:pt x="1053" y="998"/>
                </a:cubicBezTo>
                <a:cubicBezTo>
                  <a:pt x="1041" y="1015"/>
                  <a:pt x="1016" y="1041"/>
                  <a:pt x="1015" y="1066"/>
                </a:cubicBezTo>
                <a:cubicBezTo>
                  <a:pt x="1014" y="1090"/>
                  <a:pt x="998" y="1114"/>
                  <a:pt x="981" y="1116"/>
                </a:cubicBezTo>
                <a:cubicBezTo>
                  <a:pt x="964" y="1119"/>
                  <a:pt x="949" y="1132"/>
                  <a:pt x="949" y="1144"/>
                </a:cubicBezTo>
                <a:cubicBezTo>
                  <a:pt x="949" y="1155"/>
                  <a:pt x="933" y="1150"/>
                  <a:pt x="932" y="1172"/>
                </a:cubicBezTo>
                <a:cubicBezTo>
                  <a:pt x="930" y="1194"/>
                  <a:pt x="911" y="1219"/>
                  <a:pt x="902" y="1215"/>
                </a:cubicBezTo>
                <a:cubicBezTo>
                  <a:pt x="900" y="1214"/>
                  <a:pt x="896" y="1212"/>
                  <a:pt x="892" y="1210"/>
                </a:cubicBezTo>
                <a:close/>
                <a:moveTo>
                  <a:pt x="892" y="518"/>
                </a:moveTo>
                <a:cubicBezTo>
                  <a:pt x="892" y="476"/>
                  <a:pt x="892" y="476"/>
                  <a:pt x="892" y="476"/>
                </a:cubicBezTo>
                <a:cubicBezTo>
                  <a:pt x="904" y="480"/>
                  <a:pt x="907" y="492"/>
                  <a:pt x="912" y="503"/>
                </a:cubicBezTo>
                <a:cubicBezTo>
                  <a:pt x="918" y="515"/>
                  <a:pt x="914" y="528"/>
                  <a:pt x="894" y="519"/>
                </a:cubicBezTo>
                <a:cubicBezTo>
                  <a:pt x="893" y="519"/>
                  <a:pt x="893" y="519"/>
                  <a:pt x="892" y="518"/>
                </a:cubicBezTo>
                <a:close/>
                <a:moveTo>
                  <a:pt x="1175" y="648"/>
                </a:moveTo>
                <a:cubicBezTo>
                  <a:pt x="1179" y="646"/>
                  <a:pt x="1183" y="648"/>
                  <a:pt x="1182" y="652"/>
                </a:cubicBezTo>
                <a:cubicBezTo>
                  <a:pt x="1181" y="657"/>
                  <a:pt x="1177" y="662"/>
                  <a:pt x="1173" y="657"/>
                </a:cubicBezTo>
                <a:cubicBezTo>
                  <a:pt x="1170" y="653"/>
                  <a:pt x="1170" y="650"/>
                  <a:pt x="1175" y="648"/>
                </a:cubicBezTo>
                <a:close/>
                <a:moveTo>
                  <a:pt x="892" y="40"/>
                </a:moveTo>
                <a:cubicBezTo>
                  <a:pt x="892" y="177"/>
                  <a:pt x="892" y="177"/>
                  <a:pt x="892" y="177"/>
                </a:cubicBezTo>
                <a:cubicBezTo>
                  <a:pt x="889" y="170"/>
                  <a:pt x="884" y="162"/>
                  <a:pt x="872" y="159"/>
                </a:cubicBezTo>
                <a:cubicBezTo>
                  <a:pt x="860" y="156"/>
                  <a:pt x="847" y="157"/>
                  <a:pt x="835" y="158"/>
                </a:cubicBezTo>
                <a:cubicBezTo>
                  <a:pt x="835" y="59"/>
                  <a:pt x="835" y="59"/>
                  <a:pt x="835" y="59"/>
                </a:cubicBezTo>
                <a:cubicBezTo>
                  <a:pt x="864" y="57"/>
                  <a:pt x="859" y="37"/>
                  <a:pt x="888" y="39"/>
                </a:cubicBezTo>
                <a:cubicBezTo>
                  <a:pt x="889" y="39"/>
                  <a:pt x="890" y="40"/>
                  <a:pt x="892" y="40"/>
                </a:cubicBezTo>
                <a:close/>
                <a:moveTo>
                  <a:pt x="892" y="476"/>
                </a:moveTo>
                <a:cubicBezTo>
                  <a:pt x="892" y="518"/>
                  <a:pt x="892" y="518"/>
                  <a:pt x="892" y="518"/>
                </a:cubicBezTo>
                <a:cubicBezTo>
                  <a:pt x="874" y="511"/>
                  <a:pt x="864" y="510"/>
                  <a:pt x="872" y="492"/>
                </a:cubicBezTo>
                <a:cubicBezTo>
                  <a:pt x="880" y="474"/>
                  <a:pt x="870" y="475"/>
                  <a:pt x="882" y="476"/>
                </a:cubicBezTo>
                <a:cubicBezTo>
                  <a:pt x="886" y="475"/>
                  <a:pt x="889" y="476"/>
                  <a:pt x="892" y="476"/>
                </a:cubicBezTo>
                <a:close/>
                <a:moveTo>
                  <a:pt x="892" y="869"/>
                </a:moveTo>
                <a:cubicBezTo>
                  <a:pt x="892" y="1210"/>
                  <a:pt x="892" y="1210"/>
                  <a:pt x="892" y="1210"/>
                </a:cubicBezTo>
                <a:cubicBezTo>
                  <a:pt x="879" y="1204"/>
                  <a:pt x="864" y="1198"/>
                  <a:pt x="873" y="1211"/>
                </a:cubicBezTo>
                <a:cubicBezTo>
                  <a:pt x="886" y="1229"/>
                  <a:pt x="889" y="1238"/>
                  <a:pt x="875" y="1245"/>
                </a:cubicBezTo>
                <a:cubicBezTo>
                  <a:pt x="861" y="1251"/>
                  <a:pt x="845" y="1275"/>
                  <a:pt x="835" y="1271"/>
                </a:cubicBezTo>
                <a:cubicBezTo>
                  <a:pt x="835" y="840"/>
                  <a:pt x="835" y="840"/>
                  <a:pt x="835" y="840"/>
                </a:cubicBezTo>
                <a:cubicBezTo>
                  <a:pt x="843" y="841"/>
                  <a:pt x="852" y="843"/>
                  <a:pt x="862" y="849"/>
                </a:cubicBezTo>
                <a:cubicBezTo>
                  <a:pt x="872" y="855"/>
                  <a:pt x="882" y="863"/>
                  <a:pt x="892" y="869"/>
                </a:cubicBezTo>
                <a:close/>
                <a:moveTo>
                  <a:pt x="835" y="545"/>
                </a:moveTo>
                <a:cubicBezTo>
                  <a:pt x="835" y="529"/>
                  <a:pt x="835" y="529"/>
                  <a:pt x="835" y="529"/>
                </a:cubicBezTo>
                <a:cubicBezTo>
                  <a:pt x="846" y="528"/>
                  <a:pt x="848" y="546"/>
                  <a:pt x="838" y="546"/>
                </a:cubicBezTo>
                <a:cubicBezTo>
                  <a:pt x="837" y="546"/>
                  <a:pt x="836" y="546"/>
                  <a:pt x="835" y="545"/>
                </a:cubicBezTo>
                <a:close/>
                <a:moveTo>
                  <a:pt x="835" y="486"/>
                </a:moveTo>
                <a:cubicBezTo>
                  <a:pt x="839" y="490"/>
                  <a:pt x="841" y="491"/>
                  <a:pt x="845" y="485"/>
                </a:cubicBezTo>
                <a:cubicBezTo>
                  <a:pt x="850" y="476"/>
                  <a:pt x="860" y="469"/>
                  <a:pt x="882" y="469"/>
                </a:cubicBezTo>
                <a:cubicBezTo>
                  <a:pt x="904" y="469"/>
                  <a:pt x="872" y="447"/>
                  <a:pt x="876" y="438"/>
                </a:cubicBezTo>
                <a:cubicBezTo>
                  <a:pt x="880" y="429"/>
                  <a:pt x="860" y="425"/>
                  <a:pt x="850" y="415"/>
                </a:cubicBezTo>
                <a:cubicBezTo>
                  <a:pt x="842" y="407"/>
                  <a:pt x="842" y="389"/>
                  <a:pt x="835" y="379"/>
                </a:cubicBezTo>
                <a:cubicBezTo>
                  <a:pt x="835" y="486"/>
                  <a:pt x="835" y="486"/>
                  <a:pt x="835" y="486"/>
                </a:cubicBezTo>
                <a:close/>
                <a:moveTo>
                  <a:pt x="835" y="302"/>
                </a:moveTo>
                <a:cubicBezTo>
                  <a:pt x="835" y="286"/>
                  <a:pt x="835" y="286"/>
                  <a:pt x="835" y="286"/>
                </a:cubicBezTo>
                <a:cubicBezTo>
                  <a:pt x="840" y="293"/>
                  <a:pt x="841" y="301"/>
                  <a:pt x="835" y="302"/>
                </a:cubicBezTo>
                <a:close/>
                <a:moveTo>
                  <a:pt x="835" y="38"/>
                </a:moveTo>
                <a:cubicBezTo>
                  <a:pt x="837" y="38"/>
                  <a:pt x="838" y="37"/>
                  <a:pt x="840" y="37"/>
                </a:cubicBezTo>
                <a:cubicBezTo>
                  <a:pt x="848" y="34"/>
                  <a:pt x="844" y="31"/>
                  <a:pt x="835" y="28"/>
                </a:cubicBezTo>
                <a:lnTo>
                  <a:pt x="835" y="38"/>
                </a:lnTo>
                <a:close/>
                <a:moveTo>
                  <a:pt x="835" y="28"/>
                </a:moveTo>
                <a:cubicBezTo>
                  <a:pt x="835" y="38"/>
                  <a:pt x="835" y="38"/>
                  <a:pt x="835" y="38"/>
                </a:cubicBezTo>
                <a:cubicBezTo>
                  <a:pt x="829" y="41"/>
                  <a:pt x="823" y="43"/>
                  <a:pt x="818" y="46"/>
                </a:cubicBezTo>
                <a:cubicBezTo>
                  <a:pt x="818" y="25"/>
                  <a:pt x="818" y="25"/>
                  <a:pt x="818" y="25"/>
                </a:cubicBezTo>
                <a:cubicBezTo>
                  <a:pt x="825" y="26"/>
                  <a:pt x="831" y="27"/>
                  <a:pt x="835" y="28"/>
                </a:cubicBezTo>
                <a:close/>
                <a:moveTo>
                  <a:pt x="835" y="59"/>
                </a:moveTo>
                <a:cubicBezTo>
                  <a:pt x="835" y="158"/>
                  <a:pt x="835" y="158"/>
                  <a:pt x="835" y="158"/>
                </a:cubicBezTo>
                <a:cubicBezTo>
                  <a:pt x="829" y="158"/>
                  <a:pt x="824" y="158"/>
                  <a:pt x="818" y="157"/>
                </a:cubicBezTo>
                <a:cubicBezTo>
                  <a:pt x="818" y="101"/>
                  <a:pt x="818" y="101"/>
                  <a:pt x="818" y="101"/>
                </a:cubicBezTo>
                <a:cubicBezTo>
                  <a:pt x="826" y="96"/>
                  <a:pt x="825" y="87"/>
                  <a:pt x="818" y="83"/>
                </a:cubicBezTo>
                <a:cubicBezTo>
                  <a:pt x="818" y="60"/>
                  <a:pt x="818" y="60"/>
                  <a:pt x="818" y="60"/>
                </a:cubicBezTo>
                <a:cubicBezTo>
                  <a:pt x="822" y="59"/>
                  <a:pt x="826" y="59"/>
                  <a:pt x="830" y="59"/>
                </a:cubicBezTo>
                <a:cubicBezTo>
                  <a:pt x="832" y="59"/>
                  <a:pt x="834" y="59"/>
                  <a:pt x="835" y="59"/>
                </a:cubicBezTo>
                <a:close/>
                <a:moveTo>
                  <a:pt x="835" y="286"/>
                </a:moveTo>
                <a:cubicBezTo>
                  <a:pt x="835" y="302"/>
                  <a:pt x="835" y="302"/>
                  <a:pt x="835" y="302"/>
                </a:cubicBezTo>
                <a:cubicBezTo>
                  <a:pt x="834" y="303"/>
                  <a:pt x="832" y="303"/>
                  <a:pt x="829" y="302"/>
                </a:cubicBezTo>
                <a:cubicBezTo>
                  <a:pt x="825" y="301"/>
                  <a:pt x="822" y="300"/>
                  <a:pt x="818" y="300"/>
                </a:cubicBezTo>
                <a:cubicBezTo>
                  <a:pt x="818" y="273"/>
                  <a:pt x="818" y="273"/>
                  <a:pt x="818" y="273"/>
                </a:cubicBezTo>
                <a:cubicBezTo>
                  <a:pt x="819" y="273"/>
                  <a:pt x="819" y="273"/>
                  <a:pt x="820" y="273"/>
                </a:cubicBezTo>
                <a:cubicBezTo>
                  <a:pt x="827" y="276"/>
                  <a:pt x="832" y="281"/>
                  <a:pt x="835" y="286"/>
                </a:cubicBezTo>
                <a:close/>
                <a:moveTo>
                  <a:pt x="835" y="379"/>
                </a:moveTo>
                <a:cubicBezTo>
                  <a:pt x="835" y="486"/>
                  <a:pt x="835" y="486"/>
                  <a:pt x="835" y="486"/>
                </a:cubicBezTo>
                <a:cubicBezTo>
                  <a:pt x="833" y="484"/>
                  <a:pt x="831" y="482"/>
                  <a:pt x="828" y="480"/>
                </a:cubicBezTo>
                <a:cubicBezTo>
                  <a:pt x="826" y="478"/>
                  <a:pt x="822" y="478"/>
                  <a:pt x="818" y="479"/>
                </a:cubicBezTo>
                <a:cubicBezTo>
                  <a:pt x="818" y="373"/>
                  <a:pt x="818" y="373"/>
                  <a:pt x="818" y="373"/>
                </a:cubicBezTo>
                <a:cubicBezTo>
                  <a:pt x="820" y="372"/>
                  <a:pt x="822" y="372"/>
                  <a:pt x="825" y="372"/>
                </a:cubicBezTo>
                <a:cubicBezTo>
                  <a:pt x="830" y="372"/>
                  <a:pt x="833" y="375"/>
                  <a:pt x="835" y="379"/>
                </a:cubicBezTo>
                <a:close/>
                <a:moveTo>
                  <a:pt x="835" y="529"/>
                </a:moveTo>
                <a:cubicBezTo>
                  <a:pt x="835" y="545"/>
                  <a:pt x="835" y="545"/>
                  <a:pt x="835" y="545"/>
                </a:cubicBezTo>
                <a:cubicBezTo>
                  <a:pt x="826" y="543"/>
                  <a:pt x="822" y="531"/>
                  <a:pt x="833" y="529"/>
                </a:cubicBezTo>
                <a:cubicBezTo>
                  <a:pt x="834" y="529"/>
                  <a:pt x="835" y="529"/>
                  <a:pt x="835" y="529"/>
                </a:cubicBezTo>
                <a:close/>
                <a:moveTo>
                  <a:pt x="835" y="840"/>
                </a:moveTo>
                <a:cubicBezTo>
                  <a:pt x="835" y="1271"/>
                  <a:pt x="835" y="1271"/>
                  <a:pt x="835" y="1271"/>
                </a:cubicBezTo>
                <a:cubicBezTo>
                  <a:pt x="835" y="1271"/>
                  <a:pt x="834" y="1270"/>
                  <a:pt x="833" y="1270"/>
                </a:cubicBezTo>
                <a:cubicBezTo>
                  <a:pt x="824" y="1261"/>
                  <a:pt x="825" y="1271"/>
                  <a:pt x="825" y="1280"/>
                </a:cubicBezTo>
                <a:cubicBezTo>
                  <a:pt x="825" y="1287"/>
                  <a:pt x="824" y="1298"/>
                  <a:pt x="818" y="1304"/>
                </a:cubicBezTo>
                <a:cubicBezTo>
                  <a:pt x="818" y="839"/>
                  <a:pt x="818" y="839"/>
                  <a:pt x="818" y="839"/>
                </a:cubicBezTo>
                <a:cubicBezTo>
                  <a:pt x="824" y="839"/>
                  <a:pt x="829" y="839"/>
                  <a:pt x="835" y="840"/>
                </a:cubicBezTo>
                <a:close/>
                <a:moveTo>
                  <a:pt x="818" y="783"/>
                </a:moveTo>
                <a:cubicBezTo>
                  <a:pt x="818" y="780"/>
                  <a:pt x="818" y="780"/>
                  <a:pt x="818" y="780"/>
                </a:cubicBezTo>
                <a:cubicBezTo>
                  <a:pt x="820" y="781"/>
                  <a:pt x="820" y="782"/>
                  <a:pt x="818" y="783"/>
                </a:cubicBezTo>
                <a:close/>
                <a:moveTo>
                  <a:pt x="818" y="552"/>
                </a:moveTo>
                <a:cubicBezTo>
                  <a:pt x="819" y="552"/>
                  <a:pt x="820" y="552"/>
                  <a:pt x="820" y="552"/>
                </a:cubicBezTo>
                <a:cubicBezTo>
                  <a:pt x="828" y="552"/>
                  <a:pt x="826" y="539"/>
                  <a:pt x="818" y="539"/>
                </a:cubicBezTo>
                <a:cubicBezTo>
                  <a:pt x="818" y="552"/>
                  <a:pt x="818" y="552"/>
                  <a:pt x="818" y="552"/>
                </a:cubicBezTo>
                <a:close/>
                <a:moveTo>
                  <a:pt x="818" y="530"/>
                </a:moveTo>
                <a:cubicBezTo>
                  <a:pt x="819" y="529"/>
                  <a:pt x="820" y="529"/>
                  <a:pt x="820" y="528"/>
                </a:cubicBezTo>
                <a:cubicBezTo>
                  <a:pt x="827" y="519"/>
                  <a:pt x="825" y="509"/>
                  <a:pt x="818" y="502"/>
                </a:cubicBezTo>
                <a:cubicBezTo>
                  <a:pt x="818" y="530"/>
                  <a:pt x="818" y="530"/>
                  <a:pt x="818" y="530"/>
                </a:cubicBezTo>
                <a:close/>
                <a:moveTo>
                  <a:pt x="818" y="347"/>
                </a:moveTo>
                <a:cubicBezTo>
                  <a:pt x="818" y="323"/>
                  <a:pt x="818" y="323"/>
                  <a:pt x="818" y="323"/>
                </a:cubicBezTo>
                <a:cubicBezTo>
                  <a:pt x="826" y="332"/>
                  <a:pt x="824" y="342"/>
                  <a:pt x="818" y="347"/>
                </a:cubicBezTo>
                <a:close/>
                <a:moveTo>
                  <a:pt x="818" y="25"/>
                </a:moveTo>
                <a:cubicBezTo>
                  <a:pt x="818" y="46"/>
                  <a:pt x="818" y="46"/>
                  <a:pt x="818" y="46"/>
                </a:cubicBezTo>
                <a:cubicBezTo>
                  <a:pt x="813" y="49"/>
                  <a:pt x="809" y="52"/>
                  <a:pt x="805" y="55"/>
                </a:cubicBezTo>
                <a:cubicBezTo>
                  <a:pt x="805" y="24"/>
                  <a:pt x="805" y="24"/>
                  <a:pt x="805" y="24"/>
                </a:cubicBezTo>
                <a:cubicBezTo>
                  <a:pt x="810" y="24"/>
                  <a:pt x="814" y="25"/>
                  <a:pt x="818" y="25"/>
                </a:cubicBezTo>
                <a:close/>
                <a:moveTo>
                  <a:pt x="818" y="60"/>
                </a:moveTo>
                <a:cubicBezTo>
                  <a:pt x="818" y="83"/>
                  <a:pt x="818" y="83"/>
                  <a:pt x="818" y="83"/>
                </a:cubicBezTo>
                <a:cubicBezTo>
                  <a:pt x="817" y="82"/>
                  <a:pt x="816" y="81"/>
                  <a:pt x="815" y="81"/>
                </a:cubicBezTo>
                <a:cubicBezTo>
                  <a:pt x="805" y="78"/>
                  <a:pt x="799" y="64"/>
                  <a:pt x="818" y="60"/>
                </a:cubicBezTo>
                <a:close/>
                <a:moveTo>
                  <a:pt x="818" y="101"/>
                </a:moveTo>
                <a:cubicBezTo>
                  <a:pt x="818" y="157"/>
                  <a:pt x="818" y="157"/>
                  <a:pt x="818" y="157"/>
                </a:cubicBezTo>
                <a:cubicBezTo>
                  <a:pt x="814" y="156"/>
                  <a:pt x="809" y="155"/>
                  <a:pt x="805" y="153"/>
                </a:cubicBezTo>
                <a:cubicBezTo>
                  <a:pt x="805" y="139"/>
                  <a:pt x="805" y="139"/>
                  <a:pt x="805" y="139"/>
                </a:cubicBezTo>
                <a:cubicBezTo>
                  <a:pt x="812" y="133"/>
                  <a:pt x="822" y="128"/>
                  <a:pt x="812" y="128"/>
                </a:cubicBezTo>
                <a:cubicBezTo>
                  <a:pt x="810" y="128"/>
                  <a:pt x="808" y="128"/>
                  <a:pt x="805" y="128"/>
                </a:cubicBezTo>
                <a:cubicBezTo>
                  <a:pt x="805" y="104"/>
                  <a:pt x="805" y="104"/>
                  <a:pt x="805" y="104"/>
                </a:cubicBezTo>
                <a:cubicBezTo>
                  <a:pt x="811" y="104"/>
                  <a:pt x="815" y="103"/>
                  <a:pt x="818" y="101"/>
                </a:cubicBezTo>
                <a:close/>
                <a:moveTo>
                  <a:pt x="818" y="273"/>
                </a:moveTo>
                <a:cubicBezTo>
                  <a:pt x="818" y="300"/>
                  <a:pt x="818" y="300"/>
                  <a:pt x="818" y="300"/>
                </a:cubicBezTo>
                <a:cubicBezTo>
                  <a:pt x="807" y="300"/>
                  <a:pt x="802" y="306"/>
                  <a:pt x="815" y="319"/>
                </a:cubicBezTo>
                <a:cubicBezTo>
                  <a:pt x="816" y="320"/>
                  <a:pt x="817" y="321"/>
                  <a:pt x="818" y="323"/>
                </a:cubicBezTo>
                <a:cubicBezTo>
                  <a:pt x="818" y="347"/>
                  <a:pt x="818" y="347"/>
                  <a:pt x="818" y="347"/>
                </a:cubicBezTo>
                <a:cubicBezTo>
                  <a:pt x="815" y="349"/>
                  <a:pt x="811" y="350"/>
                  <a:pt x="807" y="349"/>
                </a:cubicBezTo>
                <a:cubicBezTo>
                  <a:pt x="805" y="348"/>
                  <a:pt x="805" y="348"/>
                  <a:pt x="805" y="348"/>
                </a:cubicBezTo>
                <a:cubicBezTo>
                  <a:pt x="805" y="250"/>
                  <a:pt x="805" y="250"/>
                  <a:pt x="805" y="250"/>
                </a:cubicBezTo>
                <a:cubicBezTo>
                  <a:pt x="808" y="259"/>
                  <a:pt x="810" y="269"/>
                  <a:pt x="818" y="273"/>
                </a:cubicBezTo>
                <a:close/>
                <a:moveTo>
                  <a:pt x="818" y="373"/>
                </a:moveTo>
                <a:cubicBezTo>
                  <a:pt x="818" y="479"/>
                  <a:pt x="818" y="479"/>
                  <a:pt x="818" y="479"/>
                </a:cubicBezTo>
                <a:cubicBezTo>
                  <a:pt x="814" y="479"/>
                  <a:pt x="809" y="480"/>
                  <a:pt x="805" y="482"/>
                </a:cubicBezTo>
                <a:cubicBezTo>
                  <a:pt x="805" y="388"/>
                  <a:pt x="805" y="388"/>
                  <a:pt x="805" y="388"/>
                </a:cubicBezTo>
                <a:cubicBezTo>
                  <a:pt x="806" y="388"/>
                  <a:pt x="806" y="388"/>
                  <a:pt x="807" y="388"/>
                </a:cubicBezTo>
                <a:cubicBezTo>
                  <a:pt x="818" y="384"/>
                  <a:pt x="812" y="375"/>
                  <a:pt x="818" y="373"/>
                </a:cubicBezTo>
                <a:close/>
                <a:moveTo>
                  <a:pt x="818" y="502"/>
                </a:moveTo>
                <a:cubicBezTo>
                  <a:pt x="818" y="530"/>
                  <a:pt x="818" y="530"/>
                  <a:pt x="818" y="530"/>
                </a:cubicBezTo>
                <a:cubicBezTo>
                  <a:pt x="814" y="535"/>
                  <a:pt x="810" y="539"/>
                  <a:pt x="805" y="541"/>
                </a:cubicBezTo>
                <a:cubicBezTo>
                  <a:pt x="805" y="492"/>
                  <a:pt x="805" y="492"/>
                  <a:pt x="805" y="492"/>
                </a:cubicBezTo>
                <a:cubicBezTo>
                  <a:pt x="810" y="494"/>
                  <a:pt x="815" y="498"/>
                  <a:pt x="818" y="502"/>
                </a:cubicBezTo>
                <a:close/>
                <a:moveTo>
                  <a:pt x="818" y="539"/>
                </a:moveTo>
                <a:cubicBezTo>
                  <a:pt x="818" y="539"/>
                  <a:pt x="817" y="539"/>
                  <a:pt x="817" y="540"/>
                </a:cubicBezTo>
                <a:cubicBezTo>
                  <a:pt x="809" y="541"/>
                  <a:pt x="812" y="550"/>
                  <a:pt x="818" y="552"/>
                </a:cubicBezTo>
                <a:cubicBezTo>
                  <a:pt x="818" y="539"/>
                  <a:pt x="818" y="539"/>
                  <a:pt x="818" y="539"/>
                </a:cubicBezTo>
                <a:close/>
                <a:moveTo>
                  <a:pt x="818" y="780"/>
                </a:moveTo>
                <a:cubicBezTo>
                  <a:pt x="818" y="783"/>
                  <a:pt x="818" y="783"/>
                  <a:pt x="818" y="783"/>
                </a:cubicBezTo>
                <a:cubicBezTo>
                  <a:pt x="817" y="784"/>
                  <a:pt x="815" y="784"/>
                  <a:pt x="812" y="784"/>
                </a:cubicBezTo>
                <a:cubicBezTo>
                  <a:pt x="809" y="784"/>
                  <a:pt x="807" y="784"/>
                  <a:pt x="805" y="783"/>
                </a:cubicBezTo>
                <a:cubicBezTo>
                  <a:pt x="805" y="775"/>
                  <a:pt x="805" y="775"/>
                  <a:pt x="805" y="775"/>
                </a:cubicBezTo>
                <a:cubicBezTo>
                  <a:pt x="806" y="775"/>
                  <a:pt x="806" y="775"/>
                  <a:pt x="806" y="775"/>
                </a:cubicBezTo>
                <a:cubicBezTo>
                  <a:pt x="811" y="775"/>
                  <a:pt x="816" y="778"/>
                  <a:pt x="818" y="780"/>
                </a:cubicBezTo>
                <a:close/>
                <a:moveTo>
                  <a:pt x="818" y="839"/>
                </a:moveTo>
                <a:cubicBezTo>
                  <a:pt x="818" y="1304"/>
                  <a:pt x="818" y="1304"/>
                  <a:pt x="818" y="1304"/>
                </a:cubicBezTo>
                <a:cubicBezTo>
                  <a:pt x="817" y="1306"/>
                  <a:pt x="814" y="1307"/>
                  <a:pt x="811" y="1307"/>
                </a:cubicBezTo>
                <a:cubicBezTo>
                  <a:pt x="799" y="1307"/>
                  <a:pt x="821" y="1340"/>
                  <a:pt x="815" y="1344"/>
                </a:cubicBezTo>
                <a:cubicBezTo>
                  <a:pt x="813" y="1345"/>
                  <a:pt x="809" y="1350"/>
                  <a:pt x="805" y="1356"/>
                </a:cubicBezTo>
                <a:cubicBezTo>
                  <a:pt x="805" y="840"/>
                  <a:pt x="805" y="840"/>
                  <a:pt x="805" y="840"/>
                </a:cubicBezTo>
                <a:cubicBezTo>
                  <a:pt x="806" y="840"/>
                  <a:pt x="807" y="840"/>
                  <a:pt x="808" y="840"/>
                </a:cubicBezTo>
                <a:cubicBezTo>
                  <a:pt x="811" y="840"/>
                  <a:pt x="815" y="839"/>
                  <a:pt x="818" y="839"/>
                </a:cubicBezTo>
                <a:close/>
                <a:moveTo>
                  <a:pt x="805" y="24"/>
                </a:moveTo>
                <a:cubicBezTo>
                  <a:pt x="805" y="55"/>
                  <a:pt x="805" y="55"/>
                  <a:pt x="805" y="55"/>
                </a:cubicBezTo>
                <a:cubicBezTo>
                  <a:pt x="802" y="58"/>
                  <a:pt x="799" y="62"/>
                  <a:pt x="797" y="65"/>
                </a:cubicBezTo>
                <a:cubicBezTo>
                  <a:pt x="792" y="72"/>
                  <a:pt x="783" y="78"/>
                  <a:pt x="773" y="82"/>
                </a:cubicBezTo>
                <a:cubicBezTo>
                  <a:pt x="773" y="24"/>
                  <a:pt x="773" y="24"/>
                  <a:pt x="773" y="24"/>
                </a:cubicBezTo>
                <a:cubicBezTo>
                  <a:pt x="774" y="24"/>
                  <a:pt x="776" y="24"/>
                  <a:pt x="778" y="24"/>
                </a:cubicBezTo>
                <a:cubicBezTo>
                  <a:pt x="786" y="23"/>
                  <a:pt x="795" y="23"/>
                  <a:pt x="805" y="24"/>
                </a:cubicBezTo>
                <a:close/>
                <a:moveTo>
                  <a:pt x="805" y="104"/>
                </a:moveTo>
                <a:cubicBezTo>
                  <a:pt x="805" y="128"/>
                  <a:pt x="805" y="128"/>
                  <a:pt x="805" y="128"/>
                </a:cubicBezTo>
                <a:cubicBezTo>
                  <a:pt x="794" y="128"/>
                  <a:pt x="781" y="131"/>
                  <a:pt x="773" y="130"/>
                </a:cubicBezTo>
                <a:cubicBezTo>
                  <a:pt x="773" y="110"/>
                  <a:pt x="773" y="110"/>
                  <a:pt x="773" y="110"/>
                </a:cubicBezTo>
                <a:cubicBezTo>
                  <a:pt x="777" y="104"/>
                  <a:pt x="784" y="104"/>
                  <a:pt x="803" y="104"/>
                </a:cubicBezTo>
                <a:cubicBezTo>
                  <a:pt x="804" y="104"/>
                  <a:pt x="805" y="104"/>
                  <a:pt x="805" y="104"/>
                </a:cubicBezTo>
                <a:close/>
                <a:moveTo>
                  <a:pt x="805" y="139"/>
                </a:moveTo>
                <a:cubicBezTo>
                  <a:pt x="805" y="153"/>
                  <a:pt x="805" y="153"/>
                  <a:pt x="805" y="153"/>
                </a:cubicBezTo>
                <a:cubicBezTo>
                  <a:pt x="805" y="153"/>
                  <a:pt x="805" y="153"/>
                  <a:pt x="804" y="152"/>
                </a:cubicBezTo>
                <a:cubicBezTo>
                  <a:pt x="797" y="148"/>
                  <a:pt x="800" y="143"/>
                  <a:pt x="805" y="139"/>
                </a:cubicBezTo>
                <a:close/>
                <a:moveTo>
                  <a:pt x="805" y="250"/>
                </a:moveTo>
                <a:cubicBezTo>
                  <a:pt x="805" y="348"/>
                  <a:pt x="805" y="348"/>
                  <a:pt x="805" y="348"/>
                </a:cubicBezTo>
                <a:cubicBezTo>
                  <a:pt x="798" y="345"/>
                  <a:pt x="786" y="340"/>
                  <a:pt x="773" y="336"/>
                </a:cubicBezTo>
                <a:cubicBezTo>
                  <a:pt x="773" y="225"/>
                  <a:pt x="773" y="225"/>
                  <a:pt x="773" y="225"/>
                </a:cubicBezTo>
                <a:cubicBezTo>
                  <a:pt x="779" y="227"/>
                  <a:pt x="785" y="228"/>
                  <a:pt x="789" y="229"/>
                </a:cubicBezTo>
                <a:cubicBezTo>
                  <a:pt x="799" y="232"/>
                  <a:pt x="802" y="241"/>
                  <a:pt x="805" y="250"/>
                </a:cubicBezTo>
                <a:close/>
                <a:moveTo>
                  <a:pt x="805" y="388"/>
                </a:moveTo>
                <a:cubicBezTo>
                  <a:pt x="805" y="482"/>
                  <a:pt x="805" y="482"/>
                  <a:pt x="805" y="482"/>
                </a:cubicBezTo>
                <a:cubicBezTo>
                  <a:pt x="796" y="486"/>
                  <a:pt x="790" y="490"/>
                  <a:pt x="797" y="490"/>
                </a:cubicBezTo>
                <a:cubicBezTo>
                  <a:pt x="799" y="490"/>
                  <a:pt x="802" y="491"/>
                  <a:pt x="805" y="492"/>
                </a:cubicBezTo>
                <a:cubicBezTo>
                  <a:pt x="805" y="541"/>
                  <a:pt x="805" y="541"/>
                  <a:pt x="805" y="541"/>
                </a:cubicBezTo>
                <a:cubicBezTo>
                  <a:pt x="796" y="547"/>
                  <a:pt x="787" y="549"/>
                  <a:pt x="781" y="555"/>
                </a:cubicBezTo>
                <a:cubicBezTo>
                  <a:pt x="777" y="559"/>
                  <a:pt x="775" y="563"/>
                  <a:pt x="773" y="568"/>
                </a:cubicBezTo>
                <a:cubicBezTo>
                  <a:pt x="773" y="355"/>
                  <a:pt x="773" y="355"/>
                  <a:pt x="773" y="355"/>
                </a:cubicBezTo>
                <a:cubicBezTo>
                  <a:pt x="781" y="361"/>
                  <a:pt x="788" y="368"/>
                  <a:pt x="788" y="373"/>
                </a:cubicBezTo>
                <a:cubicBezTo>
                  <a:pt x="788" y="384"/>
                  <a:pt x="793" y="391"/>
                  <a:pt x="805" y="388"/>
                </a:cubicBezTo>
                <a:close/>
                <a:moveTo>
                  <a:pt x="805" y="775"/>
                </a:moveTo>
                <a:cubicBezTo>
                  <a:pt x="805" y="783"/>
                  <a:pt x="805" y="783"/>
                  <a:pt x="805" y="783"/>
                </a:cubicBezTo>
                <a:cubicBezTo>
                  <a:pt x="794" y="781"/>
                  <a:pt x="789" y="774"/>
                  <a:pt x="805" y="775"/>
                </a:cubicBezTo>
                <a:close/>
                <a:moveTo>
                  <a:pt x="805" y="840"/>
                </a:moveTo>
                <a:cubicBezTo>
                  <a:pt x="805" y="1356"/>
                  <a:pt x="805" y="1356"/>
                  <a:pt x="805" y="1356"/>
                </a:cubicBezTo>
                <a:cubicBezTo>
                  <a:pt x="798" y="1368"/>
                  <a:pt x="789" y="1384"/>
                  <a:pt x="789" y="1384"/>
                </a:cubicBezTo>
                <a:cubicBezTo>
                  <a:pt x="789" y="1384"/>
                  <a:pt x="790" y="1402"/>
                  <a:pt x="776" y="1391"/>
                </a:cubicBezTo>
                <a:cubicBezTo>
                  <a:pt x="775" y="1390"/>
                  <a:pt x="774" y="1389"/>
                  <a:pt x="773" y="1387"/>
                </a:cubicBezTo>
                <a:cubicBezTo>
                  <a:pt x="773" y="1140"/>
                  <a:pt x="773" y="1140"/>
                  <a:pt x="773" y="1140"/>
                </a:cubicBezTo>
                <a:cubicBezTo>
                  <a:pt x="779" y="1133"/>
                  <a:pt x="787" y="1128"/>
                  <a:pt x="782" y="1119"/>
                </a:cubicBezTo>
                <a:cubicBezTo>
                  <a:pt x="775" y="1105"/>
                  <a:pt x="784" y="1088"/>
                  <a:pt x="775" y="1080"/>
                </a:cubicBezTo>
                <a:cubicBezTo>
                  <a:pt x="774" y="1079"/>
                  <a:pt x="773" y="1079"/>
                  <a:pt x="773" y="1078"/>
                </a:cubicBezTo>
                <a:cubicBezTo>
                  <a:pt x="773" y="837"/>
                  <a:pt x="773" y="837"/>
                  <a:pt x="773" y="837"/>
                </a:cubicBezTo>
                <a:cubicBezTo>
                  <a:pt x="780" y="843"/>
                  <a:pt x="794" y="840"/>
                  <a:pt x="805" y="840"/>
                </a:cubicBezTo>
                <a:close/>
                <a:moveTo>
                  <a:pt x="773" y="782"/>
                </a:moveTo>
                <a:cubicBezTo>
                  <a:pt x="773" y="764"/>
                  <a:pt x="773" y="764"/>
                  <a:pt x="773" y="764"/>
                </a:cubicBezTo>
                <a:cubicBezTo>
                  <a:pt x="774" y="764"/>
                  <a:pt x="775" y="764"/>
                  <a:pt x="777" y="764"/>
                </a:cubicBezTo>
                <a:cubicBezTo>
                  <a:pt x="788" y="763"/>
                  <a:pt x="787" y="782"/>
                  <a:pt x="775" y="782"/>
                </a:cubicBezTo>
                <a:cubicBezTo>
                  <a:pt x="774" y="782"/>
                  <a:pt x="773" y="782"/>
                  <a:pt x="773" y="782"/>
                </a:cubicBezTo>
                <a:close/>
                <a:moveTo>
                  <a:pt x="773" y="24"/>
                </a:moveTo>
                <a:cubicBezTo>
                  <a:pt x="773" y="82"/>
                  <a:pt x="773" y="82"/>
                  <a:pt x="773" y="82"/>
                </a:cubicBezTo>
                <a:cubicBezTo>
                  <a:pt x="762" y="87"/>
                  <a:pt x="751" y="89"/>
                  <a:pt x="743" y="89"/>
                </a:cubicBezTo>
                <a:cubicBezTo>
                  <a:pt x="729" y="87"/>
                  <a:pt x="738" y="123"/>
                  <a:pt x="728" y="123"/>
                </a:cubicBezTo>
                <a:cubicBezTo>
                  <a:pt x="727" y="123"/>
                  <a:pt x="726" y="123"/>
                  <a:pt x="726" y="123"/>
                </a:cubicBezTo>
                <a:cubicBezTo>
                  <a:pt x="726" y="19"/>
                  <a:pt x="726" y="19"/>
                  <a:pt x="726" y="19"/>
                </a:cubicBezTo>
                <a:cubicBezTo>
                  <a:pt x="729" y="18"/>
                  <a:pt x="731" y="18"/>
                  <a:pt x="734" y="19"/>
                </a:cubicBezTo>
                <a:cubicBezTo>
                  <a:pt x="753" y="19"/>
                  <a:pt x="754" y="25"/>
                  <a:pt x="773" y="24"/>
                </a:cubicBezTo>
                <a:close/>
                <a:moveTo>
                  <a:pt x="773" y="110"/>
                </a:moveTo>
                <a:cubicBezTo>
                  <a:pt x="770" y="112"/>
                  <a:pt x="769" y="116"/>
                  <a:pt x="767" y="121"/>
                </a:cubicBezTo>
                <a:cubicBezTo>
                  <a:pt x="765" y="127"/>
                  <a:pt x="767" y="130"/>
                  <a:pt x="773" y="130"/>
                </a:cubicBezTo>
                <a:cubicBezTo>
                  <a:pt x="773" y="110"/>
                  <a:pt x="773" y="110"/>
                  <a:pt x="773" y="110"/>
                </a:cubicBezTo>
                <a:close/>
                <a:moveTo>
                  <a:pt x="773" y="225"/>
                </a:moveTo>
                <a:cubicBezTo>
                  <a:pt x="773" y="336"/>
                  <a:pt x="773" y="336"/>
                  <a:pt x="773" y="336"/>
                </a:cubicBezTo>
                <a:cubicBezTo>
                  <a:pt x="758" y="331"/>
                  <a:pt x="743" y="327"/>
                  <a:pt x="732" y="326"/>
                </a:cubicBezTo>
                <a:cubicBezTo>
                  <a:pt x="729" y="326"/>
                  <a:pt x="727" y="326"/>
                  <a:pt x="726" y="326"/>
                </a:cubicBezTo>
                <a:cubicBezTo>
                  <a:pt x="726" y="306"/>
                  <a:pt x="726" y="306"/>
                  <a:pt x="726" y="306"/>
                </a:cubicBezTo>
                <a:cubicBezTo>
                  <a:pt x="743" y="303"/>
                  <a:pt x="739" y="289"/>
                  <a:pt x="750" y="280"/>
                </a:cubicBezTo>
                <a:cubicBezTo>
                  <a:pt x="762" y="271"/>
                  <a:pt x="762" y="271"/>
                  <a:pt x="743" y="258"/>
                </a:cubicBezTo>
                <a:cubicBezTo>
                  <a:pt x="738" y="254"/>
                  <a:pt x="732" y="251"/>
                  <a:pt x="726" y="249"/>
                </a:cubicBezTo>
                <a:cubicBezTo>
                  <a:pt x="726" y="210"/>
                  <a:pt x="726" y="210"/>
                  <a:pt x="726" y="210"/>
                </a:cubicBezTo>
                <a:cubicBezTo>
                  <a:pt x="734" y="214"/>
                  <a:pt x="756" y="221"/>
                  <a:pt x="773" y="225"/>
                </a:cubicBezTo>
                <a:close/>
                <a:moveTo>
                  <a:pt x="773" y="355"/>
                </a:moveTo>
                <a:cubicBezTo>
                  <a:pt x="773" y="568"/>
                  <a:pt x="773" y="568"/>
                  <a:pt x="773" y="568"/>
                </a:cubicBezTo>
                <a:cubicBezTo>
                  <a:pt x="769" y="574"/>
                  <a:pt x="765" y="580"/>
                  <a:pt x="756" y="580"/>
                </a:cubicBezTo>
                <a:cubicBezTo>
                  <a:pt x="742" y="580"/>
                  <a:pt x="734" y="612"/>
                  <a:pt x="734" y="624"/>
                </a:cubicBezTo>
                <a:cubicBezTo>
                  <a:pt x="734" y="629"/>
                  <a:pt x="731" y="632"/>
                  <a:pt x="726" y="636"/>
                </a:cubicBezTo>
                <a:cubicBezTo>
                  <a:pt x="726" y="342"/>
                  <a:pt x="726" y="342"/>
                  <a:pt x="726" y="342"/>
                </a:cubicBezTo>
                <a:cubicBezTo>
                  <a:pt x="727" y="341"/>
                  <a:pt x="729" y="341"/>
                  <a:pt x="732" y="341"/>
                </a:cubicBezTo>
                <a:cubicBezTo>
                  <a:pt x="744" y="339"/>
                  <a:pt x="761" y="346"/>
                  <a:pt x="773" y="355"/>
                </a:cubicBezTo>
                <a:close/>
                <a:moveTo>
                  <a:pt x="773" y="764"/>
                </a:moveTo>
                <a:cubicBezTo>
                  <a:pt x="773" y="782"/>
                  <a:pt x="773" y="782"/>
                  <a:pt x="773" y="782"/>
                </a:cubicBezTo>
                <a:cubicBezTo>
                  <a:pt x="762" y="780"/>
                  <a:pt x="752" y="766"/>
                  <a:pt x="773" y="764"/>
                </a:cubicBezTo>
                <a:close/>
                <a:moveTo>
                  <a:pt x="773" y="837"/>
                </a:moveTo>
                <a:cubicBezTo>
                  <a:pt x="773" y="1078"/>
                  <a:pt x="773" y="1078"/>
                  <a:pt x="773" y="1078"/>
                </a:cubicBezTo>
                <a:cubicBezTo>
                  <a:pt x="764" y="1069"/>
                  <a:pt x="753" y="1050"/>
                  <a:pt x="739" y="1050"/>
                </a:cubicBezTo>
                <a:cubicBezTo>
                  <a:pt x="725" y="1050"/>
                  <a:pt x="728" y="1036"/>
                  <a:pt x="728" y="1024"/>
                </a:cubicBezTo>
                <a:cubicBezTo>
                  <a:pt x="728" y="1022"/>
                  <a:pt x="727" y="1020"/>
                  <a:pt x="726" y="1018"/>
                </a:cubicBezTo>
                <a:cubicBezTo>
                  <a:pt x="726" y="892"/>
                  <a:pt x="726" y="892"/>
                  <a:pt x="726" y="892"/>
                </a:cubicBezTo>
                <a:cubicBezTo>
                  <a:pt x="727" y="889"/>
                  <a:pt x="727" y="886"/>
                  <a:pt x="726" y="883"/>
                </a:cubicBezTo>
                <a:cubicBezTo>
                  <a:pt x="726" y="841"/>
                  <a:pt x="726" y="841"/>
                  <a:pt x="726" y="841"/>
                </a:cubicBezTo>
                <a:cubicBezTo>
                  <a:pt x="732" y="841"/>
                  <a:pt x="739" y="841"/>
                  <a:pt x="743" y="838"/>
                </a:cubicBezTo>
                <a:cubicBezTo>
                  <a:pt x="754" y="832"/>
                  <a:pt x="764" y="819"/>
                  <a:pt x="769" y="832"/>
                </a:cubicBezTo>
                <a:cubicBezTo>
                  <a:pt x="770" y="834"/>
                  <a:pt x="771" y="835"/>
                  <a:pt x="773" y="837"/>
                </a:cubicBezTo>
                <a:close/>
                <a:moveTo>
                  <a:pt x="773" y="1140"/>
                </a:moveTo>
                <a:cubicBezTo>
                  <a:pt x="773" y="1387"/>
                  <a:pt x="773" y="1387"/>
                  <a:pt x="773" y="1387"/>
                </a:cubicBezTo>
                <a:cubicBezTo>
                  <a:pt x="760" y="1373"/>
                  <a:pt x="751" y="1342"/>
                  <a:pt x="746" y="1332"/>
                </a:cubicBezTo>
                <a:cubicBezTo>
                  <a:pt x="741" y="1322"/>
                  <a:pt x="747" y="1320"/>
                  <a:pt x="755" y="1307"/>
                </a:cubicBezTo>
                <a:cubicBezTo>
                  <a:pt x="763" y="1294"/>
                  <a:pt x="762" y="1284"/>
                  <a:pt x="754" y="1261"/>
                </a:cubicBezTo>
                <a:cubicBezTo>
                  <a:pt x="746" y="1237"/>
                  <a:pt x="749" y="1219"/>
                  <a:pt x="760" y="1210"/>
                </a:cubicBezTo>
                <a:cubicBezTo>
                  <a:pt x="772" y="1201"/>
                  <a:pt x="765" y="1171"/>
                  <a:pt x="765" y="1154"/>
                </a:cubicBezTo>
                <a:cubicBezTo>
                  <a:pt x="765" y="1148"/>
                  <a:pt x="769" y="1143"/>
                  <a:pt x="773" y="1140"/>
                </a:cubicBezTo>
                <a:close/>
                <a:moveTo>
                  <a:pt x="726" y="758"/>
                </a:moveTo>
                <a:cubicBezTo>
                  <a:pt x="726" y="748"/>
                  <a:pt x="726" y="748"/>
                  <a:pt x="726" y="748"/>
                </a:cubicBezTo>
                <a:cubicBezTo>
                  <a:pt x="738" y="749"/>
                  <a:pt x="746" y="759"/>
                  <a:pt x="734" y="759"/>
                </a:cubicBezTo>
                <a:cubicBezTo>
                  <a:pt x="731" y="759"/>
                  <a:pt x="728" y="759"/>
                  <a:pt x="726" y="758"/>
                </a:cubicBezTo>
                <a:close/>
                <a:moveTo>
                  <a:pt x="726" y="727"/>
                </a:moveTo>
                <a:cubicBezTo>
                  <a:pt x="726" y="711"/>
                  <a:pt x="726" y="711"/>
                  <a:pt x="726" y="711"/>
                </a:cubicBezTo>
                <a:cubicBezTo>
                  <a:pt x="739" y="716"/>
                  <a:pt x="748" y="735"/>
                  <a:pt x="738" y="729"/>
                </a:cubicBezTo>
                <a:cubicBezTo>
                  <a:pt x="733" y="726"/>
                  <a:pt x="729" y="726"/>
                  <a:pt x="726" y="727"/>
                </a:cubicBezTo>
                <a:close/>
                <a:moveTo>
                  <a:pt x="726" y="282"/>
                </a:moveTo>
                <a:cubicBezTo>
                  <a:pt x="727" y="282"/>
                  <a:pt x="729" y="281"/>
                  <a:pt x="731" y="280"/>
                </a:cubicBezTo>
                <a:cubicBezTo>
                  <a:pt x="742" y="272"/>
                  <a:pt x="735" y="265"/>
                  <a:pt x="726" y="265"/>
                </a:cubicBezTo>
                <a:cubicBezTo>
                  <a:pt x="726" y="282"/>
                  <a:pt x="726" y="282"/>
                  <a:pt x="726" y="282"/>
                </a:cubicBezTo>
                <a:close/>
                <a:moveTo>
                  <a:pt x="726" y="203"/>
                </a:moveTo>
                <a:cubicBezTo>
                  <a:pt x="726" y="194"/>
                  <a:pt x="726" y="194"/>
                  <a:pt x="726" y="194"/>
                </a:cubicBezTo>
                <a:cubicBezTo>
                  <a:pt x="733" y="198"/>
                  <a:pt x="735" y="201"/>
                  <a:pt x="726" y="203"/>
                </a:cubicBezTo>
                <a:cubicBezTo>
                  <a:pt x="726" y="203"/>
                  <a:pt x="726" y="203"/>
                  <a:pt x="726" y="203"/>
                </a:cubicBezTo>
                <a:close/>
                <a:moveTo>
                  <a:pt x="726" y="19"/>
                </a:moveTo>
                <a:cubicBezTo>
                  <a:pt x="726" y="123"/>
                  <a:pt x="726" y="123"/>
                  <a:pt x="726" y="123"/>
                </a:cubicBezTo>
                <a:cubicBezTo>
                  <a:pt x="717" y="126"/>
                  <a:pt x="708" y="144"/>
                  <a:pt x="695" y="149"/>
                </a:cubicBezTo>
                <a:cubicBezTo>
                  <a:pt x="695" y="77"/>
                  <a:pt x="695" y="77"/>
                  <a:pt x="695" y="77"/>
                </a:cubicBezTo>
                <a:cubicBezTo>
                  <a:pt x="708" y="74"/>
                  <a:pt x="709" y="68"/>
                  <a:pt x="695" y="66"/>
                </a:cubicBezTo>
                <a:cubicBezTo>
                  <a:pt x="695" y="25"/>
                  <a:pt x="695" y="25"/>
                  <a:pt x="695" y="25"/>
                </a:cubicBezTo>
                <a:cubicBezTo>
                  <a:pt x="706" y="22"/>
                  <a:pt x="716" y="19"/>
                  <a:pt x="726" y="19"/>
                </a:cubicBezTo>
                <a:close/>
                <a:moveTo>
                  <a:pt x="726" y="194"/>
                </a:moveTo>
                <a:cubicBezTo>
                  <a:pt x="726" y="203"/>
                  <a:pt x="726" y="203"/>
                  <a:pt x="726" y="203"/>
                </a:cubicBezTo>
                <a:cubicBezTo>
                  <a:pt x="720" y="205"/>
                  <a:pt x="721" y="207"/>
                  <a:pt x="726" y="210"/>
                </a:cubicBezTo>
                <a:cubicBezTo>
                  <a:pt x="726" y="249"/>
                  <a:pt x="726" y="249"/>
                  <a:pt x="726" y="249"/>
                </a:cubicBezTo>
                <a:cubicBezTo>
                  <a:pt x="716" y="246"/>
                  <a:pt x="705" y="245"/>
                  <a:pt x="695" y="244"/>
                </a:cubicBezTo>
                <a:cubicBezTo>
                  <a:pt x="695" y="186"/>
                  <a:pt x="695" y="186"/>
                  <a:pt x="695" y="186"/>
                </a:cubicBezTo>
                <a:cubicBezTo>
                  <a:pt x="706" y="188"/>
                  <a:pt x="718" y="191"/>
                  <a:pt x="726" y="194"/>
                </a:cubicBezTo>
                <a:close/>
                <a:moveTo>
                  <a:pt x="726" y="265"/>
                </a:moveTo>
                <a:cubicBezTo>
                  <a:pt x="726" y="282"/>
                  <a:pt x="726" y="282"/>
                  <a:pt x="726" y="282"/>
                </a:cubicBezTo>
                <a:cubicBezTo>
                  <a:pt x="715" y="285"/>
                  <a:pt x="709" y="274"/>
                  <a:pt x="721" y="266"/>
                </a:cubicBezTo>
                <a:cubicBezTo>
                  <a:pt x="723" y="266"/>
                  <a:pt x="724" y="266"/>
                  <a:pt x="726" y="265"/>
                </a:cubicBezTo>
                <a:close/>
                <a:moveTo>
                  <a:pt x="726" y="306"/>
                </a:moveTo>
                <a:cubicBezTo>
                  <a:pt x="726" y="326"/>
                  <a:pt x="726" y="326"/>
                  <a:pt x="726" y="326"/>
                </a:cubicBezTo>
                <a:cubicBezTo>
                  <a:pt x="709" y="322"/>
                  <a:pt x="706" y="307"/>
                  <a:pt x="724" y="306"/>
                </a:cubicBezTo>
                <a:cubicBezTo>
                  <a:pt x="724" y="306"/>
                  <a:pt x="725" y="306"/>
                  <a:pt x="726" y="306"/>
                </a:cubicBezTo>
                <a:close/>
                <a:moveTo>
                  <a:pt x="726" y="342"/>
                </a:moveTo>
                <a:cubicBezTo>
                  <a:pt x="726" y="636"/>
                  <a:pt x="726" y="636"/>
                  <a:pt x="726" y="636"/>
                </a:cubicBezTo>
                <a:cubicBezTo>
                  <a:pt x="718" y="642"/>
                  <a:pt x="707" y="648"/>
                  <a:pt x="703" y="654"/>
                </a:cubicBezTo>
                <a:cubicBezTo>
                  <a:pt x="697" y="664"/>
                  <a:pt x="702" y="675"/>
                  <a:pt x="702" y="693"/>
                </a:cubicBezTo>
                <a:cubicBezTo>
                  <a:pt x="702" y="703"/>
                  <a:pt x="700" y="707"/>
                  <a:pt x="695" y="704"/>
                </a:cubicBezTo>
                <a:cubicBezTo>
                  <a:pt x="695" y="463"/>
                  <a:pt x="695" y="463"/>
                  <a:pt x="695" y="463"/>
                </a:cubicBezTo>
                <a:cubicBezTo>
                  <a:pt x="699" y="470"/>
                  <a:pt x="704" y="471"/>
                  <a:pt x="704" y="459"/>
                </a:cubicBezTo>
                <a:cubicBezTo>
                  <a:pt x="706" y="434"/>
                  <a:pt x="706" y="419"/>
                  <a:pt x="716" y="419"/>
                </a:cubicBezTo>
                <a:cubicBezTo>
                  <a:pt x="726" y="419"/>
                  <a:pt x="717" y="406"/>
                  <a:pt x="714" y="388"/>
                </a:cubicBezTo>
                <a:cubicBezTo>
                  <a:pt x="710" y="371"/>
                  <a:pt x="706" y="348"/>
                  <a:pt x="726" y="342"/>
                </a:cubicBezTo>
                <a:close/>
                <a:moveTo>
                  <a:pt x="726" y="711"/>
                </a:moveTo>
                <a:cubicBezTo>
                  <a:pt x="726" y="727"/>
                  <a:pt x="726" y="727"/>
                  <a:pt x="726" y="727"/>
                </a:cubicBezTo>
                <a:cubicBezTo>
                  <a:pt x="721" y="729"/>
                  <a:pt x="717" y="731"/>
                  <a:pt x="713" y="729"/>
                </a:cubicBezTo>
                <a:cubicBezTo>
                  <a:pt x="705" y="725"/>
                  <a:pt x="708" y="712"/>
                  <a:pt x="720" y="710"/>
                </a:cubicBezTo>
                <a:cubicBezTo>
                  <a:pt x="722" y="710"/>
                  <a:pt x="724" y="710"/>
                  <a:pt x="726" y="711"/>
                </a:cubicBezTo>
                <a:close/>
                <a:moveTo>
                  <a:pt x="726" y="748"/>
                </a:moveTo>
                <a:cubicBezTo>
                  <a:pt x="726" y="758"/>
                  <a:pt x="726" y="758"/>
                  <a:pt x="726" y="758"/>
                </a:cubicBezTo>
                <a:cubicBezTo>
                  <a:pt x="717" y="755"/>
                  <a:pt x="712" y="748"/>
                  <a:pt x="723" y="748"/>
                </a:cubicBezTo>
                <a:cubicBezTo>
                  <a:pt x="724" y="748"/>
                  <a:pt x="725" y="748"/>
                  <a:pt x="726" y="748"/>
                </a:cubicBezTo>
                <a:close/>
                <a:moveTo>
                  <a:pt x="726" y="841"/>
                </a:moveTo>
                <a:cubicBezTo>
                  <a:pt x="726" y="883"/>
                  <a:pt x="726" y="883"/>
                  <a:pt x="726" y="883"/>
                </a:cubicBezTo>
                <a:cubicBezTo>
                  <a:pt x="724" y="877"/>
                  <a:pt x="721" y="872"/>
                  <a:pt x="719" y="867"/>
                </a:cubicBezTo>
                <a:cubicBezTo>
                  <a:pt x="716" y="861"/>
                  <a:pt x="706" y="862"/>
                  <a:pt x="695" y="862"/>
                </a:cubicBezTo>
                <a:cubicBezTo>
                  <a:pt x="695" y="841"/>
                  <a:pt x="695" y="841"/>
                  <a:pt x="695" y="841"/>
                </a:cubicBezTo>
                <a:cubicBezTo>
                  <a:pt x="698" y="842"/>
                  <a:pt x="702" y="842"/>
                  <a:pt x="704" y="841"/>
                </a:cubicBezTo>
                <a:cubicBezTo>
                  <a:pt x="710" y="839"/>
                  <a:pt x="718" y="840"/>
                  <a:pt x="726" y="841"/>
                </a:cubicBezTo>
                <a:close/>
                <a:moveTo>
                  <a:pt x="726" y="892"/>
                </a:moveTo>
                <a:cubicBezTo>
                  <a:pt x="726" y="1018"/>
                  <a:pt x="726" y="1018"/>
                  <a:pt x="726" y="1018"/>
                </a:cubicBezTo>
                <a:cubicBezTo>
                  <a:pt x="720" y="1007"/>
                  <a:pt x="704" y="994"/>
                  <a:pt x="695" y="982"/>
                </a:cubicBezTo>
                <a:cubicBezTo>
                  <a:pt x="695" y="927"/>
                  <a:pt x="695" y="927"/>
                  <a:pt x="695" y="927"/>
                </a:cubicBezTo>
                <a:cubicBezTo>
                  <a:pt x="696" y="927"/>
                  <a:pt x="696" y="927"/>
                  <a:pt x="697" y="927"/>
                </a:cubicBezTo>
                <a:cubicBezTo>
                  <a:pt x="711" y="920"/>
                  <a:pt x="704" y="901"/>
                  <a:pt x="719" y="897"/>
                </a:cubicBezTo>
                <a:cubicBezTo>
                  <a:pt x="722" y="896"/>
                  <a:pt x="725" y="894"/>
                  <a:pt x="726" y="892"/>
                </a:cubicBezTo>
                <a:close/>
                <a:moveTo>
                  <a:pt x="695" y="745"/>
                </a:moveTo>
                <a:cubicBezTo>
                  <a:pt x="695" y="732"/>
                  <a:pt x="695" y="732"/>
                  <a:pt x="695" y="732"/>
                </a:cubicBezTo>
                <a:cubicBezTo>
                  <a:pt x="707" y="735"/>
                  <a:pt x="713" y="748"/>
                  <a:pt x="700" y="746"/>
                </a:cubicBezTo>
                <a:cubicBezTo>
                  <a:pt x="698" y="746"/>
                  <a:pt x="697" y="746"/>
                  <a:pt x="695" y="745"/>
                </a:cubicBezTo>
                <a:close/>
                <a:moveTo>
                  <a:pt x="695" y="331"/>
                </a:moveTo>
                <a:cubicBezTo>
                  <a:pt x="695" y="323"/>
                  <a:pt x="695" y="323"/>
                  <a:pt x="695" y="323"/>
                </a:cubicBezTo>
                <a:cubicBezTo>
                  <a:pt x="698" y="327"/>
                  <a:pt x="699" y="331"/>
                  <a:pt x="695" y="331"/>
                </a:cubicBezTo>
                <a:close/>
                <a:moveTo>
                  <a:pt x="695" y="178"/>
                </a:moveTo>
                <a:cubicBezTo>
                  <a:pt x="695" y="162"/>
                  <a:pt x="695" y="162"/>
                  <a:pt x="695" y="162"/>
                </a:cubicBezTo>
                <a:cubicBezTo>
                  <a:pt x="707" y="165"/>
                  <a:pt x="714" y="169"/>
                  <a:pt x="707" y="173"/>
                </a:cubicBezTo>
                <a:cubicBezTo>
                  <a:pt x="704" y="175"/>
                  <a:pt x="700" y="177"/>
                  <a:pt x="695" y="178"/>
                </a:cubicBezTo>
                <a:close/>
                <a:moveTo>
                  <a:pt x="695" y="25"/>
                </a:moveTo>
                <a:cubicBezTo>
                  <a:pt x="695" y="66"/>
                  <a:pt x="695" y="66"/>
                  <a:pt x="695" y="66"/>
                </a:cubicBezTo>
                <a:cubicBezTo>
                  <a:pt x="693" y="66"/>
                  <a:pt x="689" y="65"/>
                  <a:pt x="685" y="65"/>
                </a:cubicBezTo>
                <a:cubicBezTo>
                  <a:pt x="681" y="65"/>
                  <a:pt x="677" y="65"/>
                  <a:pt x="674" y="66"/>
                </a:cubicBezTo>
                <a:cubicBezTo>
                  <a:pt x="674" y="32"/>
                  <a:pt x="674" y="32"/>
                  <a:pt x="674" y="32"/>
                </a:cubicBezTo>
                <a:cubicBezTo>
                  <a:pt x="681" y="30"/>
                  <a:pt x="688" y="27"/>
                  <a:pt x="695" y="25"/>
                </a:cubicBezTo>
                <a:close/>
                <a:moveTo>
                  <a:pt x="695" y="77"/>
                </a:moveTo>
                <a:cubicBezTo>
                  <a:pt x="695" y="149"/>
                  <a:pt x="695" y="149"/>
                  <a:pt x="695" y="149"/>
                </a:cubicBezTo>
                <a:cubicBezTo>
                  <a:pt x="693" y="149"/>
                  <a:pt x="691" y="150"/>
                  <a:pt x="689" y="150"/>
                </a:cubicBezTo>
                <a:cubicBezTo>
                  <a:pt x="685" y="150"/>
                  <a:pt x="679" y="150"/>
                  <a:pt x="674" y="151"/>
                </a:cubicBezTo>
                <a:cubicBezTo>
                  <a:pt x="674" y="81"/>
                  <a:pt x="674" y="81"/>
                  <a:pt x="674" y="81"/>
                </a:cubicBezTo>
                <a:cubicBezTo>
                  <a:pt x="674" y="81"/>
                  <a:pt x="675" y="81"/>
                  <a:pt x="676" y="81"/>
                </a:cubicBezTo>
                <a:cubicBezTo>
                  <a:pt x="684" y="80"/>
                  <a:pt x="690" y="79"/>
                  <a:pt x="695" y="77"/>
                </a:cubicBezTo>
                <a:close/>
                <a:moveTo>
                  <a:pt x="695" y="162"/>
                </a:moveTo>
                <a:cubicBezTo>
                  <a:pt x="695" y="178"/>
                  <a:pt x="695" y="178"/>
                  <a:pt x="695" y="178"/>
                </a:cubicBezTo>
                <a:cubicBezTo>
                  <a:pt x="689" y="179"/>
                  <a:pt x="681" y="179"/>
                  <a:pt x="674" y="178"/>
                </a:cubicBezTo>
                <a:cubicBezTo>
                  <a:pt x="674" y="159"/>
                  <a:pt x="674" y="159"/>
                  <a:pt x="674" y="159"/>
                </a:cubicBezTo>
                <a:cubicBezTo>
                  <a:pt x="681" y="160"/>
                  <a:pt x="689" y="161"/>
                  <a:pt x="695" y="162"/>
                </a:cubicBezTo>
                <a:close/>
                <a:moveTo>
                  <a:pt x="695" y="186"/>
                </a:moveTo>
                <a:cubicBezTo>
                  <a:pt x="695" y="244"/>
                  <a:pt x="695" y="244"/>
                  <a:pt x="695" y="244"/>
                </a:cubicBezTo>
                <a:cubicBezTo>
                  <a:pt x="688" y="243"/>
                  <a:pt x="682" y="243"/>
                  <a:pt x="677" y="243"/>
                </a:cubicBezTo>
                <a:cubicBezTo>
                  <a:pt x="676" y="243"/>
                  <a:pt x="675" y="243"/>
                  <a:pt x="674" y="243"/>
                </a:cubicBezTo>
                <a:cubicBezTo>
                  <a:pt x="674" y="185"/>
                  <a:pt x="674" y="185"/>
                  <a:pt x="674" y="185"/>
                </a:cubicBezTo>
                <a:cubicBezTo>
                  <a:pt x="675" y="185"/>
                  <a:pt x="677" y="185"/>
                  <a:pt x="678" y="185"/>
                </a:cubicBezTo>
                <a:cubicBezTo>
                  <a:pt x="683" y="185"/>
                  <a:pt x="689" y="185"/>
                  <a:pt x="695" y="186"/>
                </a:cubicBezTo>
                <a:close/>
                <a:moveTo>
                  <a:pt x="695" y="323"/>
                </a:moveTo>
                <a:cubicBezTo>
                  <a:pt x="695" y="331"/>
                  <a:pt x="695" y="331"/>
                  <a:pt x="695" y="331"/>
                </a:cubicBezTo>
                <a:cubicBezTo>
                  <a:pt x="694" y="331"/>
                  <a:pt x="693" y="331"/>
                  <a:pt x="691" y="330"/>
                </a:cubicBezTo>
                <a:cubicBezTo>
                  <a:pt x="685" y="328"/>
                  <a:pt x="679" y="330"/>
                  <a:pt x="674" y="332"/>
                </a:cubicBezTo>
                <a:cubicBezTo>
                  <a:pt x="674" y="307"/>
                  <a:pt x="674" y="307"/>
                  <a:pt x="674" y="307"/>
                </a:cubicBezTo>
                <a:cubicBezTo>
                  <a:pt x="682" y="309"/>
                  <a:pt x="691" y="317"/>
                  <a:pt x="695" y="323"/>
                </a:cubicBezTo>
                <a:close/>
                <a:moveTo>
                  <a:pt x="695" y="463"/>
                </a:moveTo>
                <a:cubicBezTo>
                  <a:pt x="695" y="704"/>
                  <a:pt x="695" y="704"/>
                  <a:pt x="695" y="704"/>
                </a:cubicBezTo>
                <a:cubicBezTo>
                  <a:pt x="692" y="703"/>
                  <a:pt x="687" y="697"/>
                  <a:pt x="680" y="688"/>
                </a:cubicBezTo>
                <a:cubicBezTo>
                  <a:pt x="678" y="685"/>
                  <a:pt x="676" y="683"/>
                  <a:pt x="674" y="681"/>
                </a:cubicBezTo>
                <a:cubicBezTo>
                  <a:pt x="674" y="428"/>
                  <a:pt x="674" y="428"/>
                  <a:pt x="674" y="428"/>
                </a:cubicBezTo>
                <a:cubicBezTo>
                  <a:pt x="682" y="431"/>
                  <a:pt x="688" y="435"/>
                  <a:pt x="688" y="441"/>
                </a:cubicBezTo>
                <a:cubicBezTo>
                  <a:pt x="688" y="447"/>
                  <a:pt x="691" y="457"/>
                  <a:pt x="695" y="463"/>
                </a:cubicBezTo>
                <a:close/>
                <a:moveTo>
                  <a:pt x="695" y="732"/>
                </a:moveTo>
                <a:cubicBezTo>
                  <a:pt x="695" y="745"/>
                  <a:pt x="695" y="745"/>
                  <a:pt x="695" y="745"/>
                </a:cubicBezTo>
                <a:cubicBezTo>
                  <a:pt x="683" y="742"/>
                  <a:pt x="677" y="730"/>
                  <a:pt x="691" y="732"/>
                </a:cubicBezTo>
                <a:cubicBezTo>
                  <a:pt x="693" y="732"/>
                  <a:pt x="694" y="732"/>
                  <a:pt x="695" y="732"/>
                </a:cubicBezTo>
                <a:close/>
                <a:moveTo>
                  <a:pt x="695" y="841"/>
                </a:moveTo>
                <a:cubicBezTo>
                  <a:pt x="695" y="862"/>
                  <a:pt x="695" y="862"/>
                  <a:pt x="695" y="862"/>
                </a:cubicBezTo>
                <a:cubicBezTo>
                  <a:pt x="686" y="862"/>
                  <a:pt x="678" y="861"/>
                  <a:pt x="675" y="857"/>
                </a:cubicBezTo>
                <a:cubicBezTo>
                  <a:pt x="674" y="856"/>
                  <a:pt x="674" y="856"/>
                  <a:pt x="674" y="855"/>
                </a:cubicBezTo>
                <a:cubicBezTo>
                  <a:pt x="674" y="824"/>
                  <a:pt x="674" y="824"/>
                  <a:pt x="674" y="824"/>
                </a:cubicBezTo>
                <a:cubicBezTo>
                  <a:pt x="679" y="833"/>
                  <a:pt x="687" y="840"/>
                  <a:pt x="695" y="841"/>
                </a:cubicBezTo>
                <a:close/>
                <a:moveTo>
                  <a:pt x="695" y="927"/>
                </a:moveTo>
                <a:cubicBezTo>
                  <a:pt x="695" y="982"/>
                  <a:pt x="695" y="982"/>
                  <a:pt x="695" y="982"/>
                </a:cubicBezTo>
                <a:cubicBezTo>
                  <a:pt x="694" y="980"/>
                  <a:pt x="692" y="978"/>
                  <a:pt x="691" y="976"/>
                </a:cubicBezTo>
                <a:cubicBezTo>
                  <a:pt x="684" y="961"/>
                  <a:pt x="682" y="935"/>
                  <a:pt x="695" y="927"/>
                </a:cubicBezTo>
                <a:close/>
                <a:moveTo>
                  <a:pt x="674" y="345"/>
                </a:moveTo>
                <a:cubicBezTo>
                  <a:pt x="674" y="342"/>
                  <a:pt x="674" y="342"/>
                  <a:pt x="674" y="342"/>
                </a:cubicBezTo>
                <a:cubicBezTo>
                  <a:pt x="674" y="341"/>
                  <a:pt x="677" y="339"/>
                  <a:pt x="682" y="338"/>
                </a:cubicBezTo>
                <a:cubicBezTo>
                  <a:pt x="699" y="334"/>
                  <a:pt x="697" y="347"/>
                  <a:pt x="689" y="350"/>
                </a:cubicBezTo>
                <a:cubicBezTo>
                  <a:pt x="684" y="352"/>
                  <a:pt x="675" y="349"/>
                  <a:pt x="674" y="345"/>
                </a:cubicBezTo>
                <a:close/>
                <a:moveTo>
                  <a:pt x="674" y="296"/>
                </a:moveTo>
                <a:cubicBezTo>
                  <a:pt x="674" y="252"/>
                  <a:pt x="674" y="252"/>
                  <a:pt x="674" y="252"/>
                </a:cubicBezTo>
                <a:cubicBezTo>
                  <a:pt x="675" y="252"/>
                  <a:pt x="676" y="252"/>
                  <a:pt x="677" y="252"/>
                </a:cubicBezTo>
                <a:cubicBezTo>
                  <a:pt x="691" y="254"/>
                  <a:pt x="699" y="295"/>
                  <a:pt x="684" y="295"/>
                </a:cubicBezTo>
                <a:cubicBezTo>
                  <a:pt x="680" y="295"/>
                  <a:pt x="677" y="296"/>
                  <a:pt x="674" y="296"/>
                </a:cubicBezTo>
                <a:close/>
                <a:moveTo>
                  <a:pt x="674" y="32"/>
                </a:moveTo>
                <a:cubicBezTo>
                  <a:pt x="674" y="66"/>
                  <a:pt x="674" y="66"/>
                  <a:pt x="674" y="66"/>
                </a:cubicBezTo>
                <a:cubicBezTo>
                  <a:pt x="652" y="66"/>
                  <a:pt x="650" y="68"/>
                  <a:pt x="633" y="63"/>
                </a:cubicBezTo>
                <a:cubicBezTo>
                  <a:pt x="631" y="62"/>
                  <a:pt x="628" y="61"/>
                  <a:pt x="626" y="60"/>
                </a:cubicBezTo>
                <a:cubicBezTo>
                  <a:pt x="626" y="43"/>
                  <a:pt x="626" y="43"/>
                  <a:pt x="626" y="43"/>
                </a:cubicBezTo>
                <a:cubicBezTo>
                  <a:pt x="627" y="43"/>
                  <a:pt x="628" y="43"/>
                  <a:pt x="629" y="43"/>
                </a:cubicBezTo>
                <a:cubicBezTo>
                  <a:pt x="643" y="43"/>
                  <a:pt x="658" y="38"/>
                  <a:pt x="674" y="32"/>
                </a:cubicBezTo>
                <a:close/>
                <a:moveTo>
                  <a:pt x="674" y="81"/>
                </a:moveTo>
                <a:cubicBezTo>
                  <a:pt x="674" y="151"/>
                  <a:pt x="674" y="151"/>
                  <a:pt x="674" y="151"/>
                </a:cubicBezTo>
                <a:cubicBezTo>
                  <a:pt x="656" y="153"/>
                  <a:pt x="635" y="157"/>
                  <a:pt x="637" y="145"/>
                </a:cubicBezTo>
                <a:cubicBezTo>
                  <a:pt x="639" y="129"/>
                  <a:pt x="649" y="117"/>
                  <a:pt x="664" y="112"/>
                </a:cubicBezTo>
                <a:cubicBezTo>
                  <a:pt x="679" y="107"/>
                  <a:pt x="645" y="85"/>
                  <a:pt x="674" y="81"/>
                </a:cubicBezTo>
                <a:close/>
                <a:moveTo>
                  <a:pt x="674" y="159"/>
                </a:moveTo>
                <a:cubicBezTo>
                  <a:pt x="662" y="158"/>
                  <a:pt x="651" y="157"/>
                  <a:pt x="643" y="158"/>
                </a:cubicBezTo>
                <a:cubicBezTo>
                  <a:pt x="635" y="158"/>
                  <a:pt x="630" y="156"/>
                  <a:pt x="626" y="154"/>
                </a:cubicBezTo>
                <a:cubicBezTo>
                  <a:pt x="626" y="176"/>
                  <a:pt x="626" y="176"/>
                  <a:pt x="626" y="176"/>
                </a:cubicBezTo>
                <a:cubicBezTo>
                  <a:pt x="630" y="175"/>
                  <a:pt x="634" y="174"/>
                  <a:pt x="641" y="174"/>
                </a:cubicBezTo>
                <a:cubicBezTo>
                  <a:pt x="650" y="175"/>
                  <a:pt x="662" y="177"/>
                  <a:pt x="674" y="178"/>
                </a:cubicBezTo>
                <a:cubicBezTo>
                  <a:pt x="674" y="159"/>
                  <a:pt x="674" y="159"/>
                  <a:pt x="674" y="159"/>
                </a:cubicBezTo>
                <a:close/>
                <a:moveTo>
                  <a:pt x="674" y="185"/>
                </a:moveTo>
                <a:cubicBezTo>
                  <a:pt x="674" y="243"/>
                  <a:pt x="674" y="243"/>
                  <a:pt x="674" y="243"/>
                </a:cubicBezTo>
                <a:cubicBezTo>
                  <a:pt x="657" y="241"/>
                  <a:pt x="634" y="226"/>
                  <a:pt x="634" y="213"/>
                </a:cubicBezTo>
                <a:cubicBezTo>
                  <a:pt x="634" y="201"/>
                  <a:pt x="643" y="187"/>
                  <a:pt x="674" y="185"/>
                </a:cubicBezTo>
                <a:close/>
                <a:moveTo>
                  <a:pt x="674" y="252"/>
                </a:moveTo>
                <a:cubicBezTo>
                  <a:pt x="674" y="296"/>
                  <a:pt x="674" y="296"/>
                  <a:pt x="674" y="296"/>
                </a:cubicBezTo>
                <a:cubicBezTo>
                  <a:pt x="662" y="298"/>
                  <a:pt x="651" y="303"/>
                  <a:pt x="651" y="303"/>
                </a:cubicBezTo>
                <a:cubicBezTo>
                  <a:pt x="651" y="303"/>
                  <a:pt x="647" y="328"/>
                  <a:pt x="633" y="328"/>
                </a:cubicBezTo>
                <a:cubicBezTo>
                  <a:pt x="630" y="328"/>
                  <a:pt x="628" y="328"/>
                  <a:pt x="626" y="329"/>
                </a:cubicBezTo>
                <a:cubicBezTo>
                  <a:pt x="626" y="264"/>
                  <a:pt x="626" y="264"/>
                  <a:pt x="626" y="264"/>
                </a:cubicBezTo>
                <a:cubicBezTo>
                  <a:pt x="626" y="264"/>
                  <a:pt x="626" y="264"/>
                  <a:pt x="626" y="264"/>
                </a:cubicBezTo>
                <a:cubicBezTo>
                  <a:pt x="636" y="258"/>
                  <a:pt x="645" y="263"/>
                  <a:pt x="646" y="273"/>
                </a:cubicBezTo>
                <a:cubicBezTo>
                  <a:pt x="647" y="284"/>
                  <a:pt x="656" y="281"/>
                  <a:pt x="656" y="269"/>
                </a:cubicBezTo>
                <a:cubicBezTo>
                  <a:pt x="656" y="259"/>
                  <a:pt x="662" y="252"/>
                  <a:pt x="674" y="252"/>
                </a:cubicBezTo>
                <a:close/>
                <a:moveTo>
                  <a:pt x="674" y="307"/>
                </a:moveTo>
                <a:cubicBezTo>
                  <a:pt x="672" y="306"/>
                  <a:pt x="670" y="306"/>
                  <a:pt x="668" y="306"/>
                </a:cubicBezTo>
                <a:cubicBezTo>
                  <a:pt x="654" y="308"/>
                  <a:pt x="645" y="316"/>
                  <a:pt x="652" y="332"/>
                </a:cubicBezTo>
                <a:cubicBezTo>
                  <a:pt x="657" y="342"/>
                  <a:pt x="665" y="336"/>
                  <a:pt x="674" y="332"/>
                </a:cubicBezTo>
                <a:cubicBezTo>
                  <a:pt x="674" y="307"/>
                  <a:pt x="674" y="307"/>
                  <a:pt x="674" y="307"/>
                </a:cubicBezTo>
                <a:close/>
                <a:moveTo>
                  <a:pt x="674" y="342"/>
                </a:moveTo>
                <a:cubicBezTo>
                  <a:pt x="674" y="345"/>
                  <a:pt x="674" y="345"/>
                  <a:pt x="674" y="345"/>
                </a:cubicBezTo>
                <a:cubicBezTo>
                  <a:pt x="673" y="344"/>
                  <a:pt x="673" y="343"/>
                  <a:pt x="674" y="342"/>
                </a:cubicBezTo>
                <a:close/>
                <a:moveTo>
                  <a:pt x="674" y="428"/>
                </a:moveTo>
                <a:cubicBezTo>
                  <a:pt x="674" y="681"/>
                  <a:pt x="674" y="681"/>
                  <a:pt x="674" y="681"/>
                </a:cubicBezTo>
                <a:cubicBezTo>
                  <a:pt x="658" y="668"/>
                  <a:pt x="638" y="674"/>
                  <a:pt x="626" y="679"/>
                </a:cubicBezTo>
                <a:cubicBezTo>
                  <a:pt x="626" y="679"/>
                  <a:pt x="626" y="679"/>
                  <a:pt x="626" y="679"/>
                </a:cubicBezTo>
                <a:cubicBezTo>
                  <a:pt x="626" y="411"/>
                  <a:pt x="626" y="411"/>
                  <a:pt x="626" y="411"/>
                </a:cubicBezTo>
                <a:cubicBezTo>
                  <a:pt x="629" y="412"/>
                  <a:pt x="633" y="413"/>
                  <a:pt x="637" y="415"/>
                </a:cubicBezTo>
                <a:cubicBezTo>
                  <a:pt x="651" y="420"/>
                  <a:pt x="664" y="423"/>
                  <a:pt x="674" y="428"/>
                </a:cubicBezTo>
                <a:close/>
                <a:moveTo>
                  <a:pt x="674" y="824"/>
                </a:moveTo>
                <a:cubicBezTo>
                  <a:pt x="674" y="855"/>
                  <a:pt x="674" y="855"/>
                  <a:pt x="674" y="855"/>
                </a:cubicBezTo>
                <a:cubicBezTo>
                  <a:pt x="668" y="844"/>
                  <a:pt x="666" y="816"/>
                  <a:pt x="645" y="816"/>
                </a:cubicBezTo>
                <a:cubicBezTo>
                  <a:pt x="638" y="816"/>
                  <a:pt x="632" y="814"/>
                  <a:pt x="626" y="811"/>
                </a:cubicBezTo>
                <a:cubicBezTo>
                  <a:pt x="626" y="750"/>
                  <a:pt x="626" y="750"/>
                  <a:pt x="626" y="750"/>
                </a:cubicBezTo>
                <a:cubicBezTo>
                  <a:pt x="639" y="739"/>
                  <a:pt x="653" y="730"/>
                  <a:pt x="653" y="739"/>
                </a:cubicBezTo>
                <a:cubicBezTo>
                  <a:pt x="653" y="752"/>
                  <a:pt x="639" y="795"/>
                  <a:pt x="659" y="795"/>
                </a:cubicBezTo>
                <a:cubicBezTo>
                  <a:pt x="678" y="795"/>
                  <a:pt x="665" y="810"/>
                  <a:pt x="673" y="823"/>
                </a:cubicBezTo>
                <a:cubicBezTo>
                  <a:pt x="674" y="824"/>
                  <a:pt x="674" y="824"/>
                  <a:pt x="674" y="824"/>
                </a:cubicBezTo>
                <a:close/>
                <a:moveTo>
                  <a:pt x="626" y="136"/>
                </a:moveTo>
                <a:cubicBezTo>
                  <a:pt x="626" y="124"/>
                  <a:pt x="626" y="124"/>
                  <a:pt x="626" y="124"/>
                </a:cubicBezTo>
                <a:cubicBezTo>
                  <a:pt x="632" y="127"/>
                  <a:pt x="633" y="134"/>
                  <a:pt x="626" y="136"/>
                </a:cubicBezTo>
                <a:close/>
                <a:moveTo>
                  <a:pt x="626" y="114"/>
                </a:moveTo>
                <a:cubicBezTo>
                  <a:pt x="628" y="113"/>
                  <a:pt x="630" y="112"/>
                  <a:pt x="632" y="111"/>
                </a:cubicBezTo>
                <a:cubicBezTo>
                  <a:pt x="651" y="100"/>
                  <a:pt x="638" y="78"/>
                  <a:pt x="626" y="76"/>
                </a:cubicBezTo>
                <a:lnTo>
                  <a:pt x="626" y="114"/>
                </a:lnTo>
                <a:close/>
                <a:moveTo>
                  <a:pt x="626" y="43"/>
                </a:moveTo>
                <a:cubicBezTo>
                  <a:pt x="626" y="60"/>
                  <a:pt x="626" y="60"/>
                  <a:pt x="626" y="60"/>
                </a:cubicBezTo>
                <a:cubicBezTo>
                  <a:pt x="611" y="54"/>
                  <a:pt x="602" y="44"/>
                  <a:pt x="626" y="43"/>
                </a:cubicBezTo>
                <a:close/>
                <a:moveTo>
                  <a:pt x="626" y="76"/>
                </a:moveTo>
                <a:cubicBezTo>
                  <a:pt x="626" y="76"/>
                  <a:pt x="626" y="76"/>
                  <a:pt x="625" y="76"/>
                </a:cubicBezTo>
                <a:cubicBezTo>
                  <a:pt x="613" y="74"/>
                  <a:pt x="616" y="55"/>
                  <a:pt x="591" y="58"/>
                </a:cubicBezTo>
                <a:cubicBezTo>
                  <a:pt x="571" y="56"/>
                  <a:pt x="599" y="84"/>
                  <a:pt x="597" y="99"/>
                </a:cubicBezTo>
                <a:cubicBezTo>
                  <a:pt x="594" y="113"/>
                  <a:pt x="609" y="121"/>
                  <a:pt x="626" y="114"/>
                </a:cubicBezTo>
                <a:cubicBezTo>
                  <a:pt x="626" y="76"/>
                  <a:pt x="626" y="76"/>
                  <a:pt x="626" y="76"/>
                </a:cubicBezTo>
                <a:close/>
                <a:moveTo>
                  <a:pt x="626" y="124"/>
                </a:moveTo>
                <a:cubicBezTo>
                  <a:pt x="626" y="136"/>
                  <a:pt x="626" y="136"/>
                  <a:pt x="626" y="136"/>
                </a:cubicBezTo>
                <a:cubicBezTo>
                  <a:pt x="625" y="136"/>
                  <a:pt x="624" y="136"/>
                  <a:pt x="622" y="136"/>
                </a:cubicBezTo>
                <a:cubicBezTo>
                  <a:pt x="607" y="135"/>
                  <a:pt x="607" y="123"/>
                  <a:pt x="621" y="123"/>
                </a:cubicBezTo>
                <a:cubicBezTo>
                  <a:pt x="623" y="123"/>
                  <a:pt x="625" y="124"/>
                  <a:pt x="626" y="124"/>
                </a:cubicBezTo>
                <a:close/>
                <a:moveTo>
                  <a:pt x="626" y="154"/>
                </a:moveTo>
                <a:cubicBezTo>
                  <a:pt x="626" y="176"/>
                  <a:pt x="626" y="176"/>
                  <a:pt x="626" y="176"/>
                </a:cubicBezTo>
                <a:cubicBezTo>
                  <a:pt x="620" y="178"/>
                  <a:pt x="617" y="180"/>
                  <a:pt x="611" y="173"/>
                </a:cubicBezTo>
                <a:cubicBezTo>
                  <a:pt x="602" y="163"/>
                  <a:pt x="593" y="145"/>
                  <a:pt x="610" y="147"/>
                </a:cubicBezTo>
                <a:cubicBezTo>
                  <a:pt x="616" y="144"/>
                  <a:pt x="619" y="150"/>
                  <a:pt x="626" y="154"/>
                </a:cubicBezTo>
                <a:close/>
                <a:moveTo>
                  <a:pt x="626" y="264"/>
                </a:moveTo>
                <a:cubicBezTo>
                  <a:pt x="626" y="329"/>
                  <a:pt x="626" y="329"/>
                  <a:pt x="626" y="329"/>
                </a:cubicBezTo>
                <a:cubicBezTo>
                  <a:pt x="621" y="332"/>
                  <a:pt x="624" y="340"/>
                  <a:pt x="613" y="341"/>
                </a:cubicBezTo>
                <a:cubicBezTo>
                  <a:pt x="600" y="342"/>
                  <a:pt x="603" y="365"/>
                  <a:pt x="597" y="369"/>
                </a:cubicBezTo>
                <a:cubicBezTo>
                  <a:pt x="590" y="373"/>
                  <a:pt x="600" y="381"/>
                  <a:pt x="602" y="391"/>
                </a:cubicBezTo>
                <a:cubicBezTo>
                  <a:pt x="603" y="400"/>
                  <a:pt x="609" y="404"/>
                  <a:pt x="626" y="411"/>
                </a:cubicBezTo>
                <a:cubicBezTo>
                  <a:pt x="626" y="679"/>
                  <a:pt x="626" y="679"/>
                  <a:pt x="626" y="679"/>
                </a:cubicBezTo>
                <a:cubicBezTo>
                  <a:pt x="613" y="684"/>
                  <a:pt x="597" y="675"/>
                  <a:pt x="585" y="685"/>
                </a:cubicBezTo>
                <a:cubicBezTo>
                  <a:pt x="583" y="687"/>
                  <a:pt x="581" y="690"/>
                  <a:pt x="578" y="693"/>
                </a:cubicBezTo>
                <a:cubicBezTo>
                  <a:pt x="578" y="273"/>
                  <a:pt x="578" y="273"/>
                  <a:pt x="578" y="273"/>
                </a:cubicBezTo>
                <a:cubicBezTo>
                  <a:pt x="595" y="272"/>
                  <a:pt x="602" y="270"/>
                  <a:pt x="597" y="264"/>
                </a:cubicBezTo>
                <a:cubicBezTo>
                  <a:pt x="589" y="256"/>
                  <a:pt x="587" y="247"/>
                  <a:pt x="581" y="246"/>
                </a:cubicBezTo>
                <a:cubicBezTo>
                  <a:pt x="580" y="246"/>
                  <a:pt x="579" y="245"/>
                  <a:pt x="578" y="245"/>
                </a:cubicBezTo>
                <a:cubicBezTo>
                  <a:pt x="578" y="231"/>
                  <a:pt x="578" y="231"/>
                  <a:pt x="578" y="231"/>
                </a:cubicBezTo>
                <a:cubicBezTo>
                  <a:pt x="579" y="230"/>
                  <a:pt x="581" y="229"/>
                  <a:pt x="582" y="228"/>
                </a:cubicBezTo>
                <a:cubicBezTo>
                  <a:pt x="593" y="223"/>
                  <a:pt x="595" y="213"/>
                  <a:pt x="602" y="224"/>
                </a:cubicBezTo>
                <a:cubicBezTo>
                  <a:pt x="608" y="234"/>
                  <a:pt x="598" y="249"/>
                  <a:pt x="612" y="247"/>
                </a:cubicBezTo>
                <a:cubicBezTo>
                  <a:pt x="626" y="246"/>
                  <a:pt x="617" y="270"/>
                  <a:pt x="626" y="264"/>
                </a:cubicBezTo>
                <a:close/>
                <a:moveTo>
                  <a:pt x="626" y="750"/>
                </a:moveTo>
                <a:cubicBezTo>
                  <a:pt x="626" y="811"/>
                  <a:pt x="626" y="811"/>
                  <a:pt x="626" y="811"/>
                </a:cubicBezTo>
                <a:cubicBezTo>
                  <a:pt x="614" y="805"/>
                  <a:pt x="603" y="795"/>
                  <a:pt x="586" y="794"/>
                </a:cubicBezTo>
                <a:cubicBezTo>
                  <a:pt x="584" y="794"/>
                  <a:pt x="581" y="794"/>
                  <a:pt x="578" y="793"/>
                </a:cubicBezTo>
                <a:cubicBezTo>
                  <a:pt x="578" y="753"/>
                  <a:pt x="578" y="753"/>
                  <a:pt x="578" y="753"/>
                </a:cubicBezTo>
                <a:cubicBezTo>
                  <a:pt x="589" y="764"/>
                  <a:pt x="601" y="774"/>
                  <a:pt x="611" y="764"/>
                </a:cubicBezTo>
                <a:cubicBezTo>
                  <a:pt x="615" y="760"/>
                  <a:pt x="621" y="755"/>
                  <a:pt x="626" y="750"/>
                </a:cubicBezTo>
                <a:close/>
                <a:moveTo>
                  <a:pt x="578" y="265"/>
                </a:moveTo>
                <a:cubicBezTo>
                  <a:pt x="584" y="263"/>
                  <a:pt x="583" y="259"/>
                  <a:pt x="578" y="256"/>
                </a:cubicBezTo>
                <a:cubicBezTo>
                  <a:pt x="578" y="265"/>
                  <a:pt x="578" y="265"/>
                  <a:pt x="578" y="265"/>
                </a:cubicBezTo>
                <a:close/>
                <a:moveTo>
                  <a:pt x="578" y="174"/>
                </a:moveTo>
                <a:cubicBezTo>
                  <a:pt x="583" y="174"/>
                  <a:pt x="588" y="175"/>
                  <a:pt x="593" y="175"/>
                </a:cubicBezTo>
                <a:cubicBezTo>
                  <a:pt x="608" y="175"/>
                  <a:pt x="589" y="165"/>
                  <a:pt x="578" y="162"/>
                </a:cubicBezTo>
                <a:cubicBezTo>
                  <a:pt x="578" y="174"/>
                  <a:pt x="578" y="174"/>
                  <a:pt x="578" y="174"/>
                </a:cubicBezTo>
                <a:close/>
                <a:moveTo>
                  <a:pt x="578" y="149"/>
                </a:moveTo>
                <a:cubicBezTo>
                  <a:pt x="586" y="151"/>
                  <a:pt x="605" y="141"/>
                  <a:pt x="596" y="141"/>
                </a:cubicBezTo>
                <a:cubicBezTo>
                  <a:pt x="586" y="141"/>
                  <a:pt x="599" y="123"/>
                  <a:pt x="589" y="123"/>
                </a:cubicBezTo>
                <a:cubicBezTo>
                  <a:pt x="585" y="123"/>
                  <a:pt x="581" y="126"/>
                  <a:pt x="578" y="130"/>
                </a:cubicBezTo>
                <a:cubicBezTo>
                  <a:pt x="578" y="149"/>
                  <a:pt x="578" y="149"/>
                  <a:pt x="578" y="149"/>
                </a:cubicBezTo>
                <a:close/>
                <a:moveTo>
                  <a:pt x="578" y="127"/>
                </a:moveTo>
                <a:cubicBezTo>
                  <a:pt x="578" y="112"/>
                  <a:pt x="578" y="112"/>
                  <a:pt x="578" y="112"/>
                </a:cubicBezTo>
                <a:cubicBezTo>
                  <a:pt x="583" y="117"/>
                  <a:pt x="583" y="125"/>
                  <a:pt x="578" y="127"/>
                </a:cubicBezTo>
                <a:close/>
                <a:moveTo>
                  <a:pt x="596" y="186"/>
                </a:moveTo>
                <a:cubicBezTo>
                  <a:pt x="580" y="187"/>
                  <a:pt x="581" y="197"/>
                  <a:pt x="585" y="207"/>
                </a:cubicBezTo>
                <a:cubicBezTo>
                  <a:pt x="589" y="217"/>
                  <a:pt x="593" y="217"/>
                  <a:pt x="596" y="211"/>
                </a:cubicBezTo>
                <a:cubicBezTo>
                  <a:pt x="599" y="205"/>
                  <a:pt x="615" y="203"/>
                  <a:pt x="619" y="193"/>
                </a:cubicBezTo>
                <a:cubicBezTo>
                  <a:pt x="623" y="184"/>
                  <a:pt x="608" y="186"/>
                  <a:pt x="596" y="186"/>
                </a:cubicBezTo>
                <a:close/>
                <a:moveTo>
                  <a:pt x="578" y="112"/>
                </a:moveTo>
                <a:cubicBezTo>
                  <a:pt x="578" y="127"/>
                  <a:pt x="578" y="127"/>
                  <a:pt x="578" y="127"/>
                </a:cubicBezTo>
                <a:cubicBezTo>
                  <a:pt x="576" y="128"/>
                  <a:pt x="573" y="129"/>
                  <a:pt x="569" y="128"/>
                </a:cubicBezTo>
                <a:cubicBezTo>
                  <a:pt x="562" y="126"/>
                  <a:pt x="555" y="125"/>
                  <a:pt x="549" y="125"/>
                </a:cubicBezTo>
                <a:cubicBezTo>
                  <a:pt x="549" y="104"/>
                  <a:pt x="549" y="104"/>
                  <a:pt x="549" y="104"/>
                </a:cubicBezTo>
                <a:cubicBezTo>
                  <a:pt x="554" y="105"/>
                  <a:pt x="559" y="106"/>
                  <a:pt x="564" y="106"/>
                </a:cubicBezTo>
                <a:cubicBezTo>
                  <a:pt x="571" y="106"/>
                  <a:pt x="575" y="108"/>
                  <a:pt x="578" y="112"/>
                </a:cubicBezTo>
                <a:close/>
                <a:moveTo>
                  <a:pt x="578" y="130"/>
                </a:moveTo>
                <a:cubicBezTo>
                  <a:pt x="578" y="149"/>
                  <a:pt x="578" y="149"/>
                  <a:pt x="578" y="149"/>
                </a:cubicBezTo>
                <a:cubicBezTo>
                  <a:pt x="577" y="148"/>
                  <a:pt x="575" y="147"/>
                  <a:pt x="575" y="145"/>
                </a:cubicBezTo>
                <a:cubicBezTo>
                  <a:pt x="574" y="139"/>
                  <a:pt x="576" y="134"/>
                  <a:pt x="578" y="130"/>
                </a:cubicBezTo>
                <a:close/>
                <a:moveTo>
                  <a:pt x="578" y="162"/>
                </a:moveTo>
                <a:cubicBezTo>
                  <a:pt x="577" y="162"/>
                  <a:pt x="575" y="161"/>
                  <a:pt x="574" y="161"/>
                </a:cubicBezTo>
                <a:cubicBezTo>
                  <a:pt x="565" y="161"/>
                  <a:pt x="563" y="147"/>
                  <a:pt x="550" y="147"/>
                </a:cubicBezTo>
                <a:cubicBezTo>
                  <a:pt x="549" y="147"/>
                  <a:pt x="549" y="147"/>
                  <a:pt x="549" y="147"/>
                </a:cubicBezTo>
                <a:cubicBezTo>
                  <a:pt x="549" y="168"/>
                  <a:pt x="549" y="168"/>
                  <a:pt x="549" y="168"/>
                </a:cubicBezTo>
                <a:cubicBezTo>
                  <a:pt x="559" y="169"/>
                  <a:pt x="568" y="172"/>
                  <a:pt x="578" y="174"/>
                </a:cubicBezTo>
                <a:cubicBezTo>
                  <a:pt x="578" y="162"/>
                  <a:pt x="578" y="162"/>
                  <a:pt x="578" y="162"/>
                </a:cubicBezTo>
                <a:close/>
                <a:moveTo>
                  <a:pt x="578" y="231"/>
                </a:moveTo>
                <a:cubicBezTo>
                  <a:pt x="578" y="245"/>
                  <a:pt x="578" y="245"/>
                  <a:pt x="578" y="245"/>
                </a:cubicBezTo>
                <a:cubicBezTo>
                  <a:pt x="575" y="242"/>
                  <a:pt x="574" y="235"/>
                  <a:pt x="578" y="231"/>
                </a:cubicBezTo>
                <a:close/>
                <a:moveTo>
                  <a:pt x="578" y="256"/>
                </a:moveTo>
                <a:cubicBezTo>
                  <a:pt x="578" y="265"/>
                  <a:pt x="578" y="265"/>
                  <a:pt x="578" y="265"/>
                </a:cubicBezTo>
                <a:cubicBezTo>
                  <a:pt x="577" y="265"/>
                  <a:pt x="574" y="265"/>
                  <a:pt x="571" y="265"/>
                </a:cubicBezTo>
                <a:cubicBezTo>
                  <a:pt x="561" y="265"/>
                  <a:pt x="553" y="263"/>
                  <a:pt x="549" y="259"/>
                </a:cubicBezTo>
                <a:cubicBezTo>
                  <a:pt x="549" y="249"/>
                  <a:pt x="549" y="249"/>
                  <a:pt x="549" y="249"/>
                </a:cubicBezTo>
                <a:cubicBezTo>
                  <a:pt x="551" y="248"/>
                  <a:pt x="554" y="248"/>
                  <a:pt x="557" y="248"/>
                </a:cubicBezTo>
                <a:cubicBezTo>
                  <a:pt x="565" y="248"/>
                  <a:pt x="573" y="252"/>
                  <a:pt x="578" y="256"/>
                </a:cubicBezTo>
                <a:close/>
                <a:moveTo>
                  <a:pt x="578" y="273"/>
                </a:moveTo>
                <a:cubicBezTo>
                  <a:pt x="578" y="693"/>
                  <a:pt x="578" y="693"/>
                  <a:pt x="578" y="693"/>
                </a:cubicBezTo>
                <a:cubicBezTo>
                  <a:pt x="568" y="708"/>
                  <a:pt x="560" y="734"/>
                  <a:pt x="569" y="744"/>
                </a:cubicBezTo>
                <a:cubicBezTo>
                  <a:pt x="572" y="746"/>
                  <a:pt x="575" y="750"/>
                  <a:pt x="578" y="753"/>
                </a:cubicBezTo>
                <a:cubicBezTo>
                  <a:pt x="578" y="793"/>
                  <a:pt x="578" y="793"/>
                  <a:pt x="578" y="793"/>
                </a:cubicBezTo>
                <a:cubicBezTo>
                  <a:pt x="568" y="792"/>
                  <a:pt x="558" y="788"/>
                  <a:pt x="549" y="784"/>
                </a:cubicBezTo>
                <a:cubicBezTo>
                  <a:pt x="549" y="273"/>
                  <a:pt x="549" y="273"/>
                  <a:pt x="549" y="273"/>
                </a:cubicBezTo>
                <a:cubicBezTo>
                  <a:pt x="552" y="273"/>
                  <a:pt x="555" y="273"/>
                  <a:pt x="559" y="273"/>
                </a:cubicBezTo>
                <a:cubicBezTo>
                  <a:pt x="566" y="273"/>
                  <a:pt x="573" y="273"/>
                  <a:pt x="578" y="273"/>
                </a:cubicBezTo>
                <a:close/>
                <a:moveTo>
                  <a:pt x="549" y="230"/>
                </a:moveTo>
                <a:cubicBezTo>
                  <a:pt x="549" y="186"/>
                  <a:pt x="549" y="186"/>
                  <a:pt x="549" y="186"/>
                </a:cubicBezTo>
                <a:cubicBezTo>
                  <a:pt x="551" y="185"/>
                  <a:pt x="553" y="185"/>
                  <a:pt x="555" y="185"/>
                </a:cubicBezTo>
                <a:cubicBezTo>
                  <a:pt x="569" y="185"/>
                  <a:pt x="562" y="212"/>
                  <a:pt x="570" y="211"/>
                </a:cubicBezTo>
                <a:cubicBezTo>
                  <a:pt x="578" y="210"/>
                  <a:pt x="567" y="230"/>
                  <a:pt x="552" y="230"/>
                </a:cubicBezTo>
                <a:cubicBezTo>
                  <a:pt x="551" y="230"/>
                  <a:pt x="550" y="230"/>
                  <a:pt x="549" y="230"/>
                </a:cubicBezTo>
                <a:close/>
                <a:moveTo>
                  <a:pt x="549" y="84"/>
                </a:moveTo>
                <a:cubicBezTo>
                  <a:pt x="549" y="76"/>
                  <a:pt x="549" y="76"/>
                  <a:pt x="549" y="76"/>
                </a:cubicBezTo>
                <a:cubicBezTo>
                  <a:pt x="551" y="75"/>
                  <a:pt x="553" y="74"/>
                  <a:pt x="556" y="74"/>
                </a:cubicBezTo>
                <a:cubicBezTo>
                  <a:pt x="571" y="73"/>
                  <a:pt x="580" y="91"/>
                  <a:pt x="565" y="91"/>
                </a:cubicBezTo>
                <a:cubicBezTo>
                  <a:pt x="559" y="91"/>
                  <a:pt x="552" y="88"/>
                  <a:pt x="549" y="84"/>
                </a:cubicBezTo>
                <a:close/>
                <a:moveTo>
                  <a:pt x="549" y="76"/>
                </a:moveTo>
                <a:cubicBezTo>
                  <a:pt x="549" y="84"/>
                  <a:pt x="549" y="84"/>
                  <a:pt x="549" y="84"/>
                </a:cubicBezTo>
                <a:cubicBezTo>
                  <a:pt x="547" y="81"/>
                  <a:pt x="546" y="78"/>
                  <a:pt x="549" y="76"/>
                </a:cubicBezTo>
                <a:close/>
                <a:moveTo>
                  <a:pt x="549" y="104"/>
                </a:moveTo>
                <a:cubicBezTo>
                  <a:pt x="549" y="125"/>
                  <a:pt x="549" y="125"/>
                  <a:pt x="549" y="125"/>
                </a:cubicBezTo>
                <a:cubicBezTo>
                  <a:pt x="544" y="125"/>
                  <a:pt x="538" y="125"/>
                  <a:pt x="532" y="125"/>
                </a:cubicBezTo>
                <a:cubicBezTo>
                  <a:pt x="532" y="100"/>
                  <a:pt x="532" y="100"/>
                  <a:pt x="532" y="100"/>
                </a:cubicBezTo>
                <a:cubicBezTo>
                  <a:pt x="538" y="102"/>
                  <a:pt x="544" y="103"/>
                  <a:pt x="549" y="104"/>
                </a:cubicBezTo>
                <a:close/>
                <a:moveTo>
                  <a:pt x="549" y="147"/>
                </a:moveTo>
                <a:cubicBezTo>
                  <a:pt x="549" y="168"/>
                  <a:pt x="549" y="168"/>
                  <a:pt x="549" y="168"/>
                </a:cubicBezTo>
                <a:cubicBezTo>
                  <a:pt x="549" y="168"/>
                  <a:pt x="548" y="168"/>
                  <a:pt x="547" y="168"/>
                </a:cubicBezTo>
                <a:cubicBezTo>
                  <a:pt x="532" y="167"/>
                  <a:pt x="533" y="145"/>
                  <a:pt x="549" y="147"/>
                </a:cubicBezTo>
                <a:close/>
                <a:moveTo>
                  <a:pt x="549" y="186"/>
                </a:moveTo>
                <a:cubicBezTo>
                  <a:pt x="549" y="230"/>
                  <a:pt x="549" y="230"/>
                  <a:pt x="549" y="230"/>
                </a:cubicBezTo>
                <a:cubicBezTo>
                  <a:pt x="543" y="229"/>
                  <a:pt x="537" y="225"/>
                  <a:pt x="532" y="221"/>
                </a:cubicBezTo>
                <a:cubicBezTo>
                  <a:pt x="532" y="207"/>
                  <a:pt x="532" y="207"/>
                  <a:pt x="532" y="207"/>
                </a:cubicBezTo>
                <a:cubicBezTo>
                  <a:pt x="544" y="207"/>
                  <a:pt x="551" y="203"/>
                  <a:pt x="545" y="198"/>
                </a:cubicBezTo>
                <a:cubicBezTo>
                  <a:pt x="539" y="194"/>
                  <a:pt x="542" y="189"/>
                  <a:pt x="549" y="186"/>
                </a:cubicBezTo>
                <a:close/>
                <a:moveTo>
                  <a:pt x="549" y="249"/>
                </a:moveTo>
                <a:cubicBezTo>
                  <a:pt x="549" y="259"/>
                  <a:pt x="549" y="259"/>
                  <a:pt x="549" y="259"/>
                </a:cubicBezTo>
                <a:cubicBezTo>
                  <a:pt x="545" y="256"/>
                  <a:pt x="545" y="251"/>
                  <a:pt x="549" y="249"/>
                </a:cubicBezTo>
                <a:close/>
                <a:moveTo>
                  <a:pt x="549" y="273"/>
                </a:moveTo>
                <a:cubicBezTo>
                  <a:pt x="549" y="784"/>
                  <a:pt x="549" y="784"/>
                  <a:pt x="549" y="784"/>
                </a:cubicBezTo>
                <a:cubicBezTo>
                  <a:pt x="543" y="781"/>
                  <a:pt x="538" y="779"/>
                  <a:pt x="532" y="777"/>
                </a:cubicBezTo>
                <a:cubicBezTo>
                  <a:pt x="532" y="269"/>
                  <a:pt x="532" y="269"/>
                  <a:pt x="532" y="269"/>
                </a:cubicBezTo>
                <a:cubicBezTo>
                  <a:pt x="537" y="271"/>
                  <a:pt x="542" y="272"/>
                  <a:pt x="549" y="273"/>
                </a:cubicBezTo>
                <a:close/>
                <a:moveTo>
                  <a:pt x="532" y="248"/>
                </a:moveTo>
                <a:cubicBezTo>
                  <a:pt x="532" y="243"/>
                  <a:pt x="532" y="243"/>
                  <a:pt x="532" y="243"/>
                </a:cubicBezTo>
                <a:cubicBezTo>
                  <a:pt x="533" y="243"/>
                  <a:pt x="535" y="243"/>
                  <a:pt x="536" y="243"/>
                </a:cubicBezTo>
                <a:cubicBezTo>
                  <a:pt x="541" y="243"/>
                  <a:pt x="539" y="246"/>
                  <a:pt x="532" y="248"/>
                </a:cubicBezTo>
                <a:close/>
                <a:moveTo>
                  <a:pt x="532" y="100"/>
                </a:moveTo>
                <a:cubicBezTo>
                  <a:pt x="532" y="125"/>
                  <a:pt x="532" y="125"/>
                  <a:pt x="532" y="125"/>
                </a:cubicBezTo>
                <a:cubicBezTo>
                  <a:pt x="529" y="125"/>
                  <a:pt x="525" y="125"/>
                  <a:pt x="521" y="125"/>
                </a:cubicBezTo>
                <a:cubicBezTo>
                  <a:pt x="516" y="125"/>
                  <a:pt x="511" y="121"/>
                  <a:pt x="507" y="117"/>
                </a:cubicBezTo>
                <a:cubicBezTo>
                  <a:pt x="507" y="97"/>
                  <a:pt x="507" y="97"/>
                  <a:pt x="507" y="97"/>
                </a:cubicBezTo>
                <a:cubicBezTo>
                  <a:pt x="517" y="97"/>
                  <a:pt x="525" y="99"/>
                  <a:pt x="532" y="100"/>
                </a:cubicBezTo>
                <a:close/>
                <a:moveTo>
                  <a:pt x="532" y="207"/>
                </a:moveTo>
                <a:cubicBezTo>
                  <a:pt x="532" y="221"/>
                  <a:pt x="532" y="221"/>
                  <a:pt x="532" y="221"/>
                </a:cubicBezTo>
                <a:cubicBezTo>
                  <a:pt x="526" y="214"/>
                  <a:pt x="523" y="207"/>
                  <a:pt x="530" y="207"/>
                </a:cubicBezTo>
                <a:cubicBezTo>
                  <a:pt x="531" y="207"/>
                  <a:pt x="532" y="207"/>
                  <a:pt x="532" y="207"/>
                </a:cubicBezTo>
                <a:close/>
                <a:moveTo>
                  <a:pt x="532" y="243"/>
                </a:moveTo>
                <a:cubicBezTo>
                  <a:pt x="523" y="241"/>
                  <a:pt x="513" y="230"/>
                  <a:pt x="507" y="213"/>
                </a:cubicBezTo>
                <a:cubicBezTo>
                  <a:pt x="507" y="251"/>
                  <a:pt x="507" y="251"/>
                  <a:pt x="507" y="251"/>
                </a:cubicBezTo>
                <a:cubicBezTo>
                  <a:pt x="508" y="251"/>
                  <a:pt x="509" y="251"/>
                  <a:pt x="510" y="251"/>
                </a:cubicBezTo>
                <a:cubicBezTo>
                  <a:pt x="519" y="252"/>
                  <a:pt x="527" y="250"/>
                  <a:pt x="532" y="248"/>
                </a:cubicBezTo>
                <a:cubicBezTo>
                  <a:pt x="532" y="243"/>
                  <a:pt x="532" y="243"/>
                  <a:pt x="532" y="243"/>
                </a:cubicBezTo>
                <a:close/>
                <a:moveTo>
                  <a:pt x="532" y="269"/>
                </a:moveTo>
                <a:cubicBezTo>
                  <a:pt x="532" y="777"/>
                  <a:pt x="532" y="777"/>
                  <a:pt x="532" y="777"/>
                </a:cubicBezTo>
                <a:cubicBezTo>
                  <a:pt x="530" y="777"/>
                  <a:pt x="527" y="776"/>
                  <a:pt x="525" y="776"/>
                </a:cubicBezTo>
                <a:cubicBezTo>
                  <a:pt x="515" y="775"/>
                  <a:pt x="511" y="761"/>
                  <a:pt x="507" y="748"/>
                </a:cubicBezTo>
                <a:cubicBezTo>
                  <a:pt x="507" y="262"/>
                  <a:pt x="507" y="262"/>
                  <a:pt x="507" y="262"/>
                </a:cubicBezTo>
                <a:cubicBezTo>
                  <a:pt x="517" y="263"/>
                  <a:pt x="524" y="266"/>
                  <a:pt x="532" y="269"/>
                </a:cubicBezTo>
                <a:close/>
                <a:moveTo>
                  <a:pt x="507" y="171"/>
                </a:moveTo>
                <a:cubicBezTo>
                  <a:pt x="507" y="164"/>
                  <a:pt x="507" y="164"/>
                  <a:pt x="507" y="164"/>
                </a:cubicBezTo>
                <a:cubicBezTo>
                  <a:pt x="519" y="165"/>
                  <a:pt x="518" y="169"/>
                  <a:pt x="507" y="171"/>
                </a:cubicBezTo>
                <a:close/>
                <a:moveTo>
                  <a:pt x="507" y="152"/>
                </a:moveTo>
                <a:cubicBezTo>
                  <a:pt x="507" y="142"/>
                  <a:pt x="507" y="142"/>
                  <a:pt x="507" y="142"/>
                </a:cubicBezTo>
                <a:cubicBezTo>
                  <a:pt x="508" y="142"/>
                  <a:pt x="509" y="142"/>
                  <a:pt x="510" y="142"/>
                </a:cubicBezTo>
                <a:cubicBezTo>
                  <a:pt x="523" y="142"/>
                  <a:pt x="526" y="153"/>
                  <a:pt x="513" y="153"/>
                </a:cubicBezTo>
                <a:cubicBezTo>
                  <a:pt x="511" y="153"/>
                  <a:pt x="509" y="152"/>
                  <a:pt x="507" y="152"/>
                </a:cubicBezTo>
                <a:close/>
                <a:moveTo>
                  <a:pt x="507" y="97"/>
                </a:moveTo>
                <a:cubicBezTo>
                  <a:pt x="507" y="117"/>
                  <a:pt x="507" y="117"/>
                  <a:pt x="507" y="117"/>
                </a:cubicBezTo>
                <a:cubicBezTo>
                  <a:pt x="498" y="108"/>
                  <a:pt x="494" y="93"/>
                  <a:pt x="504" y="97"/>
                </a:cubicBezTo>
                <a:cubicBezTo>
                  <a:pt x="505" y="97"/>
                  <a:pt x="506" y="97"/>
                  <a:pt x="507" y="97"/>
                </a:cubicBezTo>
                <a:close/>
                <a:moveTo>
                  <a:pt x="507" y="142"/>
                </a:moveTo>
                <a:cubicBezTo>
                  <a:pt x="507" y="152"/>
                  <a:pt x="507" y="152"/>
                  <a:pt x="507" y="152"/>
                </a:cubicBezTo>
                <a:cubicBezTo>
                  <a:pt x="498" y="150"/>
                  <a:pt x="494" y="143"/>
                  <a:pt x="507" y="142"/>
                </a:cubicBezTo>
                <a:close/>
                <a:moveTo>
                  <a:pt x="507" y="164"/>
                </a:moveTo>
                <a:cubicBezTo>
                  <a:pt x="507" y="164"/>
                  <a:pt x="506" y="164"/>
                  <a:pt x="506" y="164"/>
                </a:cubicBezTo>
                <a:cubicBezTo>
                  <a:pt x="489" y="164"/>
                  <a:pt x="489" y="143"/>
                  <a:pt x="477" y="143"/>
                </a:cubicBezTo>
                <a:cubicBezTo>
                  <a:pt x="466" y="142"/>
                  <a:pt x="468" y="146"/>
                  <a:pt x="464" y="156"/>
                </a:cubicBezTo>
                <a:cubicBezTo>
                  <a:pt x="461" y="164"/>
                  <a:pt x="453" y="156"/>
                  <a:pt x="443" y="152"/>
                </a:cubicBezTo>
                <a:cubicBezTo>
                  <a:pt x="443" y="181"/>
                  <a:pt x="443" y="181"/>
                  <a:pt x="443" y="181"/>
                </a:cubicBezTo>
                <a:cubicBezTo>
                  <a:pt x="447" y="179"/>
                  <a:pt x="453" y="175"/>
                  <a:pt x="457" y="172"/>
                </a:cubicBezTo>
                <a:cubicBezTo>
                  <a:pt x="466" y="165"/>
                  <a:pt x="477" y="170"/>
                  <a:pt x="497" y="171"/>
                </a:cubicBezTo>
                <a:cubicBezTo>
                  <a:pt x="501" y="171"/>
                  <a:pt x="505" y="171"/>
                  <a:pt x="507" y="171"/>
                </a:cubicBezTo>
                <a:cubicBezTo>
                  <a:pt x="507" y="164"/>
                  <a:pt x="507" y="164"/>
                  <a:pt x="507" y="164"/>
                </a:cubicBezTo>
                <a:close/>
                <a:moveTo>
                  <a:pt x="507" y="213"/>
                </a:moveTo>
                <a:cubicBezTo>
                  <a:pt x="507" y="251"/>
                  <a:pt x="507" y="251"/>
                  <a:pt x="507" y="251"/>
                </a:cubicBezTo>
                <a:cubicBezTo>
                  <a:pt x="488" y="251"/>
                  <a:pt x="459" y="266"/>
                  <a:pt x="443" y="260"/>
                </a:cubicBezTo>
                <a:cubicBezTo>
                  <a:pt x="443" y="196"/>
                  <a:pt x="443" y="196"/>
                  <a:pt x="443" y="196"/>
                </a:cubicBezTo>
                <a:cubicBezTo>
                  <a:pt x="449" y="198"/>
                  <a:pt x="456" y="200"/>
                  <a:pt x="463" y="200"/>
                </a:cubicBezTo>
                <a:cubicBezTo>
                  <a:pt x="481" y="200"/>
                  <a:pt x="500" y="193"/>
                  <a:pt x="507" y="212"/>
                </a:cubicBezTo>
                <a:cubicBezTo>
                  <a:pt x="507" y="213"/>
                  <a:pt x="507" y="213"/>
                  <a:pt x="507" y="213"/>
                </a:cubicBezTo>
                <a:close/>
                <a:moveTo>
                  <a:pt x="507" y="262"/>
                </a:moveTo>
                <a:cubicBezTo>
                  <a:pt x="506" y="262"/>
                  <a:pt x="505" y="262"/>
                  <a:pt x="503" y="262"/>
                </a:cubicBezTo>
                <a:cubicBezTo>
                  <a:pt x="482" y="262"/>
                  <a:pt x="485" y="285"/>
                  <a:pt x="469" y="280"/>
                </a:cubicBezTo>
                <a:cubicBezTo>
                  <a:pt x="458" y="276"/>
                  <a:pt x="448" y="278"/>
                  <a:pt x="443" y="275"/>
                </a:cubicBezTo>
                <a:cubicBezTo>
                  <a:pt x="443" y="707"/>
                  <a:pt x="443" y="707"/>
                  <a:pt x="443" y="707"/>
                </a:cubicBezTo>
                <a:cubicBezTo>
                  <a:pt x="453" y="722"/>
                  <a:pt x="460" y="736"/>
                  <a:pt x="469" y="733"/>
                </a:cubicBezTo>
                <a:cubicBezTo>
                  <a:pt x="478" y="731"/>
                  <a:pt x="469" y="716"/>
                  <a:pt x="461" y="705"/>
                </a:cubicBezTo>
                <a:cubicBezTo>
                  <a:pt x="454" y="693"/>
                  <a:pt x="489" y="725"/>
                  <a:pt x="499" y="733"/>
                </a:cubicBezTo>
                <a:cubicBezTo>
                  <a:pt x="503" y="736"/>
                  <a:pt x="505" y="742"/>
                  <a:pt x="507" y="748"/>
                </a:cubicBezTo>
                <a:cubicBezTo>
                  <a:pt x="507" y="262"/>
                  <a:pt x="507" y="262"/>
                  <a:pt x="507" y="262"/>
                </a:cubicBezTo>
                <a:close/>
                <a:moveTo>
                  <a:pt x="443" y="117"/>
                </a:moveTo>
                <a:cubicBezTo>
                  <a:pt x="443" y="109"/>
                  <a:pt x="443" y="109"/>
                  <a:pt x="443" y="109"/>
                </a:cubicBezTo>
                <a:cubicBezTo>
                  <a:pt x="445" y="106"/>
                  <a:pt x="449" y="104"/>
                  <a:pt x="456" y="105"/>
                </a:cubicBezTo>
                <a:cubicBezTo>
                  <a:pt x="470" y="105"/>
                  <a:pt x="480" y="130"/>
                  <a:pt x="462" y="130"/>
                </a:cubicBezTo>
                <a:cubicBezTo>
                  <a:pt x="453" y="130"/>
                  <a:pt x="445" y="124"/>
                  <a:pt x="443" y="117"/>
                </a:cubicBezTo>
                <a:close/>
                <a:moveTo>
                  <a:pt x="443" y="109"/>
                </a:moveTo>
                <a:cubicBezTo>
                  <a:pt x="443" y="117"/>
                  <a:pt x="443" y="117"/>
                  <a:pt x="443" y="117"/>
                </a:cubicBezTo>
                <a:cubicBezTo>
                  <a:pt x="441" y="114"/>
                  <a:pt x="441" y="111"/>
                  <a:pt x="443" y="109"/>
                </a:cubicBezTo>
                <a:close/>
                <a:moveTo>
                  <a:pt x="443" y="152"/>
                </a:moveTo>
                <a:cubicBezTo>
                  <a:pt x="443" y="181"/>
                  <a:pt x="443" y="181"/>
                  <a:pt x="443" y="181"/>
                </a:cubicBezTo>
                <a:cubicBezTo>
                  <a:pt x="438" y="183"/>
                  <a:pt x="433" y="183"/>
                  <a:pt x="434" y="180"/>
                </a:cubicBezTo>
                <a:cubicBezTo>
                  <a:pt x="435" y="175"/>
                  <a:pt x="426" y="177"/>
                  <a:pt x="420" y="176"/>
                </a:cubicBezTo>
                <a:cubicBezTo>
                  <a:pt x="420" y="153"/>
                  <a:pt x="420" y="153"/>
                  <a:pt x="420" y="153"/>
                </a:cubicBezTo>
                <a:cubicBezTo>
                  <a:pt x="423" y="151"/>
                  <a:pt x="426" y="149"/>
                  <a:pt x="431" y="149"/>
                </a:cubicBezTo>
                <a:cubicBezTo>
                  <a:pt x="435" y="148"/>
                  <a:pt x="439" y="150"/>
                  <a:pt x="443" y="152"/>
                </a:cubicBezTo>
                <a:close/>
                <a:moveTo>
                  <a:pt x="443" y="196"/>
                </a:moveTo>
                <a:cubicBezTo>
                  <a:pt x="443" y="260"/>
                  <a:pt x="443" y="260"/>
                  <a:pt x="443" y="260"/>
                </a:cubicBezTo>
                <a:cubicBezTo>
                  <a:pt x="442" y="260"/>
                  <a:pt x="441" y="259"/>
                  <a:pt x="441" y="259"/>
                </a:cubicBezTo>
                <a:cubicBezTo>
                  <a:pt x="432" y="254"/>
                  <a:pt x="425" y="252"/>
                  <a:pt x="420" y="250"/>
                </a:cubicBezTo>
                <a:cubicBezTo>
                  <a:pt x="420" y="244"/>
                  <a:pt x="420" y="244"/>
                  <a:pt x="420" y="244"/>
                </a:cubicBezTo>
                <a:cubicBezTo>
                  <a:pt x="420" y="244"/>
                  <a:pt x="421" y="243"/>
                  <a:pt x="421" y="243"/>
                </a:cubicBezTo>
                <a:cubicBezTo>
                  <a:pt x="427" y="241"/>
                  <a:pt x="425" y="241"/>
                  <a:pt x="420" y="240"/>
                </a:cubicBezTo>
                <a:cubicBezTo>
                  <a:pt x="420" y="187"/>
                  <a:pt x="420" y="187"/>
                  <a:pt x="420" y="187"/>
                </a:cubicBezTo>
                <a:cubicBezTo>
                  <a:pt x="428" y="188"/>
                  <a:pt x="435" y="192"/>
                  <a:pt x="443" y="196"/>
                </a:cubicBezTo>
                <a:close/>
                <a:moveTo>
                  <a:pt x="443" y="275"/>
                </a:moveTo>
                <a:cubicBezTo>
                  <a:pt x="443" y="707"/>
                  <a:pt x="443" y="707"/>
                  <a:pt x="443" y="707"/>
                </a:cubicBezTo>
                <a:cubicBezTo>
                  <a:pt x="442" y="706"/>
                  <a:pt x="442" y="706"/>
                  <a:pt x="442" y="706"/>
                </a:cubicBezTo>
                <a:cubicBezTo>
                  <a:pt x="434" y="694"/>
                  <a:pt x="426" y="685"/>
                  <a:pt x="420" y="674"/>
                </a:cubicBezTo>
                <a:cubicBezTo>
                  <a:pt x="420" y="262"/>
                  <a:pt x="420" y="262"/>
                  <a:pt x="420" y="262"/>
                </a:cubicBezTo>
                <a:cubicBezTo>
                  <a:pt x="429" y="261"/>
                  <a:pt x="435" y="261"/>
                  <a:pt x="438" y="269"/>
                </a:cubicBezTo>
                <a:cubicBezTo>
                  <a:pt x="439" y="272"/>
                  <a:pt x="441" y="274"/>
                  <a:pt x="443" y="275"/>
                </a:cubicBezTo>
                <a:close/>
                <a:moveTo>
                  <a:pt x="420" y="138"/>
                </a:moveTo>
                <a:cubicBezTo>
                  <a:pt x="420" y="127"/>
                  <a:pt x="420" y="127"/>
                  <a:pt x="420" y="127"/>
                </a:cubicBezTo>
                <a:cubicBezTo>
                  <a:pt x="428" y="128"/>
                  <a:pt x="426" y="133"/>
                  <a:pt x="420" y="138"/>
                </a:cubicBezTo>
                <a:close/>
                <a:moveTo>
                  <a:pt x="420" y="127"/>
                </a:moveTo>
                <a:cubicBezTo>
                  <a:pt x="420" y="138"/>
                  <a:pt x="420" y="138"/>
                  <a:pt x="420" y="138"/>
                </a:cubicBezTo>
                <a:cubicBezTo>
                  <a:pt x="414" y="143"/>
                  <a:pt x="405" y="147"/>
                  <a:pt x="398" y="147"/>
                </a:cubicBezTo>
                <a:cubicBezTo>
                  <a:pt x="381" y="147"/>
                  <a:pt x="385" y="158"/>
                  <a:pt x="373" y="158"/>
                </a:cubicBezTo>
                <a:cubicBezTo>
                  <a:pt x="360" y="158"/>
                  <a:pt x="352" y="143"/>
                  <a:pt x="372" y="142"/>
                </a:cubicBezTo>
                <a:cubicBezTo>
                  <a:pt x="391" y="141"/>
                  <a:pt x="392" y="127"/>
                  <a:pt x="414" y="126"/>
                </a:cubicBezTo>
                <a:cubicBezTo>
                  <a:pt x="417" y="126"/>
                  <a:pt x="419" y="126"/>
                  <a:pt x="420" y="127"/>
                </a:cubicBezTo>
                <a:close/>
                <a:moveTo>
                  <a:pt x="420" y="153"/>
                </a:moveTo>
                <a:cubicBezTo>
                  <a:pt x="415" y="158"/>
                  <a:pt x="414" y="165"/>
                  <a:pt x="415" y="171"/>
                </a:cubicBezTo>
                <a:cubicBezTo>
                  <a:pt x="416" y="174"/>
                  <a:pt x="418" y="175"/>
                  <a:pt x="420" y="176"/>
                </a:cubicBezTo>
                <a:cubicBezTo>
                  <a:pt x="420" y="153"/>
                  <a:pt x="420" y="153"/>
                  <a:pt x="420" y="153"/>
                </a:cubicBezTo>
                <a:close/>
                <a:moveTo>
                  <a:pt x="420" y="187"/>
                </a:moveTo>
                <a:cubicBezTo>
                  <a:pt x="420" y="240"/>
                  <a:pt x="420" y="240"/>
                  <a:pt x="420" y="240"/>
                </a:cubicBezTo>
                <a:cubicBezTo>
                  <a:pt x="414" y="239"/>
                  <a:pt x="403" y="238"/>
                  <a:pt x="402" y="230"/>
                </a:cubicBezTo>
                <a:cubicBezTo>
                  <a:pt x="399" y="217"/>
                  <a:pt x="361" y="230"/>
                  <a:pt x="351" y="217"/>
                </a:cubicBezTo>
                <a:cubicBezTo>
                  <a:pt x="341" y="204"/>
                  <a:pt x="350" y="177"/>
                  <a:pt x="372" y="177"/>
                </a:cubicBezTo>
                <a:cubicBezTo>
                  <a:pt x="390" y="176"/>
                  <a:pt x="399" y="186"/>
                  <a:pt x="415" y="186"/>
                </a:cubicBezTo>
                <a:cubicBezTo>
                  <a:pt x="416" y="186"/>
                  <a:pt x="418" y="186"/>
                  <a:pt x="420" y="187"/>
                </a:cubicBezTo>
                <a:close/>
                <a:moveTo>
                  <a:pt x="420" y="244"/>
                </a:moveTo>
                <a:cubicBezTo>
                  <a:pt x="420" y="250"/>
                  <a:pt x="420" y="250"/>
                  <a:pt x="420" y="250"/>
                </a:cubicBezTo>
                <a:cubicBezTo>
                  <a:pt x="416" y="248"/>
                  <a:pt x="415" y="246"/>
                  <a:pt x="420" y="244"/>
                </a:cubicBezTo>
                <a:close/>
                <a:moveTo>
                  <a:pt x="420" y="262"/>
                </a:moveTo>
                <a:cubicBezTo>
                  <a:pt x="416" y="262"/>
                  <a:pt x="412" y="263"/>
                  <a:pt x="407" y="263"/>
                </a:cubicBezTo>
                <a:cubicBezTo>
                  <a:pt x="390" y="263"/>
                  <a:pt x="398" y="249"/>
                  <a:pt x="376" y="249"/>
                </a:cubicBezTo>
                <a:cubicBezTo>
                  <a:pt x="354" y="249"/>
                  <a:pt x="364" y="254"/>
                  <a:pt x="345" y="241"/>
                </a:cubicBezTo>
                <a:cubicBezTo>
                  <a:pt x="325" y="228"/>
                  <a:pt x="332" y="246"/>
                  <a:pt x="306" y="246"/>
                </a:cubicBezTo>
                <a:cubicBezTo>
                  <a:pt x="280" y="246"/>
                  <a:pt x="274" y="251"/>
                  <a:pt x="274" y="263"/>
                </a:cubicBezTo>
                <a:cubicBezTo>
                  <a:pt x="274" y="275"/>
                  <a:pt x="238" y="245"/>
                  <a:pt x="200" y="242"/>
                </a:cubicBezTo>
                <a:cubicBezTo>
                  <a:pt x="163" y="239"/>
                  <a:pt x="122" y="228"/>
                  <a:pt x="99" y="228"/>
                </a:cubicBezTo>
                <a:cubicBezTo>
                  <a:pt x="76" y="228"/>
                  <a:pt x="64" y="252"/>
                  <a:pt x="37" y="256"/>
                </a:cubicBezTo>
                <a:cubicBezTo>
                  <a:pt x="9" y="260"/>
                  <a:pt x="39" y="268"/>
                  <a:pt x="47" y="282"/>
                </a:cubicBezTo>
                <a:cubicBezTo>
                  <a:pt x="55" y="297"/>
                  <a:pt x="52" y="295"/>
                  <a:pt x="26" y="298"/>
                </a:cubicBezTo>
                <a:cubicBezTo>
                  <a:pt x="0" y="300"/>
                  <a:pt x="39" y="317"/>
                  <a:pt x="57" y="317"/>
                </a:cubicBezTo>
                <a:cubicBezTo>
                  <a:pt x="76" y="317"/>
                  <a:pt x="56" y="330"/>
                  <a:pt x="43" y="338"/>
                </a:cubicBezTo>
                <a:cubicBezTo>
                  <a:pt x="30" y="346"/>
                  <a:pt x="25" y="373"/>
                  <a:pt x="46" y="375"/>
                </a:cubicBezTo>
                <a:cubicBezTo>
                  <a:pt x="67" y="376"/>
                  <a:pt x="56" y="388"/>
                  <a:pt x="82" y="388"/>
                </a:cubicBezTo>
                <a:cubicBezTo>
                  <a:pt x="108" y="388"/>
                  <a:pt x="85" y="407"/>
                  <a:pt x="68" y="420"/>
                </a:cubicBezTo>
                <a:cubicBezTo>
                  <a:pt x="51" y="433"/>
                  <a:pt x="52" y="450"/>
                  <a:pt x="61" y="442"/>
                </a:cubicBezTo>
                <a:cubicBezTo>
                  <a:pt x="70" y="434"/>
                  <a:pt x="94" y="415"/>
                  <a:pt x="105" y="411"/>
                </a:cubicBezTo>
                <a:cubicBezTo>
                  <a:pt x="117" y="407"/>
                  <a:pt x="125" y="386"/>
                  <a:pt x="135" y="380"/>
                </a:cubicBezTo>
                <a:cubicBezTo>
                  <a:pt x="146" y="373"/>
                  <a:pt x="154" y="393"/>
                  <a:pt x="160" y="382"/>
                </a:cubicBezTo>
                <a:cubicBezTo>
                  <a:pt x="167" y="372"/>
                  <a:pt x="180" y="381"/>
                  <a:pt x="191" y="378"/>
                </a:cubicBezTo>
                <a:cubicBezTo>
                  <a:pt x="203" y="376"/>
                  <a:pt x="228" y="381"/>
                  <a:pt x="238" y="384"/>
                </a:cubicBezTo>
                <a:cubicBezTo>
                  <a:pt x="248" y="386"/>
                  <a:pt x="260" y="397"/>
                  <a:pt x="276" y="395"/>
                </a:cubicBezTo>
                <a:cubicBezTo>
                  <a:pt x="291" y="394"/>
                  <a:pt x="293" y="420"/>
                  <a:pt x="303" y="429"/>
                </a:cubicBezTo>
                <a:cubicBezTo>
                  <a:pt x="313" y="438"/>
                  <a:pt x="325" y="437"/>
                  <a:pt x="322" y="450"/>
                </a:cubicBezTo>
                <a:cubicBezTo>
                  <a:pt x="320" y="463"/>
                  <a:pt x="341" y="481"/>
                  <a:pt x="360" y="489"/>
                </a:cubicBezTo>
                <a:cubicBezTo>
                  <a:pt x="380" y="497"/>
                  <a:pt x="387" y="520"/>
                  <a:pt x="372" y="512"/>
                </a:cubicBezTo>
                <a:cubicBezTo>
                  <a:pt x="356" y="504"/>
                  <a:pt x="355" y="507"/>
                  <a:pt x="360" y="521"/>
                </a:cubicBezTo>
                <a:cubicBezTo>
                  <a:pt x="365" y="536"/>
                  <a:pt x="368" y="545"/>
                  <a:pt x="360" y="549"/>
                </a:cubicBezTo>
                <a:cubicBezTo>
                  <a:pt x="352" y="553"/>
                  <a:pt x="352" y="590"/>
                  <a:pt x="363" y="608"/>
                </a:cubicBezTo>
                <a:cubicBezTo>
                  <a:pt x="373" y="627"/>
                  <a:pt x="410" y="645"/>
                  <a:pt x="415" y="662"/>
                </a:cubicBezTo>
                <a:cubicBezTo>
                  <a:pt x="416" y="666"/>
                  <a:pt x="418" y="670"/>
                  <a:pt x="420" y="674"/>
                </a:cubicBezTo>
                <a:lnTo>
                  <a:pt x="420" y="26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34394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3537819" y="1766609"/>
            <a:ext cx="5359796" cy="2359267"/>
            <a:chOff x="3537819" y="1983427"/>
            <a:chExt cx="5359796" cy="2359267"/>
          </a:xfrm>
        </p:grpSpPr>
        <p:cxnSp>
          <p:nvCxnSpPr>
            <p:cNvPr id="5" name="Straight Connector 4"/>
            <p:cNvCxnSpPr/>
            <p:nvPr/>
          </p:nvCxnSpPr>
          <p:spPr>
            <a:xfrm flipV="1">
              <a:off x="6589394" y="3307080"/>
              <a:ext cx="0" cy="1035611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flipV="1">
              <a:off x="6785262" y="2585525"/>
              <a:ext cx="0" cy="732572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6589394" y="3318097"/>
              <a:ext cx="195868" cy="0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6791345" y="3686166"/>
              <a:ext cx="0" cy="652040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7240409" y="3478063"/>
              <a:ext cx="370" cy="226061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791345" y="3689839"/>
              <a:ext cx="436364" cy="0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6993369" y="3828632"/>
              <a:ext cx="0" cy="509574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endCxn id="70" idx="4"/>
            </p:cNvCxnSpPr>
            <p:nvPr/>
          </p:nvCxnSpPr>
          <p:spPr>
            <a:xfrm flipV="1">
              <a:off x="7765586" y="2907248"/>
              <a:ext cx="0" cy="707384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994212" y="3834410"/>
              <a:ext cx="766612" cy="0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7186817" y="3963288"/>
              <a:ext cx="0" cy="374524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8358279" y="1999863"/>
              <a:ext cx="0" cy="1957130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186817" y="3963288"/>
              <a:ext cx="1165730" cy="0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7360268" y="4099783"/>
              <a:ext cx="0" cy="238423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V="1">
              <a:off x="8653962" y="3468540"/>
              <a:ext cx="0" cy="640231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360268" y="4099783"/>
              <a:ext cx="1293694" cy="0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 flipV="1">
              <a:off x="5720748" y="3307080"/>
              <a:ext cx="0" cy="1035611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 flipV="1">
              <a:off x="5369379" y="2585525"/>
              <a:ext cx="0" cy="732572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 flipV="1">
              <a:off x="5360603" y="3318097"/>
              <a:ext cx="360146" cy="1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 flipV="1">
              <a:off x="5577962" y="3485031"/>
              <a:ext cx="0" cy="857661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endCxn id="78" idx="4"/>
            </p:cNvCxnSpPr>
            <p:nvPr/>
          </p:nvCxnSpPr>
          <p:spPr>
            <a:xfrm flipV="1">
              <a:off x="4828124" y="2984268"/>
              <a:ext cx="1" cy="276672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H="1" flipV="1">
              <a:off x="4833556" y="3470238"/>
              <a:ext cx="745519" cy="1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V="1">
              <a:off x="5418698" y="3831450"/>
              <a:ext cx="0" cy="511243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H="1" flipV="1">
              <a:off x="4453713" y="3844838"/>
              <a:ext cx="966100" cy="0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H="1" flipV="1">
              <a:off x="5232606" y="4008604"/>
              <a:ext cx="0" cy="334090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H="1" flipV="1">
              <a:off x="4165947" y="1983427"/>
              <a:ext cx="1" cy="2006668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H="1">
              <a:off x="4162713" y="3990094"/>
              <a:ext cx="1071440" cy="0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 flipV="1">
              <a:off x="4865568" y="4132931"/>
              <a:ext cx="0" cy="209763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V="1">
              <a:off x="3791666" y="3468540"/>
              <a:ext cx="0" cy="649756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H="1">
              <a:off x="3790925" y="4118295"/>
              <a:ext cx="1074643" cy="0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V="1">
              <a:off x="4467999" y="3665429"/>
              <a:ext cx="0" cy="136548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8635619" y="3477759"/>
              <a:ext cx="248687" cy="0"/>
            </a:xfrm>
            <a:prstGeom prst="line">
              <a:avLst/>
            </a:prstGeom>
            <a:ln w="28575"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8348448" y="1989324"/>
              <a:ext cx="549167" cy="0"/>
            </a:xfrm>
            <a:prstGeom prst="line">
              <a:avLst/>
            </a:prstGeom>
            <a:ln w="28575"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3537819" y="3485031"/>
              <a:ext cx="248687" cy="0"/>
            </a:xfrm>
            <a:prstGeom prst="line">
              <a:avLst/>
            </a:prstGeom>
            <a:ln w="28575">
              <a:prstDash val="sysDot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537819" y="1983428"/>
              <a:ext cx="624894" cy="0"/>
            </a:xfrm>
            <a:prstGeom prst="line">
              <a:avLst/>
            </a:prstGeom>
            <a:ln w="28575">
              <a:prstDash val="sysDot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Freeform 113"/>
          <p:cNvSpPr>
            <a:spLocks/>
          </p:cNvSpPr>
          <p:nvPr/>
        </p:nvSpPr>
        <p:spPr bwMode="auto">
          <a:xfrm>
            <a:off x="7683803" y="4200671"/>
            <a:ext cx="600611" cy="338445"/>
          </a:xfrm>
          <a:custGeom>
            <a:avLst/>
            <a:gdLst>
              <a:gd name="T0" fmla="*/ 56 w 343"/>
              <a:gd name="T1" fmla="*/ 193 h 193"/>
              <a:gd name="T2" fmla="*/ 0 w 343"/>
              <a:gd name="T3" fmla="*/ 148 h 193"/>
              <a:gd name="T4" fmla="*/ 22 w 343"/>
              <a:gd name="T5" fmla="*/ 113 h 193"/>
              <a:gd name="T6" fmla="*/ 21 w 343"/>
              <a:gd name="T7" fmla="*/ 104 h 193"/>
              <a:gd name="T8" fmla="*/ 88 w 343"/>
              <a:gd name="T9" fmla="*/ 51 h 193"/>
              <a:gd name="T10" fmla="*/ 106 w 343"/>
              <a:gd name="T11" fmla="*/ 53 h 193"/>
              <a:gd name="T12" fmla="*/ 106 w 343"/>
              <a:gd name="T13" fmla="*/ 49 h 193"/>
              <a:gd name="T14" fmla="*/ 145 w 343"/>
              <a:gd name="T15" fmla="*/ 1 h 193"/>
              <a:gd name="T16" fmla="*/ 145 w 343"/>
              <a:gd name="T17" fmla="*/ 89 h 193"/>
              <a:gd name="T18" fmla="*/ 109 w 343"/>
              <a:gd name="T19" fmla="*/ 89 h 193"/>
              <a:gd name="T20" fmla="*/ 171 w 343"/>
              <a:gd name="T21" fmla="*/ 167 h 193"/>
              <a:gd name="T22" fmla="*/ 234 w 343"/>
              <a:gd name="T23" fmla="*/ 89 h 193"/>
              <a:gd name="T24" fmla="*/ 198 w 343"/>
              <a:gd name="T25" fmla="*/ 89 h 193"/>
              <a:gd name="T26" fmla="*/ 198 w 343"/>
              <a:gd name="T27" fmla="*/ 0 h 193"/>
              <a:gd name="T28" fmla="*/ 240 w 343"/>
              <a:gd name="T29" fmla="*/ 49 h 193"/>
              <a:gd name="T30" fmla="*/ 240 w 343"/>
              <a:gd name="T31" fmla="*/ 52 h 193"/>
              <a:gd name="T32" fmla="*/ 254 w 343"/>
              <a:gd name="T33" fmla="*/ 51 h 193"/>
              <a:gd name="T34" fmla="*/ 321 w 343"/>
              <a:gd name="T35" fmla="*/ 104 h 193"/>
              <a:gd name="T36" fmla="*/ 320 w 343"/>
              <a:gd name="T37" fmla="*/ 113 h 193"/>
              <a:gd name="T38" fmla="*/ 343 w 343"/>
              <a:gd name="T39" fmla="*/ 148 h 193"/>
              <a:gd name="T40" fmla="*/ 286 w 343"/>
              <a:gd name="T41" fmla="*/ 193 h 193"/>
              <a:gd name="T42" fmla="*/ 56 w 343"/>
              <a:gd name="T43" fmla="*/ 193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43" h="193">
                <a:moveTo>
                  <a:pt x="56" y="193"/>
                </a:moveTo>
                <a:cubicBezTo>
                  <a:pt x="25" y="193"/>
                  <a:pt x="0" y="168"/>
                  <a:pt x="0" y="148"/>
                </a:cubicBezTo>
                <a:cubicBezTo>
                  <a:pt x="0" y="129"/>
                  <a:pt x="9" y="121"/>
                  <a:pt x="22" y="113"/>
                </a:cubicBezTo>
                <a:cubicBezTo>
                  <a:pt x="22" y="110"/>
                  <a:pt x="21" y="107"/>
                  <a:pt x="21" y="104"/>
                </a:cubicBezTo>
                <a:cubicBezTo>
                  <a:pt x="21" y="74"/>
                  <a:pt x="51" y="51"/>
                  <a:pt x="88" y="51"/>
                </a:cubicBezTo>
                <a:cubicBezTo>
                  <a:pt x="94" y="51"/>
                  <a:pt x="101" y="52"/>
                  <a:pt x="106" y="53"/>
                </a:cubicBezTo>
                <a:cubicBezTo>
                  <a:pt x="106" y="51"/>
                  <a:pt x="106" y="50"/>
                  <a:pt x="106" y="49"/>
                </a:cubicBezTo>
                <a:cubicBezTo>
                  <a:pt x="106" y="28"/>
                  <a:pt x="122" y="9"/>
                  <a:pt x="145" y="1"/>
                </a:cubicBezTo>
                <a:cubicBezTo>
                  <a:pt x="145" y="89"/>
                  <a:pt x="145" y="89"/>
                  <a:pt x="145" y="89"/>
                </a:cubicBezTo>
                <a:cubicBezTo>
                  <a:pt x="109" y="89"/>
                  <a:pt x="109" y="89"/>
                  <a:pt x="109" y="89"/>
                </a:cubicBezTo>
                <a:cubicBezTo>
                  <a:pt x="171" y="167"/>
                  <a:pt x="171" y="167"/>
                  <a:pt x="171" y="167"/>
                </a:cubicBezTo>
                <a:cubicBezTo>
                  <a:pt x="234" y="89"/>
                  <a:pt x="234" y="89"/>
                  <a:pt x="234" y="89"/>
                </a:cubicBezTo>
                <a:cubicBezTo>
                  <a:pt x="198" y="89"/>
                  <a:pt x="198" y="89"/>
                  <a:pt x="198" y="89"/>
                </a:cubicBezTo>
                <a:cubicBezTo>
                  <a:pt x="198" y="0"/>
                  <a:pt x="198" y="0"/>
                  <a:pt x="198" y="0"/>
                </a:cubicBezTo>
                <a:cubicBezTo>
                  <a:pt x="223" y="8"/>
                  <a:pt x="240" y="26"/>
                  <a:pt x="240" y="49"/>
                </a:cubicBezTo>
                <a:cubicBezTo>
                  <a:pt x="240" y="50"/>
                  <a:pt x="240" y="51"/>
                  <a:pt x="240" y="52"/>
                </a:cubicBezTo>
                <a:cubicBezTo>
                  <a:pt x="244" y="51"/>
                  <a:pt x="249" y="51"/>
                  <a:pt x="254" y="51"/>
                </a:cubicBezTo>
                <a:cubicBezTo>
                  <a:pt x="291" y="51"/>
                  <a:pt x="321" y="74"/>
                  <a:pt x="321" y="104"/>
                </a:cubicBezTo>
                <a:cubicBezTo>
                  <a:pt x="321" y="107"/>
                  <a:pt x="321" y="110"/>
                  <a:pt x="320" y="113"/>
                </a:cubicBezTo>
                <a:cubicBezTo>
                  <a:pt x="334" y="121"/>
                  <a:pt x="343" y="129"/>
                  <a:pt x="343" y="148"/>
                </a:cubicBezTo>
                <a:cubicBezTo>
                  <a:pt x="343" y="168"/>
                  <a:pt x="318" y="193"/>
                  <a:pt x="286" y="193"/>
                </a:cubicBezTo>
                <a:lnTo>
                  <a:pt x="56" y="19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34394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Freeform 114"/>
          <p:cNvSpPr>
            <a:spLocks/>
          </p:cNvSpPr>
          <p:nvPr/>
        </p:nvSpPr>
        <p:spPr bwMode="auto">
          <a:xfrm>
            <a:off x="3840930" y="4194007"/>
            <a:ext cx="598389" cy="345111"/>
          </a:xfrm>
          <a:custGeom>
            <a:avLst/>
            <a:gdLst>
              <a:gd name="T0" fmla="*/ 56 w 342"/>
              <a:gd name="T1" fmla="*/ 197 h 197"/>
              <a:gd name="T2" fmla="*/ 0 w 342"/>
              <a:gd name="T3" fmla="*/ 152 h 197"/>
              <a:gd name="T4" fmla="*/ 22 w 342"/>
              <a:gd name="T5" fmla="*/ 117 h 197"/>
              <a:gd name="T6" fmla="*/ 21 w 342"/>
              <a:gd name="T7" fmla="*/ 108 h 197"/>
              <a:gd name="T8" fmla="*/ 88 w 342"/>
              <a:gd name="T9" fmla="*/ 55 h 197"/>
              <a:gd name="T10" fmla="*/ 106 w 342"/>
              <a:gd name="T11" fmla="*/ 57 h 197"/>
              <a:gd name="T12" fmla="*/ 106 w 342"/>
              <a:gd name="T13" fmla="*/ 53 h 197"/>
              <a:gd name="T14" fmla="*/ 173 w 342"/>
              <a:gd name="T15" fmla="*/ 0 h 197"/>
              <a:gd name="T16" fmla="*/ 240 w 342"/>
              <a:gd name="T17" fmla="*/ 53 h 197"/>
              <a:gd name="T18" fmla="*/ 239 w 342"/>
              <a:gd name="T19" fmla="*/ 56 h 197"/>
              <a:gd name="T20" fmla="*/ 254 w 342"/>
              <a:gd name="T21" fmla="*/ 55 h 197"/>
              <a:gd name="T22" fmla="*/ 321 w 342"/>
              <a:gd name="T23" fmla="*/ 108 h 197"/>
              <a:gd name="T24" fmla="*/ 320 w 342"/>
              <a:gd name="T25" fmla="*/ 117 h 197"/>
              <a:gd name="T26" fmla="*/ 342 w 342"/>
              <a:gd name="T27" fmla="*/ 152 h 197"/>
              <a:gd name="T28" fmla="*/ 286 w 342"/>
              <a:gd name="T29" fmla="*/ 197 h 197"/>
              <a:gd name="T30" fmla="*/ 198 w 342"/>
              <a:gd name="T31" fmla="*/ 197 h 197"/>
              <a:gd name="T32" fmla="*/ 198 w 342"/>
              <a:gd name="T33" fmla="*/ 120 h 197"/>
              <a:gd name="T34" fmla="*/ 234 w 342"/>
              <a:gd name="T35" fmla="*/ 120 h 197"/>
              <a:gd name="T36" fmla="*/ 171 w 342"/>
              <a:gd name="T37" fmla="*/ 42 h 197"/>
              <a:gd name="T38" fmla="*/ 109 w 342"/>
              <a:gd name="T39" fmla="*/ 120 h 197"/>
              <a:gd name="T40" fmla="*/ 144 w 342"/>
              <a:gd name="T41" fmla="*/ 120 h 197"/>
              <a:gd name="T42" fmla="*/ 144 w 342"/>
              <a:gd name="T43" fmla="*/ 197 h 197"/>
              <a:gd name="T44" fmla="*/ 56 w 342"/>
              <a:gd name="T45" fmla="*/ 197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42" h="197">
                <a:moveTo>
                  <a:pt x="56" y="197"/>
                </a:moveTo>
                <a:cubicBezTo>
                  <a:pt x="25" y="197"/>
                  <a:pt x="0" y="172"/>
                  <a:pt x="0" y="152"/>
                </a:cubicBezTo>
                <a:cubicBezTo>
                  <a:pt x="0" y="133"/>
                  <a:pt x="9" y="125"/>
                  <a:pt x="22" y="117"/>
                </a:cubicBezTo>
                <a:cubicBezTo>
                  <a:pt x="21" y="114"/>
                  <a:pt x="21" y="111"/>
                  <a:pt x="21" y="108"/>
                </a:cubicBezTo>
                <a:cubicBezTo>
                  <a:pt x="21" y="78"/>
                  <a:pt x="51" y="55"/>
                  <a:pt x="88" y="55"/>
                </a:cubicBezTo>
                <a:cubicBezTo>
                  <a:pt x="94" y="55"/>
                  <a:pt x="100" y="56"/>
                  <a:pt x="106" y="57"/>
                </a:cubicBezTo>
                <a:cubicBezTo>
                  <a:pt x="106" y="55"/>
                  <a:pt x="106" y="54"/>
                  <a:pt x="106" y="53"/>
                </a:cubicBezTo>
                <a:cubicBezTo>
                  <a:pt x="106" y="24"/>
                  <a:pt x="136" y="0"/>
                  <a:pt x="173" y="0"/>
                </a:cubicBezTo>
                <a:cubicBezTo>
                  <a:pt x="210" y="0"/>
                  <a:pt x="240" y="24"/>
                  <a:pt x="240" y="53"/>
                </a:cubicBezTo>
                <a:cubicBezTo>
                  <a:pt x="240" y="54"/>
                  <a:pt x="240" y="55"/>
                  <a:pt x="239" y="56"/>
                </a:cubicBezTo>
                <a:cubicBezTo>
                  <a:pt x="244" y="55"/>
                  <a:pt x="249" y="55"/>
                  <a:pt x="254" y="55"/>
                </a:cubicBezTo>
                <a:cubicBezTo>
                  <a:pt x="291" y="55"/>
                  <a:pt x="321" y="78"/>
                  <a:pt x="321" y="108"/>
                </a:cubicBezTo>
                <a:cubicBezTo>
                  <a:pt x="321" y="111"/>
                  <a:pt x="321" y="114"/>
                  <a:pt x="320" y="117"/>
                </a:cubicBezTo>
                <a:cubicBezTo>
                  <a:pt x="334" y="125"/>
                  <a:pt x="342" y="133"/>
                  <a:pt x="342" y="152"/>
                </a:cubicBezTo>
                <a:cubicBezTo>
                  <a:pt x="342" y="172"/>
                  <a:pt x="317" y="197"/>
                  <a:pt x="286" y="197"/>
                </a:cubicBezTo>
                <a:cubicBezTo>
                  <a:pt x="198" y="197"/>
                  <a:pt x="198" y="197"/>
                  <a:pt x="198" y="197"/>
                </a:cubicBezTo>
                <a:cubicBezTo>
                  <a:pt x="198" y="120"/>
                  <a:pt x="198" y="120"/>
                  <a:pt x="198" y="120"/>
                </a:cubicBezTo>
                <a:cubicBezTo>
                  <a:pt x="234" y="120"/>
                  <a:pt x="234" y="120"/>
                  <a:pt x="234" y="120"/>
                </a:cubicBezTo>
                <a:cubicBezTo>
                  <a:pt x="171" y="42"/>
                  <a:pt x="171" y="42"/>
                  <a:pt x="171" y="42"/>
                </a:cubicBezTo>
                <a:cubicBezTo>
                  <a:pt x="109" y="120"/>
                  <a:pt x="109" y="120"/>
                  <a:pt x="109" y="120"/>
                </a:cubicBezTo>
                <a:cubicBezTo>
                  <a:pt x="144" y="120"/>
                  <a:pt x="144" y="120"/>
                  <a:pt x="144" y="120"/>
                </a:cubicBezTo>
                <a:cubicBezTo>
                  <a:pt x="144" y="197"/>
                  <a:pt x="144" y="197"/>
                  <a:pt x="144" y="197"/>
                </a:cubicBezTo>
                <a:lnTo>
                  <a:pt x="56" y="19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34394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6540348" y="1902279"/>
            <a:ext cx="511741" cy="513223"/>
            <a:chOff x="6540348" y="2119097"/>
            <a:chExt cx="511741" cy="513223"/>
          </a:xfrm>
        </p:grpSpPr>
        <p:sp>
          <p:nvSpPr>
            <p:cNvPr id="42" name="Freeform 69"/>
            <p:cNvSpPr>
              <a:spLocks noEditPoints="1"/>
            </p:cNvSpPr>
            <p:nvPr/>
          </p:nvSpPr>
          <p:spPr bwMode="auto">
            <a:xfrm>
              <a:off x="6540348" y="2119097"/>
              <a:ext cx="511741" cy="513223"/>
            </a:xfrm>
            <a:custGeom>
              <a:avLst/>
              <a:gdLst>
                <a:gd name="T0" fmla="*/ 146 w 292"/>
                <a:gd name="T1" fmla="*/ 0 h 293"/>
                <a:gd name="T2" fmla="*/ 249 w 292"/>
                <a:gd name="T3" fmla="*/ 43 h 293"/>
                <a:gd name="T4" fmla="*/ 292 w 292"/>
                <a:gd name="T5" fmla="*/ 146 h 293"/>
                <a:gd name="T6" fmla="*/ 249 w 292"/>
                <a:gd name="T7" fmla="*/ 250 h 293"/>
                <a:gd name="T8" fmla="*/ 146 w 292"/>
                <a:gd name="T9" fmla="*/ 293 h 293"/>
                <a:gd name="T10" fmla="*/ 146 w 292"/>
                <a:gd name="T11" fmla="*/ 269 h 293"/>
                <a:gd name="T12" fmla="*/ 232 w 292"/>
                <a:gd name="T13" fmla="*/ 233 h 293"/>
                <a:gd name="T14" fmla="*/ 268 w 292"/>
                <a:gd name="T15" fmla="*/ 146 h 293"/>
                <a:gd name="T16" fmla="*/ 232 w 292"/>
                <a:gd name="T17" fmla="*/ 60 h 293"/>
                <a:gd name="T18" fmla="*/ 146 w 292"/>
                <a:gd name="T19" fmla="*/ 24 h 293"/>
                <a:gd name="T20" fmla="*/ 146 w 292"/>
                <a:gd name="T21" fmla="*/ 0 h 293"/>
                <a:gd name="T22" fmla="*/ 146 w 292"/>
                <a:gd name="T23" fmla="*/ 293 h 293"/>
                <a:gd name="T24" fmla="*/ 43 w 292"/>
                <a:gd name="T25" fmla="*/ 250 h 293"/>
                <a:gd name="T26" fmla="*/ 0 w 292"/>
                <a:gd name="T27" fmla="*/ 146 h 293"/>
                <a:gd name="T28" fmla="*/ 43 w 292"/>
                <a:gd name="T29" fmla="*/ 43 h 293"/>
                <a:gd name="T30" fmla="*/ 146 w 292"/>
                <a:gd name="T31" fmla="*/ 0 h 293"/>
                <a:gd name="T32" fmla="*/ 146 w 292"/>
                <a:gd name="T33" fmla="*/ 24 h 293"/>
                <a:gd name="T34" fmla="*/ 60 w 292"/>
                <a:gd name="T35" fmla="*/ 60 h 293"/>
                <a:gd name="T36" fmla="*/ 24 w 292"/>
                <a:gd name="T37" fmla="*/ 146 h 293"/>
                <a:gd name="T38" fmla="*/ 60 w 292"/>
                <a:gd name="T39" fmla="*/ 233 h 293"/>
                <a:gd name="T40" fmla="*/ 146 w 292"/>
                <a:gd name="T41" fmla="*/ 269 h 293"/>
                <a:gd name="T42" fmla="*/ 146 w 292"/>
                <a:gd name="T43" fmla="*/ 293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92" h="293">
                  <a:moveTo>
                    <a:pt x="146" y="0"/>
                  </a:moveTo>
                  <a:cubicBezTo>
                    <a:pt x="186" y="0"/>
                    <a:pt x="223" y="17"/>
                    <a:pt x="249" y="43"/>
                  </a:cubicBezTo>
                  <a:cubicBezTo>
                    <a:pt x="276" y="70"/>
                    <a:pt x="292" y="106"/>
                    <a:pt x="292" y="146"/>
                  </a:cubicBezTo>
                  <a:cubicBezTo>
                    <a:pt x="292" y="187"/>
                    <a:pt x="276" y="223"/>
                    <a:pt x="249" y="250"/>
                  </a:cubicBezTo>
                  <a:cubicBezTo>
                    <a:pt x="223" y="276"/>
                    <a:pt x="186" y="293"/>
                    <a:pt x="146" y="293"/>
                  </a:cubicBezTo>
                  <a:cubicBezTo>
                    <a:pt x="146" y="269"/>
                    <a:pt x="146" y="269"/>
                    <a:pt x="146" y="269"/>
                  </a:cubicBezTo>
                  <a:cubicBezTo>
                    <a:pt x="180" y="269"/>
                    <a:pt x="210" y="255"/>
                    <a:pt x="232" y="233"/>
                  </a:cubicBezTo>
                  <a:cubicBezTo>
                    <a:pt x="254" y="211"/>
                    <a:pt x="268" y="180"/>
                    <a:pt x="268" y="146"/>
                  </a:cubicBezTo>
                  <a:cubicBezTo>
                    <a:pt x="268" y="113"/>
                    <a:pt x="254" y="82"/>
                    <a:pt x="232" y="60"/>
                  </a:cubicBezTo>
                  <a:cubicBezTo>
                    <a:pt x="210" y="38"/>
                    <a:pt x="180" y="24"/>
                    <a:pt x="146" y="24"/>
                  </a:cubicBezTo>
                  <a:lnTo>
                    <a:pt x="146" y="0"/>
                  </a:lnTo>
                  <a:close/>
                  <a:moveTo>
                    <a:pt x="146" y="293"/>
                  </a:moveTo>
                  <a:cubicBezTo>
                    <a:pt x="106" y="293"/>
                    <a:pt x="69" y="276"/>
                    <a:pt x="43" y="250"/>
                  </a:cubicBezTo>
                  <a:cubicBezTo>
                    <a:pt x="16" y="223"/>
                    <a:pt x="0" y="187"/>
                    <a:pt x="0" y="146"/>
                  </a:cubicBezTo>
                  <a:cubicBezTo>
                    <a:pt x="0" y="106"/>
                    <a:pt x="16" y="70"/>
                    <a:pt x="43" y="43"/>
                  </a:cubicBezTo>
                  <a:cubicBezTo>
                    <a:pt x="69" y="17"/>
                    <a:pt x="106" y="0"/>
                    <a:pt x="146" y="0"/>
                  </a:cubicBezTo>
                  <a:cubicBezTo>
                    <a:pt x="146" y="24"/>
                    <a:pt x="146" y="24"/>
                    <a:pt x="146" y="24"/>
                  </a:cubicBezTo>
                  <a:cubicBezTo>
                    <a:pt x="112" y="24"/>
                    <a:pt x="82" y="38"/>
                    <a:pt x="60" y="60"/>
                  </a:cubicBezTo>
                  <a:cubicBezTo>
                    <a:pt x="38" y="82"/>
                    <a:pt x="24" y="113"/>
                    <a:pt x="24" y="146"/>
                  </a:cubicBezTo>
                  <a:cubicBezTo>
                    <a:pt x="24" y="180"/>
                    <a:pt x="38" y="211"/>
                    <a:pt x="60" y="233"/>
                  </a:cubicBezTo>
                  <a:cubicBezTo>
                    <a:pt x="82" y="255"/>
                    <a:pt x="112" y="269"/>
                    <a:pt x="146" y="269"/>
                  </a:cubicBezTo>
                  <a:lnTo>
                    <a:pt x="146" y="2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Oval 70"/>
            <p:cNvSpPr>
              <a:spLocks noChangeArrowheads="1"/>
            </p:cNvSpPr>
            <p:nvPr/>
          </p:nvSpPr>
          <p:spPr bwMode="auto">
            <a:xfrm>
              <a:off x="6561825" y="2139833"/>
              <a:ext cx="468787" cy="47100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Freeform 71"/>
            <p:cNvSpPr>
              <a:spLocks noEditPoints="1"/>
            </p:cNvSpPr>
            <p:nvPr/>
          </p:nvSpPr>
          <p:spPr bwMode="auto">
            <a:xfrm>
              <a:off x="6645510" y="2347936"/>
              <a:ext cx="301416" cy="138488"/>
            </a:xfrm>
            <a:custGeom>
              <a:avLst/>
              <a:gdLst>
                <a:gd name="T0" fmla="*/ 362 w 407"/>
                <a:gd name="T1" fmla="*/ 26 h 187"/>
                <a:gd name="T2" fmla="*/ 336 w 407"/>
                <a:gd name="T3" fmla="*/ 187 h 187"/>
                <a:gd name="T4" fmla="*/ 343 w 407"/>
                <a:gd name="T5" fmla="*/ 26 h 187"/>
                <a:gd name="T6" fmla="*/ 352 w 407"/>
                <a:gd name="T7" fmla="*/ 79 h 187"/>
                <a:gd name="T8" fmla="*/ 336 w 407"/>
                <a:gd name="T9" fmla="*/ 135 h 187"/>
                <a:gd name="T10" fmla="*/ 308 w 407"/>
                <a:gd name="T11" fmla="*/ 187 h 187"/>
                <a:gd name="T12" fmla="*/ 308 w 407"/>
                <a:gd name="T13" fmla="*/ 187 h 187"/>
                <a:gd name="T14" fmla="*/ 326 w 407"/>
                <a:gd name="T15" fmla="*/ 62 h 187"/>
                <a:gd name="T16" fmla="*/ 317 w 407"/>
                <a:gd name="T17" fmla="*/ 114 h 187"/>
                <a:gd name="T18" fmla="*/ 308 w 407"/>
                <a:gd name="T19" fmla="*/ 187 h 187"/>
                <a:gd name="T20" fmla="*/ 308 w 407"/>
                <a:gd name="T21" fmla="*/ 0 h 187"/>
                <a:gd name="T22" fmla="*/ 282 w 407"/>
                <a:gd name="T23" fmla="*/ 114 h 187"/>
                <a:gd name="T24" fmla="*/ 291 w 407"/>
                <a:gd name="T25" fmla="*/ 26 h 187"/>
                <a:gd name="T26" fmla="*/ 282 w 407"/>
                <a:gd name="T27" fmla="*/ 187 h 187"/>
                <a:gd name="T28" fmla="*/ 282 w 407"/>
                <a:gd name="T29" fmla="*/ 0 h 187"/>
                <a:gd name="T30" fmla="*/ 256 w 407"/>
                <a:gd name="T31" fmla="*/ 62 h 187"/>
                <a:gd name="T32" fmla="*/ 265 w 407"/>
                <a:gd name="T33" fmla="*/ 114 h 187"/>
                <a:gd name="T34" fmla="*/ 256 w 407"/>
                <a:gd name="T35" fmla="*/ 187 h 187"/>
                <a:gd name="T36" fmla="*/ 256 w 407"/>
                <a:gd name="T37" fmla="*/ 0 h 187"/>
                <a:gd name="T38" fmla="*/ 230 w 407"/>
                <a:gd name="T39" fmla="*/ 114 h 187"/>
                <a:gd name="T40" fmla="*/ 237 w 407"/>
                <a:gd name="T41" fmla="*/ 26 h 187"/>
                <a:gd name="T42" fmla="*/ 230 w 407"/>
                <a:gd name="T43" fmla="*/ 187 h 187"/>
                <a:gd name="T44" fmla="*/ 230 w 407"/>
                <a:gd name="T45" fmla="*/ 0 h 187"/>
                <a:gd name="T46" fmla="*/ 201 w 407"/>
                <a:gd name="T47" fmla="*/ 62 h 187"/>
                <a:gd name="T48" fmla="*/ 211 w 407"/>
                <a:gd name="T49" fmla="*/ 114 h 187"/>
                <a:gd name="T50" fmla="*/ 201 w 407"/>
                <a:gd name="T51" fmla="*/ 187 h 187"/>
                <a:gd name="T52" fmla="*/ 201 w 407"/>
                <a:gd name="T53" fmla="*/ 0 h 187"/>
                <a:gd name="T54" fmla="*/ 175 w 407"/>
                <a:gd name="T55" fmla="*/ 114 h 187"/>
                <a:gd name="T56" fmla="*/ 185 w 407"/>
                <a:gd name="T57" fmla="*/ 26 h 187"/>
                <a:gd name="T58" fmla="*/ 175 w 407"/>
                <a:gd name="T59" fmla="*/ 187 h 187"/>
                <a:gd name="T60" fmla="*/ 175 w 407"/>
                <a:gd name="T61" fmla="*/ 0 h 187"/>
                <a:gd name="T62" fmla="*/ 149 w 407"/>
                <a:gd name="T63" fmla="*/ 62 h 187"/>
                <a:gd name="T64" fmla="*/ 159 w 407"/>
                <a:gd name="T65" fmla="*/ 114 h 187"/>
                <a:gd name="T66" fmla="*/ 149 w 407"/>
                <a:gd name="T67" fmla="*/ 187 h 187"/>
                <a:gd name="T68" fmla="*/ 149 w 407"/>
                <a:gd name="T69" fmla="*/ 0 h 187"/>
                <a:gd name="T70" fmla="*/ 123 w 407"/>
                <a:gd name="T71" fmla="*/ 114 h 187"/>
                <a:gd name="T72" fmla="*/ 130 w 407"/>
                <a:gd name="T73" fmla="*/ 26 h 187"/>
                <a:gd name="T74" fmla="*/ 123 w 407"/>
                <a:gd name="T75" fmla="*/ 187 h 187"/>
                <a:gd name="T76" fmla="*/ 123 w 407"/>
                <a:gd name="T77" fmla="*/ 0 h 187"/>
                <a:gd name="T78" fmla="*/ 95 w 407"/>
                <a:gd name="T79" fmla="*/ 62 h 187"/>
                <a:gd name="T80" fmla="*/ 104 w 407"/>
                <a:gd name="T81" fmla="*/ 114 h 187"/>
                <a:gd name="T82" fmla="*/ 95 w 407"/>
                <a:gd name="T83" fmla="*/ 187 h 187"/>
                <a:gd name="T84" fmla="*/ 95 w 407"/>
                <a:gd name="T85" fmla="*/ 0 h 187"/>
                <a:gd name="T86" fmla="*/ 69 w 407"/>
                <a:gd name="T87" fmla="*/ 114 h 187"/>
                <a:gd name="T88" fmla="*/ 78 w 407"/>
                <a:gd name="T89" fmla="*/ 26 h 187"/>
                <a:gd name="T90" fmla="*/ 69 w 407"/>
                <a:gd name="T91" fmla="*/ 187 h 187"/>
                <a:gd name="T92" fmla="*/ 69 w 407"/>
                <a:gd name="T93" fmla="*/ 114 h 187"/>
                <a:gd name="T94" fmla="*/ 69 w 407"/>
                <a:gd name="T95" fmla="*/ 0 h 187"/>
                <a:gd name="T96" fmla="*/ 43 w 407"/>
                <a:gd name="T97" fmla="*/ 62 h 187"/>
                <a:gd name="T98" fmla="*/ 26 w 407"/>
                <a:gd name="T99" fmla="*/ 62 h 187"/>
                <a:gd name="T100" fmla="*/ 0 w 407"/>
                <a:gd name="T101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07" h="187">
                  <a:moveTo>
                    <a:pt x="362" y="187"/>
                  </a:moveTo>
                  <a:lnTo>
                    <a:pt x="407" y="187"/>
                  </a:lnTo>
                  <a:lnTo>
                    <a:pt x="407" y="0"/>
                  </a:lnTo>
                  <a:lnTo>
                    <a:pt x="362" y="0"/>
                  </a:lnTo>
                  <a:lnTo>
                    <a:pt x="362" y="26"/>
                  </a:lnTo>
                  <a:lnTo>
                    <a:pt x="378" y="26"/>
                  </a:lnTo>
                  <a:lnTo>
                    <a:pt x="378" y="62"/>
                  </a:lnTo>
                  <a:lnTo>
                    <a:pt x="362" y="62"/>
                  </a:lnTo>
                  <a:lnTo>
                    <a:pt x="362" y="187"/>
                  </a:lnTo>
                  <a:close/>
                  <a:moveTo>
                    <a:pt x="336" y="187"/>
                  </a:moveTo>
                  <a:lnTo>
                    <a:pt x="362" y="187"/>
                  </a:lnTo>
                  <a:lnTo>
                    <a:pt x="362" y="62"/>
                  </a:lnTo>
                  <a:lnTo>
                    <a:pt x="343" y="62"/>
                  </a:lnTo>
                  <a:lnTo>
                    <a:pt x="343" y="26"/>
                  </a:lnTo>
                  <a:lnTo>
                    <a:pt x="343" y="26"/>
                  </a:lnTo>
                  <a:lnTo>
                    <a:pt x="362" y="26"/>
                  </a:lnTo>
                  <a:lnTo>
                    <a:pt x="362" y="0"/>
                  </a:lnTo>
                  <a:lnTo>
                    <a:pt x="336" y="0"/>
                  </a:lnTo>
                  <a:lnTo>
                    <a:pt x="336" y="79"/>
                  </a:lnTo>
                  <a:lnTo>
                    <a:pt x="352" y="79"/>
                  </a:lnTo>
                  <a:lnTo>
                    <a:pt x="352" y="114"/>
                  </a:lnTo>
                  <a:lnTo>
                    <a:pt x="352" y="114"/>
                  </a:lnTo>
                  <a:lnTo>
                    <a:pt x="336" y="114"/>
                  </a:lnTo>
                  <a:lnTo>
                    <a:pt x="336" y="135"/>
                  </a:lnTo>
                  <a:lnTo>
                    <a:pt x="336" y="135"/>
                  </a:lnTo>
                  <a:lnTo>
                    <a:pt x="336" y="171"/>
                  </a:lnTo>
                  <a:lnTo>
                    <a:pt x="336" y="171"/>
                  </a:lnTo>
                  <a:lnTo>
                    <a:pt x="336" y="171"/>
                  </a:lnTo>
                  <a:lnTo>
                    <a:pt x="336" y="187"/>
                  </a:lnTo>
                  <a:close/>
                  <a:moveTo>
                    <a:pt x="308" y="187"/>
                  </a:moveTo>
                  <a:lnTo>
                    <a:pt x="336" y="187"/>
                  </a:lnTo>
                  <a:lnTo>
                    <a:pt x="336" y="171"/>
                  </a:lnTo>
                  <a:lnTo>
                    <a:pt x="308" y="171"/>
                  </a:lnTo>
                  <a:lnTo>
                    <a:pt x="308" y="187"/>
                  </a:lnTo>
                  <a:lnTo>
                    <a:pt x="308" y="187"/>
                  </a:lnTo>
                  <a:close/>
                  <a:moveTo>
                    <a:pt x="336" y="0"/>
                  </a:moveTo>
                  <a:lnTo>
                    <a:pt x="308" y="0"/>
                  </a:lnTo>
                  <a:lnTo>
                    <a:pt x="308" y="26"/>
                  </a:lnTo>
                  <a:lnTo>
                    <a:pt x="326" y="26"/>
                  </a:lnTo>
                  <a:lnTo>
                    <a:pt x="326" y="62"/>
                  </a:lnTo>
                  <a:lnTo>
                    <a:pt x="308" y="62"/>
                  </a:lnTo>
                  <a:lnTo>
                    <a:pt x="308" y="135"/>
                  </a:lnTo>
                  <a:lnTo>
                    <a:pt x="336" y="135"/>
                  </a:lnTo>
                  <a:lnTo>
                    <a:pt x="336" y="114"/>
                  </a:lnTo>
                  <a:lnTo>
                    <a:pt x="317" y="114"/>
                  </a:lnTo>
                  <a:lnTo>
                    <a:pt x="317" y="79"/>
                  </a:lnTo>
                  <a:lnTo>
                    <a:pt x="336" y="79"/>
                  </a:lnTo>
                  <a:lnTo>
                    <a:pt x="336" y="0"/>
                  </a:lnTo>
                  <a:close/>
                  <a:moveTo>
                    <a:pt x="282" y="187"/>
                  </a:moveTo>
                  <a:lnTo>
                    <a:pt x="308" y="187"/>
                  </a:lnTo>
                  <a:lnTo>
                    <a:pt x="308" y="171"/>
                  </a:lnTo>
                  <a:lnTo>
                    <a:pt x="282" y="171"/>
                  </a:lnTo>
                  <a:lnTo>
                    <a:pt x="282" y="187"/>
                  </a:lnTo>
                  <a:lnTo>
                    <a:pt x="282" y="187"/>
                  </a:lnTo>
                  <a:close/>
                  <a:moveTo>
                    <a:pt x="308" y="0"/>
                  </a:moveTo>
                  <a:lnTo>
                    <a:pt x="282" y="0"/>
                  </a:lnTo>
                  <a:lnTo>
                    <a:pt x="282" y="79"/>
                  </a:lnTo>
                  <a:lnTo>
                    <a:pt x="300" y="79"/>
                  </a:lnTo>
                  <a:lnTo>
                    <a:pt x="300" y="114"/>
                  </a:lnTo>
                  <a:lnTo>
                    <a:pt x="282" y="114"/>
                  </a:lnTo>
                  <a:lnTo>
                    <a:pt x="282" y="135"/>
                  </a:lnTo>
                  <a:lnTo>
                    <a:pt x="308" y="135"/>
                  </a:lnTo>
                  <a:lnTo>
                    <a:pt x="308" y="62"/>
                  </a:lnTo>
                  <a:lnTo>
                    <a:pt x="291" y="62"/>
                  </a:lnTo>
                  <a:lnTo>
                    <a:pt x="291" y="26"/>
                  </a:lnTo>
                  <a:lnTo>
                    <a:pt x="291" y="26"/>
                  </a:lnTo>
                  <a:lnTo>
                    <a:pt x="308" y="26"/>
                  </a:lnTo>
                  <a:lnTo>
                    <a:pt x="308" y="0"/>
                  </a:lnTo>
                  <a:close/>
                  <a:moveTo>
                    <a:pt x="256" y="187"/>
                  </a:moveTo>
                  <a:lnTo>
                    <a:pt x="282" y="187"/>
                  </a:lnTo>
                  <a:lnTo>
                    <a:pt x="282" y="171"/>
                  </a:lnTo>
                  <a:lnTo>
                    <a:pt x="256" y="171"/>
                  </a:lnTo>
                  <a:lnTo>
                    <a:pt x="256" y="187"/>
                  </a:lnTo>
                  <a:lnTo>
                    <a:pt x="256" y="187"/>
                  </a:lnTo>
                  <a:close/>
                  <a:moveTo>
                    <a:pt x="282" y="0"/>
                  </a:moveTo>
                  <a:lnTo>
                    <a:pt x="256" y="0"/>
                  </a:lnTo>
                  <a:lnTo>
                    <a:pt x="256" y="26"/>
                  </a:lnTo>
                  <a:lnTo>
                    <a:pt x="272" y="26"/>
                  </a:lnTo>
                  <a:lnTo>
                    <a:pt x="272" y="62"/>
                  </a:lnTo>
                  <a:lnTo>
                    <a:pt x="256" y="62"/>
                  </a:lnTo>
                  <a:lnTo>
                    <a:pt x="256" y="135"/>
                  </a:lnTo>
                  <a:lnTo>
                    <a:pt x="282" y="135"/>
                  </a:lnTo>
                  <a:lnTo>
                    <a:pt x="282" y="114"/>
                  </a:lnTo>
                  <a:lnTo>
                    <a:pt x="265" y="114"/>
                  </a:lnTo>
                  <a:lnTo>
                    <a:pt x="265" y="114"/>
                  </a:lnTo>
                  <a:lnTo>
                    <a:pt x="265" y="79"/>
                  </a:lnTo>
                  <a:lnTo>
                    <a:pt x="282" y="79"/>
                  </a:lnTo>
                  <a:lnTo>
                    <a:pt x="282" y="0"/>
                  </a:lnTo>
                  <a:close/>
                  <a:moveTo>
                    <a:pt x="230" y="187"/>
                  </a:moveTo>
                  <a:lnTo>
                    <a:pt x="256" y="187"/>
                  </a:lnTo>
                  <a:lnTo>
                    <a:pt x="256" y="171"/>
                  </a:lnTo>
                  <a:lnTo>
                    <a:pt x="230" y="171"/>
                  </a:lnTo>
                  <a:lnTo>
                    <a:pt x="230" y="187"/>
                  </a:lnTo>
                  <a:lnTo>
                    <a:pt x="230" y="187"/>
                  </a:lnTo>
                  <a:close/>
                  <a:moveTo>
                    <a:pt x="256" y="0"/>
                  </a:moveTo>
                  <a:lnTo>
                    <a:pt x="230" y="0"/>
                  </a:lnTo>
                  <a:lnTo>
                    <a:pt x="230" y="79"/>
                  </a:lnTo>
                  <a:lnTo>
                    <a:pt x="246" y="79"/>
                  </a:lnTo>
                  <a:lnTo>
                    <a:pt x="246" y="114"/>
                  </a:lnTo>
                  <a:lnTo>
                    <a:pt x="230" y="114"/>
                  </a:lnTo>
                  <a:lnTo>
                    <a:pt x="230" y="135"/>
                  </a:lnTo>
                  <a:lnTo>
                    <a:pt x="256" y="135"/>
                  </a:lnTo>
                  <a:lnTo>
                    <a:pt x="256" y="62"/>
                  </a:lnTo>
                  <a:lnTo>
                    <a:pt x="237" y="62"/>
                  </a:lnTo>
                  <a:lnTo>
                    <a:pt x="237" y="26"/>
                  </a:lnTo>
                  <a:lnTo>
                    <a:pt x="237" y="26"/>
                  </a:lnTo>
                  <a:lnTo>
                    <a:pt x="256" y="26"/>
                  </a:lnTo>
                  <a:lnTo>
                    <a:pt x="256" y="0"/>
                  </a:lnTo>
                  <a:close/>
                  <a:moveTo>
                    <a:pt x="201" y="187"/>
                  </a:moveTo>
                  <a:lnTo>
                    <a:pt x="230" y="187"/>
                  </a:lnTo>
                  <a:lnTo>
                    <a:pt x="230" y="171"/>
                  </a:lnTo>
                  <a:lnTo>
                    <a:pt x="201" y="171"/>
                  </a:lnTo>
                  <a:lnTo>
                    <a:pt x="201" y="187"/>
                  </a:lnTo>
                  <a:lnTo>
                    <a:pt x="201" y="187"/>
                  </a:lnTo>
                  <a:close/>
                  <a:moveTo>
                    <a:pt x="230" y="0"/>
                  </a:moveTo>
                  <a:lnTo>
                    <a:pt x="201" y="0"/>
                  </a:lnTo>
                  <a:lnTo>
                    <a:pt x="201" y="26"/>
                  </a:lnTo>
                  <a:lnTo>
                    <a:pt x="220" y="26"/>
                  </a:lnTo>
                  <a:lnTo>
                    <a:pt x="220" y="62"/>
                  </a:lnTo>
                  <a:lnTo>
                    <a:pt x="201" y="62"/>
                  </a:lnTo>
                  <a:lnTo>
                    <a:pt x="201" y="135"/>
                  </a:lnTo>
                  <a:lnTo>
                    <a:pt x="230" y="135"/>
                  </a:lnTo>
                  <a:lnTo>
                    <a:pt x="230" y="114"/>
                  </a:lnTo>
                  <a:lnTo>
                    <a:pt x="211" y="114"/>
                  </a:lnTo>
                  <a:lnTo>
                    <a:pt x="211" y="114"/>
                  </a:lnTo>
                  <a:lnTo>
                    <a:pt x="211" y="79"/>
                  </a:lnTo>
                  <a:lnTo>
                    <a:pt x="230" y="79"/>
                  </a:lnTo>
                  <a:lnTo>
                    <a:pt x="230" y="0"/>
                  </a:lnTo>
                  <a:close/>
                  <a:moveTo>
                    <a:pt x="175" y="187"/>
                  </a:moveTo>
                  <a:lnTo>
                    <a:pt x="201" y="187"/>
                  </a:lnTo>
                  <a:lnTo>
                    <a:pt x="201" y="171"/>
                  </a:lnTo>
                  <a:lnTo>
                    <a:pt x="175" y="171"/>
                  </a:lnTo>
                  <a:lnTo>
                    <a:pt x="175" y="187"/>
                  </a:lnTo>
                  <a:lnTo>
                    <a:pt x="175" y="187"/>
                  </a:lnTo>
                  <a:close/>
                  <a:moveTo>
                    <a:pt x="201" y="0"/>
                  </a:moveTo>
                  <a:lnTo>
                    <a:pt x="175" y="0"/>
                  </a:lnTo>
                  <a:lnTo>
                    <a:pt x="175" y="79"/>
                  </a:lnTo>
                  <a:lnTo>
                    <a:pt x="194" y="79"/>
                  </a:lnTo>
                  <a:lnTo>
                    <a:pt x="194" y="114"/>
                  </a:lnTo>
                  <a:lnTo>
                    <a:pt x="175" y="114"/>
                  </a:lnTo>
                  <a:lnTo>
                    <a:pt x="175" y="135"/>
                  </a:lnTo>
                  <a:lnTo>
                    <a:pt x="201" y="135"/>
                  </a:lnTo>
                  <a:lnTo>
                    <a:pt x="201" y="62"/>
                  </a:lnTo>
                  <a:lnTo>
                    <a:pt x="185" y="62"/>
                  </a:lnTo>
                  <a:lnTo>
                    <a:pt x="185" y="26"/>
                  </a:lnTo>
                  <a:lnTo>
                    <a:pt x="185" y="26"/>
                  </a:lnTo>
                  <a:lnTo>
                    <a:pt x="201" y="26"/>
                  </a:lnTo>
                  <a:lnTo>
                    <a:pt x="201" y="0"/>
                  </a:lnTo>
                  <a:close/>
                  <a:moveTo>
                    <a:pt x="149" y="187"/>
                  </a:moveTo>
                  <a:lnTo>
                    <a:pt x="175" y="187"/>
                  </a:lnTo>
                  <a:lnTo>
                    <a:pt x="175" y="171"/>
                  </a:lnTo>
                  <a:lnTo>
                    <a:pt x="149" y="171"/>
                  </a:lnTo>
                  <a:lnTo>
                    <a:pt x="149" y="187"/>
                  </a:lnTo>
                  <a:lnTo>
                    <a:pt x="149" y="187"/>
                  </a:lnTo>
                  <a:close/>
                  <a:moveTo>
                    <a:pt x="175" y="0"/>
                  </a:moveTo>
                  <a:lnTo>
                    <a:pt x="149" y="0"/>
                  </a:lnTo>
                  <a:lnTo>
                    <a:pt x="149" y="26"/>
                  </a:lnTo>
                  <a:lnTo>
                    <a:pt x="166" y="26"/>
                  </a:lnTo>
                  <a:lnTo>
                    <a:pt x="166" y="62"/>
                  </a:lnTo>
                  <a:lnTo>
                    <a:pt x="149" y="62"/>
                  </a:lnTo>
                  <a:lnTo>
                    <a:pt x="149" y="135"/>
                  </a:lnTo>
                  <a:lnTo>
                    <a:pt x="175" y="135"/>
                  </a:lnTo>
                  <a:lnTo>
                    <a:pt x="175" y="114"/>
                  </a:lnTo>
                  <a:lnTo>
                    <a:pt x="159" y="114"/>
                  </a:lnTo>
                  <a:lnTo>
                    <a:pt x="159" y="114"/>
                  </a:lnTo>
                  <a:lnTo>
                    <a:pt x="159" y="79"/>
                  </a:lnTo>
                  <a:lnTo>
                    <a:pt x="175" y="79"/>
                  </a:lnTo>
                  <a:lnTo>
                    <a:pt x="175" y="0"/>
                  </a:lnTo>
                  <a:close/>
                  <a:moveTo>
                    <a:pt x="123" y="187"/>
                  </a:moveTo>
                  <a:lnTo>
                    <a:pt x="149" y="187"/>
                  </a:lnTo>
                  <a:lnTo>
                    <a:pt x="149" y="171"/>
                  </a:lnTo>
                  <a:lnTo>
                    <a:pt x="123" y="171"/>
                  </a:lnTo>
                  <a:lnTo>
                    <a:pt x="123" y="187"/>
                  </a:lnTo>
                  <a:lnTo>
                    <a:pt x="123" y="187"/>
                  </a:lnTo>
                  <a:close/>
                  <a:moveTo>
                    <a:pt x="149" y="0"/>
                  </a:moveTo>
                  <a:lnTo>
                    <a:pt x="123" y="0"/>
                  </a:lnTo>
                  <a:lnTo>
                    <a:pt x="123" y="79"/>
                  </a:lnTo>
                  <a:lnTo>
                    <a:pt x="140" y="79"/>
                  </a:lnTo>
                  <a:lnTo>
                    <a:pt x="140" y="114"/>
                  </a:lnTo>
                  <a:lnTo>
                    <a:pt x="123" y="114"/>
                  </a:lnTo>
                  <a:lnTo>
                    <a:pt x="123" y="135"/>
                  </a:lnTo>
                  <a:lnTo>
                    <a:pt x="149" y="135"/>
                  </a:lnTo>
                  <a:lnTo>
                    <a:pt x="149" y="62"/>
                  </a:lnTo>
                  <a:lnTo>
                    <a:pt x="130" y="62"/>
                  </a:lnTo>
                  <a:lnTo>
                    <a:pt x="130" y="26"/>
                  </a:lnTo>
                  <a:lnTo>
                    <a:pt x="130" y="26"/>
                  </a:lnTo>
                  <a:lnTo>
                    <a:pt x="149" y="26"/>
                  </a:lnTo>
                  <a:lnTo>
                    <a:pt x="149" y="0"/>
                  </a:lnTo>
                  <a:close/>
                  <a:moveTo>
                    <a:pt x="95" y="187"/>
                  </a:moveTo>
                  <a:lnTo>
                    <a:pt x="123" y="187"/>
                  </a:lnTo>
                  <a:lnTo>
                    <a:pt x="123" y="171"/>
                  </a:lnTo>
                  <a:lnTo>
                    <a:pt x="95" y="171"/>
                  </a:lnTo>
                  <a:lnTo>
                    <a:pt x="95" y="187"/>
                  </a:lnTo>
                  <a:lnTo>
                    <a:pt x="95" y="187"/>
                  </a:lnTo>
                  <a:close/>
                  <a:moveTo>
                    <a:pt x="123" y="0"/>
                  </a:moveTo>
                  <a:lnTo>
                    <a:pt x="95" y="0"/>
                  </a:lnTo>
                  <a:lnTo>
                    <a:pt x="95" y="26"/>
                  </a:lnTo>
                  <a:lnTo>
                    <a:pt x="114" y="26"/>
                  </a:lnTo>
                  <a:lnTo>
                    <a:pt x="114" y="62"/>
                  </a:lnTo>
                  <a:lnTo>
                    <a:pt x="95" y="62"/>
                  </a:lnTo>
                  <a:lnTo>
                    <a:pt x="95" y="135"/>
                  </a:lnTo>
                  <a:lnTo>
                    <a:pt x="123" y="135"/>
                  </a:lnTo>
                  <a:lnTo>
                    <a:pt x="123" y="114"/>
                  </a:lnTo>
                  <a:lnTo>
                    <a:pt x="104" y="114"/>
                  </a:lnTo>
                  <a:lnTo>
                    <a:pt x="104" y="114"/>
                  </a:lnTo>
                  <a:lnTo>
                    <a:pt x="104" y="79"/>
                  </a:lnTo>
                  <a:lnTo>
                    <a:pt x="123" y="79"/>
                  </a:lnTo>
                  <a:lnTo>
                    <a:pt x="123" y="0"/>
                  </a:lnTo>
                  <a:close/>
                  <a:moveTo>
                    <a:pt x="69" y="187"/>
                  </a:moveTo>
                  <a:lnTo>
                    <a:pt x="95" y="187"/>
                  </a:lnTo>
                  <a:lnTo>
                    <a:pt x="95" y="171"/>
                  </a:lnTo>
                  <a:lnTo>
                    <a:pt x="69" y="171"/>
                  </a:lnTo>
                  <a:lnTo>
                    <a:pt x="69" y="187"/>
                  </a:lnTo>
                  <a:lnTo>
                    <a:pt x="69" y="187"/>
                  </a:lnTo>
                  <a:close/>
                  <a:moveTo>
                    <a:pt x="95" y="0"/>
                  </a:moveTo>
                  <a:lnTo>
                    <a:pt x="69" y="0"/>
                  </a:lnTo>
                  <a:lnTo>
                    <a:pt x="69" y="79"/>
                  </a:lnTo>
                  <a:lnTo>
                    <a:pt x="88" y="79"/>
                  </a:lnTo>
                  <a:lnTo>
                    <a:pt x="88" y="114"/>
                  </a:lnTo>
                  <a:lnTo>
                    <a:pt x="69" y="114"/>
                  </a:lnTo>
                  <a:lnTo>
                    <a:pt x="69" y="135"/>
                  </a:lnTo>
                  <a:lnTo>
                    <a:pt x="95" y="135"/>
                  </a:lnTo>
                  <a:lnTo>
                    <a:pt x="95" y="62"/>
                  </a:lnTo>
                  <a:lnTo>
                    <a:pt x="78" y="62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95" y="26"/>
                  </a:lnTo>
                  <a:lnTo>
                    <a:pt x="95" y="0"/>
                  </a:lnTo>
                  <a:close/>
                  <a:moveTo>
                    <a:pt x="43" y="187"/>
                  </a:moveTo>
                  <a:lnTo>
                    <a:pt x="69" y="187"/>
                  </a:lnTo>
                  <a:lnTo>
                    <a:pt x="69" y="171"/>
                  </a:lnTo>
                  <a:lnTo>
                    <a:pt x="69" y="171"/>
                  </a:lnTo>
                  <a:lnTo>
                    <a:pt x="69" y="135"/>
                  </a:lnTo>
                  <a:lnTo>
                    <a:pt x="69" y="135"/>
                  </a:lnTo>
                  <a:lnTo>
                    <a:pt x="69" y="114"/>
                  </a:lnTo>
                  <a:lnTo>
                    <a:pt x="52" y="114"/>
                  </a:lnTo>
                  <a:lnTo>
                    <a:pt x="52" y="114"/>
                  </a:lnTo>
                  <a:lnTo>
                    <a:pt x="52" y="79"/>
                  </a:lnTo>
                  <a:lnTo>
                    <a:pt x="69" y="79"/>
                  </a:lnTo>
                  <a:lnTo>
                    <a:pt x="69" y="0"/>
                  </a:lnTo>
                  <a:lnTo>
                    <a:pt x="43" y="0"/>
                  </a:lnTo>
                  <a:lnTo>
                    <a:pt x="43" y="26"/>
                  </a:lnTo>
                  <a:lnTo>
                    <a:pt x="59" y="26"/>
                  </a:lnTo>
                  <a:lnTo>
                    <a:pt x="59" y="62"/>
                  </a:lnTo>
                  <a:lnTo>
                    <a:pt x="43" y="62"/>
                  </a:lnTo>
                  <a:lnTo>
                    <a:pt x="43" y="187"/>
                  </a:lnTo>
                  <a:close/>
                  <a:moveTo>
                    <a:pt x="0" y="187"/>
                  </a:moveTo>
                  <a:lnTo>
                    <a:pt x="43" y="187"/>
                  </a:lnTo>
                  <a:lnTo>
                    <a:pt x="43" y="62"/>
                  </a:lnTo>
                  <a:lnTo>
                    <a:pt x="26" y="62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43" y="26"/>
                  </a:lnTo>
                  <a:lnTo>
                    <a:pt x="43" y="0"/>
                  </a:lnTo>
                  <a:lnTo>
                    <a:pt x="0" y="0"/>
                  </a:lnTo>
                  <a:lnTo>
                    <a:pt x="0" y="1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Freeform 72"/>
            <p:cNvSpPr>
              <a:spLocks/>
            </p:cNvSpPr>
            <p:nvPr/>
          </p:nvSpPr>
          <p:spPr bwMode="auto">
            <a:xfrm>
              <a:off x="6701794" y="2283506"/>
              <a:ext cx="173295" cy="42213"/>
            </a:xfrm>
            <a:custGeom>
              <a:avLst/>
              <a:gdLst>
                <a:gd name="T0" fmla="*/ 0 w 99"/>
                <a:gd name="T1" fmla="*/ 12 h 24"/>
                <a:gd name="T2" fmla="*/ 7 w 99"/>
                <a:gd name="T3" fmla="*/ 24 h 24"/>
                <a:gd name="T4" fmla="*/ 50 w 99"/>
                <a:gd name="T5" fmla="*/ 14 h 24"/>
                <a:gd name="T6" fmla="*/ 92 w 99"/>
                <a:gd name="T7" fmla="*/ 24 h 24"/>
                <a:gd name="T8" fmla="*/ 99 w 99"/>
                <a:gd name="T9" fmla="*/ 12 h 24"/>
                <a:gd name="T10" fmla="*/ 50 w 99"/>
                <a:gd name="T11" fmla="*/ 0 h 24"/>
                <a:gd name="T12" fmla="*/ 0 w 99"/>
                <a:gd name="T13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9" h="24">
                  <a:moveTo>
                    <a:pt x="0" y="12"/>
                  </a:moveTo>
                  <a:cubicBezTo>
                    <a:pt x="7" y="24"/>
                    <a:pt x="7" y="24"/>
                    <a:pt x="7" y="24"/>
                  </a:cubicBezTo>
                  <a:cubicBezTo>
                    <a:pt x="19" y="18"/>
                    <a:pt x="34" y="14"/>
                    <a:pt x="50" y="14"/>
                  </a:cubicBezTo>
                  <a:cubicBezTo>
                    <a:pt x="65" y="14"/>
                    <a:pt x="80" y="18"/>
                    <a:pt x="92" y="24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85" y="4"/>
                    <a:pt x="68" y="0"/>
                    <a:pt x="50" y="0"/>
                  </a:cubicBezTo>
                  <a:cubicBezTo>
                    <a:pt x="32" y="0"/>
                    <a:pt x="14" y="4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Freeform 73"/>
            <p:cNvSpPr>
              <a:spLocks/>
            </p:cNvSpPr>
            <p:nvPr/>
          </p:nvSpPr>
          <p:spPr bwMode="auto">
            <a:xfrm>
              <a:off x="6673652" y="2236109"/>
              <a:ext cx="231061" cy="48878"/>
            </a:xfrm>
            <a:custGeom>
              <a:avLst/>
              <a:gdLst>
                <a:gd name="T0" fmla="*/ 132 w 132"/>
                <a:gd name="T1" fmla="*/ 16 h 28"/>
                <a:gd name="T2" fmla="*/ 66 w 132"/>
                <a:gd name="T3" fmla="*/ 0 h 28"/>
                <a:gd name="T4" fmla="*/ 0 w 132"/>
                <a:gd name="T5" fmla="*/ 16 h 28"/>
                <a:gd name="T6" fmla="*/ 6 w 132"/>
                <a:gd name="T7" fmla="*/ 28 h 28"/>
                <a:gd name="T8" fmla="*/ 66 w 132"/>
                <a:gd name="T9" fmla="*/ 14 h 28"/>
                <a:gd name="T10" fmla="*/ 125 w 132"/>
                <a:gd name="T11" fmla="*/ 28 h 28"/>
                <a:gd name="T12" fmla="*/ 132 w 132"/>
                <a:gd name="T1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2" h="28">
                  <a:moveTo>
                    <a:pt x="132" y="16"/>
                  </a:moveTo>
                  <a:cubicBezTo>
                    <a:pt x="113" y="6"/>
                    <a:pt x="90" y="0"/>
                    <a:pt x="66" y="0"/>
                  </a:cubicBezTo>
                  <a:cubicBezTo>
                    <a:pt x="42" y="0"/>
                    <a:pt x="18" y="6"/>
                    <a:pt x="0" y="1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23" y="19"/>
                    <a:pt x="44" y="14"/>
                    <a:pt x="66" y="14"/>
                  </a:cubicBezTo>
                  <a:cubicBezTo>
                    <a:pt x="87" y="14"/>
                    <a:pt x="108" y="19"/>
                    <a:pt x="125" y="28"/>
                  </a:cubicBezTo>
                  <a:lnTo>
                    <a:pt x="132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5127320" y="1912647"/>
            <a:ext cx="509519" cy="511001"/>
            <a:chOff x="5127320" y="2129465"/>
            <a:chExt cx="509519" cy="511001"/>
          </a:xfrm>
        </p:grpSpPr>
        <p:sp>
          <p:nvSpPr>
            <p:cNvPr id="48" name="Freeform 74"/>
            <p:cNvSpPr>
              <a:spLocks noEditPoints="1"/>
            </p:cNvSpPr>
            <p:nvPr/>
          </p:nvSpPr>
          <p:spPr bwMode="auto">
            <a:xfrm>
              <a:off x="5127320" y="2129465"/>
              <a:ext cx="509519" cy="511001"/>
            </a:xfrm>
            <a:custGeom>
              <a:avLst/>
              <a:gdLst>
                <a:gd name="T0" fmla="*/ 146 w 291"/>
                <a:gd name="T1" fmla="*/ 0 h 292"/>
                <a:gd name="T2" fmla="*/ 249 w 291"/>
                <a:gd name="T3" fmla="*/ 43 h 292"/>
                <a:gd name="T4" fmla="*/ 291 w 291"/>
                <a:gd name="T5" fmla="*/ 146 h 292"/>
                <a:gd name="T6" fmla="*/ 249 w 291"/>
                <a:gd name="T7" fmla="*/ 249 h 292"/>
                <a:gd name="T8" fmla="*/ 146 w 291"/>
                <a:gd name="T9" fmla="*/ 292 h 292"/>
                <a:gd name="T10" fmla="*/ 146 w 291"/>
                <a:gd name="T11" fmla="*/ 268 h 292"/>
                <a:gd name="T12" fmla="*/ 232 w 291"/>
                <a:gd name="T13" fmla="*/ 232 h 292"/>
                <a:gd name="T14" fmla="*/ 267 w 291"/>
                <a:gd name="T15" fmla="*/ 146 h 292"/>
                <a:gd name="T16" fmla="*/ 232 w 291"/>
                <a:gd name="T17" fmla="*/ 60 h 292"/>
                <a:gd name="T18" fmla="*/ 146 w 291"/>
                <a:gd name="T19" fmla="*/ 24 h 292"/>
                <a:gd name="T20" fmla="*/ 146 w 291"/>
                <a:gd name="T21" fmla="*/ 0 h 292"/>
                <a:gd name="T22" fmla="*/ 146 w 291"/>
                <a:gd name="T23" fmla="*/ 292 h 292"/>
                <a:gd name="T24" fmla="*/ 43 w 291"/>
                <a:gd name="T25" fmla="*/ 249 h 292"/>
                <a:gd name="T26" fmla="*/ 0 w 291"/>
                <a:gd name="T27" fmla="*/ 146 h 292"/>
                <a:gd name="T28" fmla="*/ 43 w 291"/>
                <a:gd name="T29" fmla="*/ 43 h 292"/>
                <a:gd name="T30" fmla="*/ 146 w 291"/>
                <a:gd name="T31" fmla="*/ 0 h 292"/>
                <a:gd name="T32" fmla="*/ 146 w 291"/>
                <a:gd name="T33" fmla="*/ 24 h 292"/>
                <a:gd name="T34" fmla="*/ 60 w 291"/>
                <a:gd name="T35" fmla="*/ 60 h 292"/>
                <a:gd name="T36" fmla="*/ 24 w 291"/>
                <a:gd name="T37" fmla="*/ 146 h 292"/>
                <a:gd name="T38" fmla="*/ 60 w 291"/>
                <a:gd name="T39" fmla="*/ 232 h 292"/>
                <a:gd name="T40" fmla="*/ 146 w 291"/>
                <a:gd name="T41" fmla="*/ 268 h 292"/>
                <a:gd name="T42" fmla="*/ 146 w 291"/>
                <a:gd name="T43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91" h="292">
                  <a:moveTo>
                    <a:pt x="146" y="0"/>
                  </a:moveTo>
                  <a:cubicBezTo>
                    <a:pt x="186" y="0"/>
                    <a:pt x="222" y="17"/>
                    <a:pt x="249" y="43"/>
                  </a:cubicBezTo>
                  <a:cubicBezTo>
                    <a:pt x="275" y="69"/>
                    <a:pt x="291" y="106"/>
                    <a:pt x="291" y="146"/>
                  </a:cubicBezTo>
                  <a:cubicBezTo>
                    <a:pt x="291" y="186"/>
                    <a:pt x="275" y="223"/>
                    <a:pt x="249" y="249"/>
                  </a:cubicBezTo>
                  <a:cubicBezTo>
                    <a:pt x="222" y="276"/>
                    <a:pt x="186" y="292"/>
                    <a:pt x="146" y="292"/>
                  </a:cubicBezTo>
                  <a:cubicBezTo>
                    <a:pt x="146" y="268"/>
                    <a:pt x="146" y="268"/>
                    <a:pt x="146" y="268"/>
                  </a:cubicBezTo>
                  <a:cubicBezTo>
                    <a:pt x="179" y="268"/>
                    <a:pt x="210" y="254"/>
                    <a:pt x="232" y="232"/>
                  </a:cubicBezTo>
                  <a:cubicBezTo>
                    <a:pt x="254" y="210"/>
                    <a:pt x="267" y="180"/>
                    <a:pt x="267" y="146"/>
                  </a:cubicBezTo>
                  <a:cubicBezTo>
                    <a:pt x="267" y="113"/>
                    <a:pt x="254" y="82"/>
                    <a:pt x="232" y="60"/>
                  </a:cubicBezTo>
                  <a:cubicBezTo>
                    <a:pt x="210" y="38"/>
                    <a:pt x="179" y="24"/>
                    <a:pt x="146" y="24"/>
                  </a:cubicBezTo>
                  <a:lnTo>
                    <a:pt x="146" y="0"/>
                  </a:lnTo>
                  <a:close/>
                  <a:moveTo>
                    <a:pt x="146" y="292"/>
                  </a:moveTo>
                  <a:cubicBezTo>
                    <a:pt x="105" y="292"/>
                    <a:pt x="69" y="276"/>
                    <a:pt x="43" y="249"/>
                  </a:cubicBezTo>
                  <a:cubicBezTo>
                    <a:pt x="16" y="223"/>
                    <a:pt x="0" y="186"/>
                    <a:pt x="0" y="146"/>
                  </a:cubicBezTo>
                  <a:cubicBezTo>
                    <a:pt x="0" y="106"/>
                    <a:pt x="16" y="69"/>
                    <a:pt x="43" y="43"/>
                  </a:cubicBezTo>
                  <a:cubicBezTo>
                    <a:pt x="69" y="17"/>
                    <a:pt x="105" y="0"/>
                    <a:pt x="146" y="0"/>
                  </a:cubicBezTo>
                  <a:cubicBezTo>
                    <a:pt x="146" y="24"/>
                    <a:pt x="146" y="24"/>
                    <a:pt x="146" y="24"/>
                  </a:cubicBezTo>
                  <a:cubicBezTo>
                    <a:pt x="112" y="24"/>
                    <a:pt x="82" y="38"/>
                    <a:pt x="60" y="60"/>
                  </a:cubicBezTo>
                  <a:cubicBezTo>
                    <a:pt x="37" y="82"/>
                    <a:pt x="24" y="113"/>
                    <a:pt x="24" y="146"/>
                  </a:cubicBezTo>
                  <a:cubicBezTo>
                    <a:pt x="24" y="180"/>
                    <a:pt x="37" y="210"/>
                    <a:pt x="60" y="232"/>
                  </a:cubicBezTo>
                  <a:cubicBezTo>
                    <a:pt x="82" y="254"/>
                    <a:pt x="112" y="268"/>
                    <a:pt x="146" y="268"/>
                  </a:cubicBezTo>
                  <a:lnTo>
                    <a:pt x="146" y="2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9" name="Group 48"/>
            <p:cNvGrpSpPr/>
            <p:nvPr/>
          </p:nvGrpSpPr>
          <p:grpSpPr>
            <a:xfrm>
              <a:off x="5148797" y="2150202"/>
              <a:ext cx="467306" cy="469528"/>
              <a:chOff x="5148797" y="2150202"/>
              <a:chExt cx="467306" cy="469528"/>
            </a:xfrm>
          </p:grpSpPr>
          <p:sp>
            <p:nvSpPr>
              <p:cNvPr id="50" name="Oval 75"/>
              <p:cNvSpPr>
                <a:spLocks noChangeArrowheads="1"/>
              </p:cNvSpPr>
              <p:nvPr/>
            </p:nvSpPr>
            <p:spPr bwMode="auto">
              <a:xfrm>
                <a:off x="5148797" y="2150202"/>
                <a:ext cx="467306" cy="46952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4394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Freeform 76"/>
              <p:cNvSpPr>
                <a:spLocks noEditPoints="1"/>
              </p:cNvSpPr>
              <p:nvPr/>
            </p:nvSpPr>
            <p:spPr bwMode="auto">
              <a:xfrm>
                <a:off x="5287285" y="2232406"/>
                <a:ext cx="190329" cy="306600"/>
              </a:xfrm>
              <a:custGeom>
                <a:avLst/>
                <a:gdLst>
                  <a:gd name="T0" fmla="*/ 257 w 257"/>
                  <a:gd name="T1" fmla="*/ 414 h 414"/>
                  <a:gd name="T2" fmla="*/ 229 w 257"/>
                  <a:gd name="T3" fmla="*/ 8 h 414"/>
                  <a:gd name="T4" fmla="*/ 205 w 257"/>
                  <a:gd name="T5" fmla="*/ 0 h 414"/>
                  <a:gd name="T6" fmla="*/ 229 w 257"/>
                  <a:gd name="T7" fmla="*/ 34 h 414"/>
                  <a:gd name="T8" fmla="*/ 229 w 257"/>
                  <a:gd name="T9" fmla="*/ 268 h 414"/>
                  <a:gd name="T10" fmla="*/ 205 w 257"/>
                  <a:gd name="T11" fmla="*/ 296 h 414"/>
                  <a:gd name="T12" fmla="*/ 229 w 257"/>
                  <a:gd name="T13" fmla="*/ 329 h 414"/>
                  <a:gd name="T14" fmla="*/ 205 w 257"/>
                  <a:gd name="T15" fmla="*/ 329 h 414"/>
                  <a:gd name="T16" fmla="*/ 229 w 257"/>
                  <a:gd name="T17" fmla="*/ 353 h 414"/>
                  <a:gd name="T18" fmla="*/ 229 w 257"/>
                  <a:gd name="T19" fmla="*/ 386 h 414"/>
                  <a:gd name="T20" fmla="*/ 205 w 257"/>
                  <a:gd name="T21" fmla="*/ 414 h 414"/>
                  <a:gd name="T22" fmla="*/ 179 w 257"/>
                  <a:gd name="T23" fmla="*/ 8 h 414"/>
                  <a:gd name="T24" fmla="*/ 130 w 257"/>
                  <a:gd name="T25" fmla="*/ 34 h 414"/>
                  <a:gd name="T26" fmla="*/ 205 w 257"/>
                  <a:gd name="T27" fmla="*/ 0 h 414"/>
                  <a:gd name="T28" fmla="*/ 179 w 257"/>
                  <a:gd name="T29" fmla="*/ 0 h 414"/>
                  <a:gd name="T30" fmla="*/ 205 w 257"/>
                  <a:gd name="T31" fmla="*/ 414 h 414"/>
                  <a:gd name="T32" fmla="*/ 179 w 257"/>
                  <a:gd name="T33" fmla="*/ 386 h 414"/>
                  <a:gd name="T34" fmla="*/ 205 w 257"/>
                  <a:gd name="T35" fmla="*/ 353 h 414"/>
                  <a:gd name="T36" fmla="*/ 179 w 257"/>
                  <a:gd name="T37" fmla="*/ 329 h 414"/>
                  <a:gd name="T38" fmla="*/ 205 w 257"/>
                  <a:gd name="T39" fmla="*/ 296 h 414"/>
                  <a:gd name="T40" fmla="*/ 130 w 257"/>
                  <a:gd name="T41" fmla="*/ 268 h 414"/>
                  <a:gd name="T42" fmla="*/ 153 w 257"/>
                  <a:gd name="T43" fmla="*/ 296 h 414"/>
                  <a:gd name="T44" fmla="*/ 153 w 257"/>
                  <a:gd name="T45" fmla="*/ 329 h 414"/>
                  <a:gd name="T46" fmla="*/ 130 w 257"/>
                  <a:gd name="T47" fmla="*/ 353 h 414"/>
                  <a:gd name="T48" fmla="*/ 153 w 257"/>
                  <a:gd name="T49" fmla="*/ 386 h 414"/>
                  <a:gd name="T50" fmla="*/ 130 w 257"/>
                  <a:gd name="T51" fmla="*/ 386 h 414"/>
                  <a:gd name="T52" fmla="*/ 130 w 257"/>
                  <a:gd name="T53" fmla="*/ 8 h 414"/>
                  <a:gd name="T54" fmla="*/ 52 w 257"/>
                  <a:gd name="T55" fmla="*/ 34 h 414"/>
                  <a:gd name="T56" fmla="*/ 130 w 257"/>
                  <a:gd name="T57" fmla="*/ 8 h 414"/>
                  <a:gd name="T58" fmla="*/ 52 w 257"/>
                  <a:gd name="T59" fmla="*/ 414 h 414"/>
                  <a:gd name="T60" fmla="*/ 130 w 257"/>
                  <a:gd name="T61" fmla="*/ 386 h 414"/>
                  <a:gd name="T62" fmla="*/ 104 w 257"/>
                  <a:gd name="T63" fmla="*/ 353 h 414"/>
                  <a:gd name="T64" fmla="*/ 130 w 257"/>
                  <a:gd name="T65" fmla="*/ 329 h 414"/>
                  <a:gd name="T66" fmla="*/ 104 w 257"/>
                  <a:gd name="T67" fmla="*/ 296 h 414"/>
                  <a:gd name="T68" fmla="*/ 130 w 257"/>
                  <a:gd name="T69" fmla="*/ 268 h 414"/>
                  <a:gd name="T70" fmla="*/ 52 w 257"/>
                  <a:gd name="T71" fmla="*/ 296 h 414"/>
                  <a:gd name="T72" fmla="*/ 78 w 257"/>
                  <a:gd name="T73" fmla="*/ 329 h 414"/>
                  <a:gd name="T74" fmla="*/ 52 w 257"/>
                  <a:gd name="T75" fmla="*/ 329 h 414"/>
                  <a:gd name="T76" fmla="*/ 78 w 257"/>
                  <a:gd name="T77" fmla="*/ 353 h 414"/>
                  <a:gd name="T78" fmla="*/ 78 w 257"/>
                  <a:gd name="T79" fmla="*/ 386 h 414"/>
                  <a:gd name="T80" fmla="*/ 52 w 257"/>
                  <a:gd name="T81" fmla="*/ 414 h 414"/>
                  <a:gd name="T82" fmla="*/ 0 w 257"/>
                  <a:gd name="T83" fmla="*/ 8 h 414"/>
                  <a:gd name="T84" fmla="*/ 52 w 257"/>
                  <a:gd name="T85" fmla="*/ 414 h 414"/>
                  <a:gd name="T86" fmla="*/ 28 w 257"/>
                  <a:gd name="T87" fmla="*/ 386 h 414"/>
                  <a:gd name="T88" fmla="*/ 52 w 257"/>
                  <a:gd name="T89" fmla="*/ 353 h 414"/>
                  <a:gd name="T90" fmla="*/ 28 w 257"/>
                  <a:gd name="T91" fmla="*/ 329 h 414"/>
                  <a:gd name="T92" fmla="*/ 52 w 257"/>
                  <a:gd name="T93" fmla="*/ 296 h 414"/>
                  <a:gd name="T94" fmla="*/ 28 w 257"/>
                  <a:gd name="T95" fmla="*/ 268 h 414"/>
                  <a:gd name="T96" fmla="*/ 52 w 257"/>
                  <a:gd name="T97" fmla="*/ 34 h 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57" h="414">
                    <a:moveTo>
                      <a:pt x="205" y="414"/>
                    </a:moveTo>
                    <a:lnTo>
                      <a:pt x="257" y="414"/>
                    </a:lnTo>
                    <a:lnTo>
                      <a:pt x="257" y="8"/>
                    </a:lnTo>
                    <a:lnTo>
                      <a:pt x="229" y="8"/>
                    </a:lnTo>
                    <a:lnTo>
                      <a:pt x="229" y="0"/>
                    </a:lnTo>
                    <a:lnTo>
                      <a:pt x="205" y="0"/>
                    </a:lnTo>
                    <a:lnTo>
                      <a:pt x="205" y="34"/>
                    </a:lnTo>
                    <a:lnTo>
                      <a:pt x="229" y="34"/>
                    </a:lnTo>
                    <a:lnTo>
                      <a:pt x="229" y="268"/>
                    </a:lnTo>
                    <a:lnTo>
                      <a:pt x="229" y="268"/>
                    </a:lnTo>
                    <a:lnTo>
                      <a:pt x="205" y="268"/>
                    </a:lnTo>
                    <a:lnTo>
                      <a:pt x="205" y="296"/>
                    </a:lnTo>
                    <a:lnTo>
                      <a:pt x="229" y="296"/>
                    </a:lnTo>
                    <a:lnTo>
                      <a:pt x="229" y="329"/>
                    </a:lnTo>
                    <a:lnTo>
                      <a:pt x="229" y="329"/>
                    </a:lnTo>
                    <a:lnTo>
                      <a:pt x="205" y="329"/>
                    </a:lnTo>
                    <a:lnTo>
                      <a:pt x="205" y="353"/>
                    </a:lnTo>
                    <a:lnTo>
                      <a:pt x="229" y="353"/>
                    </a:lnTo>
                    <a:lnTo>
                      <a:pt x="229" y="386"/>
                    </a:lnTo>
                    <a:lnTo>
                      <a:pt x="229" y="386"/>
                    </a:lnTo>
                    <a:lnTo>
                      <a:pt x="205" y="386"/>
                    </a:lnTo>
                    <a:lnTo>
                      <a:pt x="205" y="414"/>
                    </a:lnTo>
                    <a:close/>
                    <a:moveTo>
                      <a:pt x="179" y="0"/>
                    </a:moveTo>
                    <a:lnTo>
                      <a:pt x="179" y="8"/>
                    </a:lnTo>
                    <a:lnTo>
                      <a:pt x="130" y="8"/>
                    </a:lnTo>
                    <a:lnTo>
                      <a:pt x="130" y="34"/>
                    </a:lnTo>
                    <a:lnTo>
                      <a:pt x="205" y="34"/>
                    </a:lnTo>
                    <a:lnTo>
                      <a:pt x="205" y="0"/>
                    </a:lnTo>
                    <a:lnTo>
                      <a:pt x="179" y="0"/>
                    </a:lnTo>
                    <a:lnTo>
                      <a:pt x="179" y="0"/>
                    </a:lnTo>
                    <a:close/>
                    <a:moveTo>
                      <a:pt x="130" y="414"/>
                    </a:moveTo>
                    <a:lnTo>
                      <a:pt x="205" y="414"/>
                    </a:lnTo>
                    <a:lnTo>
                      <a:pt x="205" y="386"/>
                    </a:lnTo>
                    <a:lnTo>
                      <a:pt x="179" y="386"/>
                    </a:lnTo>
                    <a:lnTo>
                      <a:pt x="179" y="353"/>
                    </a:lnTo>
                    <a:lnTo>
                      <a:pt x="205" y="353"/>
                    </a:lnTo>
                    <a:lnTo>
                      <a:pt x="205" y="329"/>
                    </a:lnTo>
                    <a:lnTo>
                      <a:pt x="179" y="329"/>
                    </a:lnTo>
                    <a:lnTo>
                      <a:pt x="179" y="296"/>
                    </a:lnTo>
                    <a:lnTo>
                      <a:pt x="205" y="296"/>
                    </a:lnTo>
                    <a:lnTo>
                      <a:pt x="205" y="268"/>
                    </a:lnTo>
                    <a:lnTo>
                      <a:pt x="130" y="268"/>
                    </a:lnTo>
                    <a:lnTo>
                      <a:pt x="130" y="296"/>
                    </a:lnTo>
                    <a:lnTo>
                      <a:pt x="153" y="296"/>
                    </a:lnTo>
                    <a:lnTo>
                      <a:pt x="153" y="329"/>
                    </a:lnTo>
                    <a:lnTo>
                      <a:pt x="153" y="329"/>
                    </a:lnTo>
                    <a:lnTo>
                      <a:pt x="130" y="329"/>
                    </a:lnTo>
                    <a:lnTo>
                      <a:pt x="130" y="353"/>
                    </a:lnTo>
                    <a:lnTo>
                      <a:pt x="153" y="353"/>
                    </a:lnTo>
                    <a:lnTo>
                      <a:pt x="153" y="386"/>
                    </a:lnTo>
                    <a:lnTo>
                      <a:pt x="153" y="386"/>
                    </a:lnTo>
                    <a:lnTo>
                      <a:pt x="130" y="386"/>
                    </a:lnTo>
                    <a:lnTo>
                      <a:pt x="130" y="414"/>
                    </a:lnTo>
                    <a:close/>
                    <a:moveTo>
                      <a:pt x="130" y="8"/>
                    </a:moveTo>
                    <a:lnTo>
                      <a:pt x="52" y="8"/>
                    </a:lnTo>
                    <a:lnTo>
                      <a:pt x="52" y="34"/>
                    </a:lnTo>
                    <a:lnTo>
                      <a:pt x="130" y="34"/>
                    </a:lnTo>
                    <a:lnTo>
                      <a:pt x="130" y="8"/>
                    </a:lnTo>
                    <a:lnTo>
                      <a:pt x="130" y="8"/>
                    </a:lnTo>
                    <a:close/>
                    <a:moveTo>
                      <a:pt x="52" y="414"/>
                    </a:moveTo>
                    <a:lnTo>
                      <a:pt x="130" y="414"/>
                    </a:lnTo>
                    <a:lnTo>
                      <a:pt x="130" y="386"/>
                    </a:lnTo>
                    <a:lnTo>
                      <a:pt x="104" y="386"/>
                    </a:lnTo>
                    <a:lnTo>
                      <a:pt x="104" y="353"/>
                    </a:lnTo>
                    <a:lnTo>
                      <a:pt x="130" y="353"/>
                    </a:lnTo>
                    <a:lnTo>
                      <a:pt x="130" y="329"/>
                    </a:lnTo>
                    <a:lnTo>
                      <a:pt x="104" y="329"/>
                    </a:lnTo>
                    <a:lnTo>
                      <a:pt x="104" y="296"/>
                    </a:lnTo>
                    <a:lnTo>
                      <a:pt x="130" y="296"/>
                    </a:lnTo>
                    <a:lnTo>
                      <a:pt x="130" y="268"/>
                    </a:lnTo>
                    <a:lnTo>
                      <a:pt x="52" y="268"/>
                    </a:lnTo>
                    <a:lnTo>
                      <a:pt x="52" y="296"/>
                    </a:lnTo>
                    <a:lnTo>
                      <a:pt x="78" y="296"/>
                    </a:lnTo>
                    <a:lnTo>
                      <a:pt x="78" y="329"/>
                    </a:lnTo>
                    <a:lnTo>
                      <a:pt x="78" y="329"/>
                    </a:lnTo>
                    <a:lnTo>
                      <a:pt x="52" y="329"/>
                    </a:lnTo>
                    <a:lnTo>
                      <a:pt x="52" y="353"/>
                    </a:lnTo>
                    <a:lnTo>
                      <a:pt x="78" y="353"/>
                    </a:lnTo>
                    <a:lnTo>
                      <a:pt x="78" y="386"/>
                    </a:lnTo>
                    <a:lnTo>
                      <a:pt x="78" y="386"/>
                    </a:lnTo>
                    <a:lnTo>
                      <a:pt x="52" y="386"/>
                    </a:lnTo>
                    <a:lnTo>
                      <a:pt x="52" y="414"/>
                    </a:lnTo>
                    <a:close/>
                    <a:moveTo>
                      <a:pt x="52" y="8"/>
                    </a:moveTo>
                    <a:lnTo>
                      <a:pt x="0" y="8"/>
                    </a:lnTo>
                    <a:lnTo>
                      <a:pt x="0" y="414"/>
                    </a:lnTo>
                    <a:lnTo>
                      <a:pt x="52" y="414"/>
                    </a:lnTo>
                    <a:lnTo>
                      <a:pt x="52" y="386"/>
                    </a:lnTo>
                    <a:lnTo>
                      <a:pt x="28" y="386"/>
                    </a:lnTo>
                    <a:lnTo>
                      <a:pt x="28" y="353"/>
                    </a:lnTo>
                    <a:lnTo>
                      <a:pt x="52" y="353"/>
                    </a:lnTo>
                    <a:lnTo>
                      <a:pt x="52" y="329"/>
                    </a:lnTo>
                    <a:lnTo>
                      <a:pt x="28" y="329"/>
                    </a:lnTo>
                    <a:lnTo>
                      <a:pt x="28" y="296"/>
                    </a:lnTo>
                    <a:lnTo>
                      <a:pt x="52" y="296"/>
                    </a:lnTo>
                    <a:lnTo>
                      <a:pt x="52" y="268"/>
                    </a:lnTo>
                    <a:lnTo>
                      <a:pt x="28" y="268"/>
                    </a:lnTo>
                    <a:lnTo>
                      <a:pt x="28" y="34"/>
                    </a:lnTo>
                    <a:lnTo>
                      <a:pt x="52" y="34"/>
                    </a:lnTo>
                    <a:lnTo>
                      <a:pt x="52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4394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" name="Group 51"/>
          <p:cNvGrpSpPr/>
          <p:nvPr/>
        </p:nvGrpSpPr>
        <p:grpSpPr>
          <a:xfrm>
            <a:off x="6934337" y="2676186"/>
            <a:ext cx="605795" cy="605795"/>
            <a:chOff x="6934337" y="2893004"/>
            <a:chExt cx="605795" cy="605795"/>
          </a:xfrm>
        </p:grpSpPr>
        <p:sp>
          <p:nvSpPr>
            <p:cNvPr id="53" name="Freeform 77"/>
            <p:cNvSpPr>
              <a:spLocks noEditPoints="1"/>
            </p:cNvSpPr>
            <p:nvPr/>
          </p:nvSpPr>
          <p:spPr bwMode="auto">
            <a:xfrm>
              <a:off x="6934337" y="2893004"/>
              <a:ext cx="605795" cy="605795"/>
            </a:xfrm>
            <a:custGeom>
              <a:avLst/>
              <a:gdLst>
                <a:gd name="T0" fmla="*/ 173 w 346"/>
                <a:gd name="T1" fmla="*/ 0 h 346"/>
                <a:gd name="T2" fmla="*/ 296 w 346"/>
                <a:gd name="T3" fmla="*/ 50 h 346"/>
                <a:gd name="T4" fmla="*/ 346 w 346"/>
                <a:gd name="T5" fmla="*/ 173 h 346"/>
                <a:gd name="T6" fmla="*/ 296 w 346"/>
                <a:gd name="T7" fmla="*/ 295 h 346"/>
                <a:gd name="T8" fmla="*/ 173 w 346"/>
                <a:gd name="T9" fmla="*/ 346 h 346"/>
                <a:gd name="T10" fmla="*/ 173 w 346"/>
                <a:gd name="T11" fmla="*/ 322 h 346"/>
                <a:gd name="T12" fmla="*/ 279 w 346"/>
                <a:gd name="T13" fmla="*/ 278 h 346"/>
                <a:gd name="T14" fmla="*/ 322 w 346"/>
                <a:gd name="T15" fmla="*/ 173 h 346"/>
                <a:gd name="T16" fmla="*/ 279 w 346"/>
                <a:gd name="T17" fmla="*/ 67 h 346"/>
                <a:gd name="T18" fmla="*/ 173 w 346"/>
                <a:gd name="T19" fmla="*/ 24 h 346"/>
                <a:gd name="T20" fmla="*/ 173 w 346"/>
                <a:gd name="T21" fmla="*/ 0 h 346"/>
                <a:gd name="T22" fmla="*/ 173 w 346"/>
                <a:gd name="T23" fmla="*/ 346 h 346"/>
                <a:gd name="T24" fmla="*/ 51 w 346"/>
                <a:gd name="T25" fmla="*/ 295 h 346"/>
                <a:gd name="T26" fmla="*/ 0 w 346"/>
                <a:gd name="T27" fmla="*/ 173 h 346"/>
                <a:gd name="T28" fmla="*/ 51 w 346"/>
                <a:gd name="T29" fmla="*/ 50 h 346"/>
                <a:gd name="T30" fmla="*/ 173 w 346"/>
                <a:gd name="T31" fmla="*/ 0 h 346"/>
                <a:gd name="T32" fmla="*/ 173 w 346"/>
                <a:gd name="T33" fmla="*/ 24 h 346"/>
                <a:gd name="T34" fmla="*/ 68 w 346"/>
                <a:gd name="T35" fmla="*/ 67 h 346"/>
                <a:gd name="T36" fmla="*/ 24 w 346"/>
                <a:gd name="T37" fmla="*/ 173 h 346"/>
                <a:gd name="T38" fmla="*/ 68 w 346"/>
                <a:gd name="T39" fmla="*/ 278 h 346"/>
                <a:gd name="T40" fmla="*/ 173 w 346"/>
                <a:gd name="T41" fmla="*/ 322 h 346"/>
                <a:gd name="T42" fmla="*/ 173 w 346"/>
                <a:gd name="T43" fmla="*/ 346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221" y="0"/>
                    <a:pt x="264" y="19"/>
                    <a:pt x="296" y="50"/>
                  </a:cubicBezTo>
                  <a:cubicBezTo>
                    <a:pt x="327" y="82"/>
                    <a:pt x="346" y="125"/>
                    <a:pt x="346" y="173"/>
                  </a:cubicBezTo>
                  <a:cubicBezTo>
                    <a:pt x="346" y="221"/>
                    <a:pt x="327" y="264"/>
                    <a:pt x="296" y="295"/>
                  </a:cubicBezTo>
                  <a:cubicBezTo>
                    <a:pt x="264" y="327"/>
                    <a:pt x="221" y="346"/>
                    <a:pt x="173" y="346"/>
                  </a:cubicBezTo>
                  <a:cubicBezTo>
                    <a:pt x="173" y="322"/>
                    <a:pt x="173" y="322"/>
                    <a:pt x="173" y="322"/>
                  </a:cubicBezTo>
                  <a:cubicBezTo>
                    <a:pt x="214" y="322"/>
                    <a:pt x="252" y="305"/>
                    <a:pt x="279" y="278"/>
                  </a:cubicBezTo>
                  <a:cubicBezTo>
                    <a:pt x="306" y="251"/>
                    <a:pt x="322" y="214"/>
                    <a:pt x="322" y="173"/>
                  </a:cubicBezTo>
                  <a:cubicBezTo>
                    <a:pt x="322" y="132"/>
                    <a:pt x="306" y="94"/>
                    <a:pt x="279" y="67"/>
                  </a:cubicBezTo>
                  <a:cubicBezTo>
                    <a:pt x="252" y="40"/>
                    <a:pt x="214" y="24"/>
                    <a:pt x="173" y="24"/>
                  </a:cubicBezTo>
                  <a:lnTo>
                    <a:pt x="173" y="0"/>
                  </a:lnTo>
                  <a:close/>
                  <a:moveTo>
                    <a:pt x="173" y="346"/>
                  </a:moveTo>
                  <a:cubicBezTo>
                    <a:pt x="125" y="346"/>
                    <a:pt x="82" y="327"/>
                    <a:pt x="51" y="295"/>
                  </a:cubicBezTo>
                  <a:cubicBezTo>
                    <a:pt x="19" y="264"/>
                    <a:pt x="0" y="221"/>
                    <a:pt x="0" y="173"/>
                  </a:cubicBezTo>
                  <a:cubicBezTo>
                    <a:pt x="0" y="125"/>
                    <a:pt x="19" y="82"/>
                    <a:pt x="51" y="50"/>
                  </a:cubicBezTo>
                  <a:cubicBezTo>
                    <a:pt x="82" y="19"/>
                    <a:pt x="125" y="0"/>
                    <a:pt x="173" y="0"/>
                  </a:cubicBezTo>
                  <a:cubicBezTo>
                    <a:pt x="173" y="24"/>
                    <a:pt x="173" y="24"/>
                    <a:pt x="173" y="24"/>
                  </a:cubicBezTo>
                  <a:cubicBezTo>
                    <a:pt x="132" y="24"/>
                    <a:pt x="95" y="40"/>
                    <a:pt x="68" y="67"/>
                  </a:cubicBezTo>
                  <a:cubicBezTo>
                    <a:pt x="41" y="94"/>
                    <a:pt x="24" y="132"/>
                    <a:pt x="24" y="173"/>
                  </a:cubicBezTo>
                  <a:cubicBezTo>
                    <a:pt x="24" y="214"/>
                    <a:pt x="41" y="251"/>
                    <a:pt x="68" y="278"/>
                  </a:cubicBezTo>
                  <a:cubicBezTo>
                    <a:pt x="95" y="305"/>
                    <a:pt x="132" y="322"/>
                    <a:pt x="173" y="322"/>
                  </a:cubicBezTo>
                  <a:lnTo>
                    <a:pt x="173" y="3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Oval 78"/>
            <p:cNvSpPr>
              <a:spLocks noChangeArrowheads="1"/>
            </p:cNvSpPr>
            <p:nvPr/>
          </p:nvSpPr>
          <p:spPr bwMode="auto">
            <a:xfrm>
              <a:off x="6955813" y="2913740"/>
              <a:ext cx="563582" cy="56432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reeform 79"/>
            <p:cNvSpPr>
              <a:spLocks/>
            </p:cNvSpPr>
            <p:nvPr/>
          </p:nvSpPr>
          <p:spPr bwMode="auto">
            <a:xfrm>
              <a:off x="7062457" y="3227746"/>
              <a:ext cx="351775" cy="90351"/>
            </a:xfrm>
            <a:custGeom>
              <a:avLst/>
              <a:gdLst>
                <a:gd name="T0" fmla="*/ 310 w 475"/>
                <a:gd name="T1" fmla="*/ 63 h 122"/>
                <a:gd name="T2" fmla="*/ 165 w 475"/>
                <a:gd name="T3" fmla="*/ 63 h 122"/>
                <a:gd name="T4" fmla="*/ 165 w 475"/>
                <a:gd name="T5" fmla="*/ 0 h 122"/>
                <a:gd name="T6" fmla="*/ 0 w 475"/>
                <a:gd name="T7" fmla="*/ 0 h 122"/>
                <a:gd name="T8" fmla="*/ 0 w 475"/>
                <a:gd name="T9" fmla="*/ 122 h 122"/>
                <a:gd name="T10" fmla="*/ 475 w 475"/>
                <a:gd name="T11" fmla="*/ 122 h 122"/>
                <a:gd name="T12" fmla="*/ 475 w 475"/>
                <a:gd name="T13" fmla="*/ 0 h 122"/>
                <a:gd name="T14" fmla="*/ 310 w 475"/>
                <a:gd name="T15" fmla="*/ 0 h 122"/>
                <a:gd name="T16" fmla="*/ 310 w 475"/>
                <a:gd name="T17" fmla="*/ 63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5" h="122">
                  <a:moveTo>
                    <a:pt x="310" y="63"/>
                  </a:moveTo>
                  <a:lnTo>
                    <a:pt x="165" y="63"/>
                  </a:lnTo>
                  <a:lnTo>
                    <a:pt x="165" y="0"/>
                  </a:lnTo>
                  <a:lnTo>
                    <a:pt x="0" y="0"/>
                  </a:lnTo>
                  <a:lnTo>
                    <a:pt x="0" y="122"/>
                  </a:lnTo>
                  <a:lnTo>
                    <a:pt x="475" y="122"/>
                  </a:lnTo>
                  <a:lnTo>
                    <a:pt x="475" y="0"/>
                  </a:lnTo>
                  <a:lnTo>
                    <a:pt x="310" y="0"/>
                  </a:lnTo>
                  <a:lnTo>
                    <a:pt x="310" y="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Rectangle 80"/>
            <p:cNvSpPr>
              <a:spLocks noChangeArrowheads="1"/>
            </p:cNvSpPr>
            <p:nvPr/>
          </p:nvSpPr>
          <p:spPr bwMode="auto">
            <a:xfrm>
              <a:off x="7203908" y="3227746"/>
              <a:ext cx="66652" cy="259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Freeform 81"/>
            <p:cNvSpPr>
              <a:spLocks noEditPoints="1"/>
            </p:cNvSpPr>
            <p:nvPr/>
          </p:nvSpPr>
          <p:spPr bwMode="auto">
            <a:xfrm>
              <a:off x="7062457" y="3022605"/>
              <a:ext cx="351775" cy="183664"/>
            </a:xfrm>
            <a:custGeom>
              <a:avLst/>
              <a:gdLst>
                <a:gd name="T0" fmla="*/ 352 w 475"/>
                <a:gd name="T1" fmla="*/ 0 h 248"/>
                <a:gd name="T2" fmla="*/ 236 w 475"/>
                <a:gd name="T3" fmla="*/ 0 h 248"/>
                <a:gd name="T4" fmla="*/ 236 w 475"/>
                <a:gd name="T5" fmla="*/ 42 h 248"/>
                <a:gd name="T6" fmla="*/ 312 w 475"/>
                <a:gd name="T7" fmla="*/ 42 h 248"/>
                <a:gd name="T8" fmla="*/ 312 w 475"/>
                <a:gd name="T9" fmla="*/ 92 h 248"/>
                <a:gd name="T10" fmla="*/ 236 w 475"/>
                <a:gd name="T11" fmla="*/ 92 h 248"/>
                <a:gd name="T12" fmla="*/ 236 w 475"/>
                <a:gd name="T13" fmla="*/ 248 h 248"/>
                <a:gd name="T14" fmla="*/ 310 w 475"/>
                <a:gd name="T15" fmla="*/ 248 h 248"/>
                <a:gd name="T16" fmla="*/ 475 w 475"/>
                <a:gd name="T17" fmla="*/ 248 h 248"/>
                <a:gd name="T18" fmla="*/ 475 w 475"/>
                <a:gd name="T19" fmla="*/ 92 h 248"/>
                <a:gd name="T20" fmla="*/ 352 w 475"/>
                <a:gd name="T21" fmla="*/ 92 h 248"/>
                <a:gd name="T22" fmla="*/ 352 w 475"/>
                <a:gd name="T23" fmla="*/ 0 h 248"/>
                <a:gd name="T24" fmla="*/ 236 w 475"/>
                <a:gd name="T25" fmla="*/ 0 h 248"/>
                <a:gd name="T26" fmla="*/ 120 w 475"/>
                <a:gd name="T27" fmla="*/ 0 h 248"/>
                <a:gd name="T28" fmla="*/ 120 w 475"/>
                <a:gd name="T29" fmla="*/ 92 h 248"/>
                <a:gd name="T30" fmla="*/ 0 w 475"/>
                <a:gd name="T31" fmla="*/ 92 h 248"/>
                <a:gd name="T32" fmla="*/ 0 w 475"/>
                <a:gd name="T33" fmla="*/ 248 h 248"/>
                <a:gd name="T34" fmla="*/ 165 w 475"/>
                <a:gd name="T35" fmla="*/ 248 h 248"/>
                <a:gd name="T36" fmla="*/ 236 w 475"/>
                <a:gd name="T37" fmla="*/ 248 h 248"/>
                <a:gd name="T38" fmla="*/ 236 w 475"/>
                <a:gd name="T39" fmla="*/ 92 h 248"/>
                <a:gd name="T40" fmla="*/ 161 w 475"/>
                <a:gd name="T41" fmla="*/ 92 h 248"/>
                <a:gd name="T42" fmla="*/ 161 w 475"/>
                <a:gd name="T43" fmla="*/ 92 h 248"/>
                <a:gd name="T44" fmla="*/ 161 w 475"/>
                <a:gd name="T45" fmla="*/ 42 h 248"/>
                <a:gd name="T46" fmla="*/ 236 w 475"/>
                <a:gd name="T47" fmla="*/ 42 h 248"/>
                <a:gd name="T48" fmla="*/ 236 w 475"/>
                <a:gd name="T49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75" h="248">
                  <a:moveTo>
                    <a:pt x="352" y="0"/>
                  </a:moveTo>
                  <a:lnTo>
                    <a:pt x="236" y="0"/>
                  </a:lnTo>
                  <a:lnTo>
                    <a:pt x="236" y="42"/>
                  </a:lnTo>
                  <a:lnTo>
                    <a:pt x="312" y="42"/>
                  </a:lnTo>
                  <a:lnTo>
                    <a:pt x="312" y="92"/>
                  </a:lnTo>
                  <a:lnTo>
                    <a:pt x="236" y="92"/>
                  </a:lnTo>
                  <a:lnTo>
                    <a:pt x="236" y="248"/>
                  </a:lnTo>
                  <a:lnTo>
                    <a:pt x="310" y="248"/>
                  </a:lnTo>
                  <a:lnTo>
                    <a:pt x="475" y="248"/>
                  </a:lnTo>
                  <a:lnTo>
                    <a:pt x="475" y="92"/>
                  </a:lnTo>
                  <a:lnTo>
                    <a:pt x="352" y="92"/>
                  </a:lnTo>
                  <a:lnTo>
                    <a:pt x="352" y="0"/>
                  </a:lnTo>
                  <a:close/>
                  <a:moveTo>
                    <a:pt x="236" y="0"/>
                  </a:moveTo>
                  <a:lnTo>
                    <a:pt x="120" y="0"/>
                  </a:lnTo>
                  <a:lnTo>
                    <a:pt x="120" y="92"/>
                  </a:lnTo>
                  <a:lnTo>
                    <a:pt x="0" y="92"/>
                  </a:lnTo>
                  <a:lnTo>
                    <a:pt x="0" y="248"/>
                  </a:lnTo>
                  <a:lnTo>
                    <a:pt x="165" y="248"/>
                  </a:lnTo>
                  <a:lnTo>
                    <a:pt x="236" y="248"/>
                  </a:lnTo>
                  <a:lnTo>
                    <a:pt x="236" y="92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42"/>
                  </a:lnTo>
                  <a:lnTo>
                    <a:pt x="236" y="4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5793102" y="2754687"/>
            <a:ext cx="680594" cy="681335"/>
            <a:chOff x="5793102" y="2971505"/>
            <a:chExt cx="680594" cy="681335"/>
          </a:xfrm>
        </p:grpSpPr>
        <p:sp>
          <p:nvSpPr>
            <p:cNvPr id="59" name="Freeform 92"/>
            <p:cNvSpPr>
              <a:spLocks noEditPoints="1"/>
            </p:cNvSpPr>
            <p:nvPr/>
          </p:nvSpPr>
          <p:spPr bwMode="auto">
            <a:xfrm>
              <a:off x="5793102" y="2971505"/>
              <a:ext cx="680594" cy="681335"/>
            </a:xfrm>
            <a:custGeom>
              <a:avLst/>
              <a:gdLst>
                <a:gd name="T0" fmla="*/ 194 w 389"/>
                <a:gd name="T1" fmla="*/ 0 h 389"/>
                <a:gd name="T2" fmla="*/ 332 w 389"/>
                <a:gd name="T3" fmla="*/ 57 h 389"/>
                <a:gd name="T4" fmla="*/ 389 w 389"/>
                <a:gd name="T5" fmla="*/ 195 h 389"/>
                <a:gd name="T6" fmla="*/ 332 w 389"/>
                <a:gd name="T7" fmla="*/ 332 h 389"/>
                <a:gd name="T8" fmla="*/ 194 w 389"/>
                <a:gd name="T9" fmla="*/ 389 h 389"/>
                <a:gd name="T10" fmla="*/ 194 w 389"/>
                <a:gd name="T11" fmla="*/ 365 h 389"/>
                <a:gd name="T12" fmla="*/ 315 w 389"/>
                <a:gd name="T13" fmla="*/ 315 h 389"/>
                <a:gd name="T14" fmla="*/ 365 w 389"/>
                <a:gd name="T15" fmla="*/ 195 h 389"/>
                <a:gd name="T16" fmla="*/ 315 w 389"/>
                <a:gd name="T17" fmla="*/ 74 h 389"/>
                <a:gd name="T18" fmla="*/ 194 w 389"/>
                <a:gd name="T19" fmla="*/ 24 h 389"/>
                <a:gd name="T20" fmla="*/ 194 w 389"/>
                <a:gd name="T21" fmla="*/ 0 h 389"/>
                <a:gd name="T22" fmla="*/ 194 w 389"/>
                <a:gd name="T23" fmla="*/ 389 h 389"/>
                <a:gd name="T24" fmla="*/ 57 w 389"/>
                <a:gd name="T25" fmla="*/ 332 h 389"/>
                <a:gd name="T26" fmla="*/ 0 w 389"/>
                <a:gd name="T27" fmla="*/ 195 h 389"/>
                <a:gd name="T28" fmla="*/ 57 w 389"/>
                <a:gd name="T29" fmla="*/ 57 h 389"/>
                <a:gd name="T30" fmla="*/ 194 w 389"/>
                <a:gd name="T31" fmla="*/ 0 h 389"/>
                <a:gd name="T32" fmla="*/ 194 w 389"/>
                <a:gd name="T33" fmla="*/ 24 h 389"/>
                <a:gd name="T34" fmla="*/ 74 w 389"/>
                <a:gd name="T35" fmla="*/ 74 h 389"/>
                <a:gd name="T36" fmla="*/ 24 w 389"/>
                <a:gd name="T37" fmla="*/ 195 h 389"/>
                <a:gd name="T38" fmla="*/ 74 w 389"/>
                <a:gd name="T39" fmla="*/ 315 h 389"/>
                <a:gd name="T40" fmla="*/ 194 w 389"/>
                <a:gd name="T41" fmla="*/ 365 h 389"/>
                <a:gd name="T42" fmla="*/ 194 w 389"/>
                <a:gd name="T43" fmla="*/ 389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89" h="389">
                  <a:moveTo>
                    <a:pt x="194" y="0"/>
                  </a:moveTo>
                  <a:cubicBezTo>
                    <a:pt x="248" y="0"/>
                    <a:pt x="297" y="22"/>
                    <a:pt x="332" y="57"/>
                  </a:cubicBezTo>
                  <a:cubicBezTo>
                    <a:pt x="367" y="92"/>
                    <a:pt x="389" y="141"/>
                    <a:pt x="389" y="195"/>
                  </a:cubicBezTo>
                  <a:cubicBezTo>
                    <a:pt x="389" y="249"/>
                    <a:pt x="367" y="297"/>
                    <a:pt x="332" y="332"/>
                  </a:cubicBezTo>
                  <a:cubicBezTo>
                    <a:pt x="297" y="368"/>
                    <a:pt x="248" y="389"/>
                    <a:pt x="194" y="389"/>
                  </a:cubicBezTo>
                  <a:cubicBezTo>
                    <a:pt x="194" y="365"/>
                    <a:pt x="194" y="365"/>
                    <a:pt x="194" y="365"/>
                  </a:cubicBezTo>
                  <a:cubicBezTo>
                    <a:pt x="241" y="365"/>
                    <a:pt x="284" y="346"/>
                    <a:pt x="315" y="315"/>
                  </a:cubicBezTo>
                  <a:cubicBezTo>
                    <a:pt x="346" y="285"/>
                    <a:pt x="365" y="242"/>
                    <a:pt x="365" y="195"/>
                  </a:cubicBezTo>
                  <a:cubicBezTo>
                    <a:pt x="365" y="148"/>
                    <a:pt x="346" y="105"/>
                    <a:pt x="315" y="74"/>
                  </a:cubicBezTo>
                  <a:cubicBezTo>
                    <a:pt x="284" y="43"/>
                    <a:pt x="241" y="24"/>
                    <a:pt x="194" y="24"/>
                  </a:cubicBezTo>
                  <a:lnTo>
                    <a:pt x="194" y="0"/>
                  </a:lnTo>
                  <a:close/>
                  <a:moveTo>
                    <a:pt x="194" y="389"/>
                  </a:moveTo>
                  <a:cubicBezTo>
                    <a:pt x="140" y="389"/>
                    <a:pt x="92" y="368"/>
                    <a:pt x="57" y="332"/>
                  </a:cubicBezTo>
                  <a:cubicBezTo>
                    <a:pt x="21" y="297"/>
                    <a:pt x="0" y="249"/>
                    <a:pt x="0" y="195"/>
                  </a:cubicBezTo>
                  <a:cubicBezTo>
                    <a:pt x="0" y="141"/>
                    <a:pt x="21" y="92"/>
                    <a:pt x="57" y="57"/>
                  </a:cubicBezTo>
                  <a:cubicBezTo>
                    <a:pt x="92" y="22"/>
                    <a:pt x="140" y="0"/>
                    <a:pt x="194" y="0"/>
                  </a:cubicBezTo>
                  <a:cubicBezTo>
                    <a:pt x="194" y="24"/>
                    <a:pt x="194" y="24"/>
                    <a:pt x="194" y="24"/>
                  </a:cubicBezTo>
                  <a:cubicBezTo>
                    <a:pt x="147" y="24"/>
                    <a:pt x="104" y="43"/>
                    <a:pt x="74" y="74"/>
                  </a:cubicBezTo>
                  <a:cubicBezTo>
                    <a:pt x="43" y="105"/>
                    <a:pt x="24" y="148"/>
                    <a:pt x="24" y="195"/>
                  </a:cubicBezTo>
                  <a:cubicBezTo>
                    <a:pt x="24" y="242"/>
                    <a:pt x="43" y="285"/>
                    <a:pt x="74" y="315"/>
                  </a:cubicBezTo>
                  <a:cubicBezTo>
                    <a:pt x="104" y="346"/>
                    <a:pt x="147" y="365"/>
                    <a:pt x="194" y="365"/>
                  </a:cubicBezTo>
                  <a:lnTo>
                    <a:pt x="194" y="3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Oval 93"/>
            <p:cNvSpPr>
              <a:spLocks noChangeArrowheads="1"/>
            </p:cNvSpPr>
            <p:nvPr/>
          </p:nvSpPr>
          <p:spPr bwMode="auto">
            <a:xfrm>
              <a:off x="5813839" y="2992983"/>
              <a:ext cx="639121" cy="639121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Freeform 94"/>
            <p:cNvSpPr>
              <a:spLocks/>
            </p:cNvSpPr>
            <p:nvPr/>
          </p:nvSpPr>
          <p:spPr bwMode="auto">
            <a:xfrm>
              <a:off x="6064154" y="3412892"/>
              <a:ext cx="137007" cy="45916"/>
            </a:xfrm>
            <a:custGeom>
              <a:avLst/>
              <a:gdLst>
                <a:gd name="T0" fmla="*/ 3 w 185"/>
                <a:gd name="T1" fmla="*/ 0 h 62"/>
                <a:gd name="T2" fmla="*/ 0 w 185"/>
                <a:gd name="T3" fmla="*/ 62 h 62"/>
                <a:gd name="T4" fmla="*/ 185 w 185"/>
                <a:gd name="T5" fmla="*/ 62 h 62"/>
                <a:gd name="T6" fmla="*/ 182 w 185"/>
                <a:gd name="T7" fmla="*/ 0 h 62"/>
                <a:gd name="T8" fmla="*/ 3 w 185"/>
                <a:gd name="T9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" h="62">
                  <a:moveTo>
                    <a:pt x="3" y="0"/>
                  </a:moveTo>
                  <a:lnTo>
                    <a:pt x="0" y="62"/>
                  </a:lnTo>
                  <a:lnTo>
                    <a:pt x="185" y="62"/>
                  </a:lnTo>
                  <a:lnTo>
                    <a:pt x="182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Freeform 95"/>
            <p:cNvSpPr>
              <a:spLocks noEditPoints="1"/>
            </p:cNvSpPr>
            <p:nvPr/>
          </p:nvSpPr>
          <p:spPr bwMode="auto">
            <a:xfrm>
              <a:off x="5939737" y="3158873"/>
              <a:ext cx="387324" cy="242170"/>
            </a:xfrm>
            <a:custGeom>
              <a:avLst/>
              <a:gdLst>
                <a:gd name="T0" fmla="*/ 350 w 523"/>
                <a:gd name="T1" fmla="*/ 327 h 327"/>
                <a:gd name="T2" fmla="*/ 523 w 523"/>
                <a:gd name="T3" fmla="*/ 327 h 327"/>
                <a:gd name="T4" fmla="*/ 523 w 523"/>
                <a:gd name="T5" fmla="*/ 0 h 327"/>
                <a:gd name="T6" fmla="*/ 260 w 523"/>
                <a:gd name="T7" fmla="*/ 0 h 327"/>
                <a:gd name="T8" fmla="*/ 260 w 523"/>
                <a:gd name="T9" fmla="*/ 40 h 327"/>
                <a:gd name="T10" fmla="*/ 476 w 523"/>
                <a:gd name="T11" fmla="*/ 40 h 327"/>
                <a:gd name="T12" fmla="*/ 476 w 523"/>
                <a:gd name="T13" fmla="*/ 286 h 327"/>
                <a:gd name="T14" fmla="*/ 348 w 523"/>
                <a:gd name="T15" fmla="*/ 286 h 327"/>
                <a:gd name="T16" fmla="*/ 260 w 523"/>
                <a:gd name="T17" fmla="*/ 286 h 327"/>
                <a:gd name="T18" fmla="*/ 260 w 523"/>
                <a:gd name="T19" fmla="*/ 327 h 327"/>
                <a:gd name="T20" fmla="*/ 350 w 523"/>
                <a:gd name="T21" fmla="*/ 327 h 327"/>
                <a:gd name="T22" fmla="*/ 260 w 523"/>
                <a:gd name="T23" fmla="*/ 0 h 327"/>
                <a:gd name="T24" fmla="*/ 0 w 523"/>
                <a:gd name="T25" fmla="*/ 0 h 327"/>
                <a:gd name="T26" fmla="*/ 0 w 523"/>
                <a:gd name="T27" fmla="*/ 327 h 327"/>
                <a:gd name="T28" fmla="*/ 173 w 523"/>
                <a:gd name="T29" fmla="*/ 327 h 327"/>
                <a:gd name="T30" fmla="*/ 260 w 523"/>
                <a:gd name="T31" fmla="*/ 327 h 327"/>
                <a:gd name="T32" fmla="*/ 260 w 523"/>
                <a:gd name="T33" fmla="*/ 286 h 327"/>
                <a:gd name="T34" fmla="*/ 173 w 523"/>
                <a:gd name="T35" fmla="*/ 286 h 327"/>
                <a:gd name="T36" fmla="*/ 48 w 523"/>
                <a:gd name="T37" fmla="*/ 286 h 327"/>
                <a:gd name="T38" fmla="*/ 48 w 523"/>
                <a:gd name="T39" fmla="*/ 286 h 327"/>
                <a:gd name="T40" fmla="*/ 48 w 523"/>
                <a:gd name="T41" fmla="*/ 40 h 327"/>
                <a:gd name="T42" fmla="*/ 260 w 523"/>
                <a:gd name="T43" fmla="*/ 40 h 327"/>
                <a:gd name="T44" fmla="*/ 260 w 523"/>
                <a:gd name="T45" fmla="*/ 0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3" h="327">
                  <a:moveTo>
                    <a:pt x="350" y="327"/>
                  </a:moveTo>
                  <a:lnTo>
                    <a:pt x="523" y="327"/>
                  </a:lnTo>
                  <a:lnTo>
                    <a:pt x="523" y="0"/>
                  </a:lnTo>
                  <a:lnTo>
                    <a:pt x="260" y="0"/>
                  </a:lnTo>
                  <a:lnTo>
                    <a:pt x="260" y="40"/>
                  </a:lnTo>
                  <a:lnTo>
                    <a:pt x="476" y="40"/>
                  </a:lnTo>
                  <a:lnTo>
                    <a:pt x="476" y="286"/>
                  </a:lnTo>
                  <a:lnTo>
                    <a:pt x="348" y="286"/>
                  </a:lnTo>
                  <a:lnTo>
                    <a:pt x="260" y="286"/>
                  </a:lnTo>
                  <a:lnTo>
                    <a:pt x="260" y="327"/>
                  </a:lnTo>
                  <a:lnTo>
                    <a:pt x="350" y="327"/>
                  </a:lnTo>
                  <a:close/>
                  <a:moveTo>
                    <a:pt x="260" y="0"/>
                  </a:moveTo>
                  <a:lnTo>
                    <a:pt x="0" y="0"/>
                  </a:lnTo>
                  <a:lnTo>
                    <a:pt x="0" y="327"/>
                  </a:lnTo>
                  <a:lnTo>
                    <a:pt x="173" y="327"/>
                  </a:lnTo>
                  <a:lnTo>
                    <a:pt x="260" y="327"/>
                  </a:lnTo>
                  <a:lnTo>
                    <a:pt x="260" y="286"/>
                  </a:lnTo>
                  <a:lnTo>
                    <a:pt x="173" y="286"/>
                  </a:lnTo>
                  <a:lnTo>
                    <a:pt x="48" y="286"/>
                  </a:lnTo>
                  <a:lnTo>
                    <a:pt x="48" y="286"/>
                  </a:lnTo>
                  <a:lnTo>
                    <a:pt x="48" y="40"/>
                  </a:lnTo>
                  <a:lnTo>
                    <a:pt x="260" y="40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Freeform 96"/>
            <p:cNvSpPr>
              <a:spLocks/>
            </p:cNvSpPr>
            <p:nvPr/>
          </p:nvSpPr>
          <p:spPr bwMode="auto">
            <a:xfrm>
              <a:off x="6038234" y="3470656"/>
              <a:ext cx="191070" cy="19255"/>
            </a:xfrm>
            <a:custGeom>
              <a:avLst/>
              <a:gdLst>
                <a:gd name="T0" fmla="*/ 0 w 258"/>
                <a:gd name="T1" fmla="*/ 0 h 26"/>
                <a:gd name="T2" fmla="*/ 0 w 258"/>
                <a:gd name="T3" fmla="*/ 26 h 26"/>
                <a:gd name="T4" fmla="*/ 258 w 258"/>
                <a:gd name="T5" fmla="*/ 26 h 26"/>
                <a:gd name="T6" fmla="*/ 258 w 258"/>
                <a:gd name="T7" fmla="*/ 0 h 26"/>
                <a:gd name="T8" fmla="*/ 222 w 258"/>
                <a:gd name="T9" fmla="*/ 0 h 26"/>
                <a:gd name="T10" fmla="*/ 35 w 258"/>
                <a:gd name="T11" fmla="*/ 0 h 26"/>
                <a:gd name="T12" fmla="*/ 0 w 258"/>
                <a:gd name="T13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8" h="26">
                  <a:moveTo>
                    <a:pt x="0" y="0"/>
                  </a:moveTo>
                  <a:lnTo>
                    <a:pt x="0" y="26"/>
                  </a:lnTo>
                  <a:lnTo>
                    <a:pt x="258" y="26"/>
                  </a:lnTo>
                  <a:lnTo>
                    <a:pt x="258" y="0"/>
                  </a:lnTo>
                  <a:lnTo>
                    <a:pt x="222" y="0"/>
                  </a:lnTo>
                  <a:lnTo>
                    <a:pt x="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4223811" y="2961310"/>
            <a:ext cx="508038" cy="508038"/>
            <a:chOff x="4223811" y="3178128"/>
            <a:chExt cx="508038" cy="508038"/>
          </a:xfrm>
        </p:grpSpPr>
        <p:sp>
          <p:nvSpPr>
            <p:cNvPr id="65" name="Freeform 97"/>
            <p:cNvSpPr>
              <a:spLocks noEditPoints="1"/>
            </p:cNvSpPr>
            <p:nvPr/>
          </p:nvSpPr>
          <p:spPr bwMode="auto">
            <a:xfrm>
              <a:off x="4223811" y="3178128"/>
              <a:ext cx="508038" cy="508038"/>
            </a:xfrm>
            <a:custGeom>
              <a:avLst/>
              <a:gdLst>
                <a:gd name="T0" fmla="*/ 145 w 290"/>
                <a:gd name="T1" fmla="*/ 0 h 290"/>
                <a:gd name="T2" fmla="*/ 248 w 290"/>
                <a:gd name="T3" fmla="*/ 42 h 290"/>
                <a:gd name="T4" fmla="*/ 290 w 290"/>
                <a:gd name="T5" fmla="*/ 145 h 290"/>
                <a:gd name="T6" fmla="*/ 248 w 290"/>
                <a:gd name="T7" fmla="*/ 248 h 290"/>
                <a:gd name="T8" fmla="*/ 145 w 290"/>
                <a:gd name="T9" fmla="*/ 290 h 290"/>
                <a:gd name="T10" fmla="*/ 145 w 290"/>
                <a:gd name="T11" fmla="*/ 266 h 290"/>
                <a:gd name="T12" fmla="*/ 231 w 290"/>
                <a:gd name="T13" fmla="*/ 231 h 290"/>
                <a:gd name="T14" fmla="*/ 266 w 290"/>
                <a:gd name="T15" fmla="*/ 145 h 290"/>
                <a:gd name="T16" fmla="*/ 231 w 290"/>
                <a:gd name="T17" fmla="*/ 59 h 290"/>
                <a:gd name="T18" fmla="*/ 145 w 290"/>
                <a:gd name="T19" fmla="*/ 24 h 290"/>
                <a:gd name="T20" fmla="*/ 145 w 290"/>
                <a:gd name="T21" fmla="*/ 0 h 290"/>
                <a:gd name="T22" fmla="*/ 145 w 290"/>
                <a:gd name="T23" fmla="*/ 290 h 290"/>
                <a:gd name="T24" fmla="*/ 42 w 290"/>
                <a:gd name="T25" fmla="*/ 248 h 290"/>
                <a:gd name="T26" fmla="*/ 0 w 290"/>
                <a:gd name="T27" fmla="*/ 145 h 290"/>
                <a:gd name="T28" fmla="*/ 42 w 290"/>
                <a:gd name="T29" fmla="*/ 42 h 290"/>
                <a:gd name="T30" fmla="*/ 145 w 290"/>
                <a:gd name="T31" fmla="*/ 0 h 290"/>
                <a:gd name="T32" fmla="*/ 145 w 290"/>
                <a:gd name="T33" fmla="*/ 24 h 290"/>
                <a:gd name="T34" fmla="*/ 59 w 290"/>
                <a:gd name="T35" fmla="*/ 59 h 290"/>
                <a:gd name="T36" fmla="*/ 24 w 290"/>
                <a:gd name="T37" fmla="*/ 145 h 290"/>
                <a:gd name="T38" fmla="*/ 59 w 290"/>
                <a:gd name="T39" fmla="*/ 231 h 290"/>
                <a:gd name="T40" fmla="*/ 145 w 290"/>
                <a:gd name="T41" fmla="*/ 266 h 290"/>
                <a:gd name="T42" fmla="*/ 145 w 290"/>
                <a:gd name="T43" fmla="*/ 29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90" h="290">
                  <a:moveTo>
                    <a:pt x="145" y="0"/>
                  </a:moveTo>
                  <a:cubicBezTo>
                    <a:pt x="185" y="0"/>
                    <a:pt x="222" y="16"/>
                    <a:pt x="248" y="42"/>
                  </a:cubicBezTo>
                  <a:cubicBezTo>
                    <a:pt x="274" y="68"/>
                    <a:pt x="290" y="105"/>
                    <a:pt x="290" y="145"/>
                  </a:cubicBezTo>
                  <a:cubicBezTo>
                    <a:pt x="290" y="185"/>
                    <a:pt x="274" y="221"/>
                    <a:pt x="248" y="248"/>
                  </a:cubicBezTo>
                  <a:cubicBezTo>
                    <a:pt x="222" y="274"/>
                    <a:pt x="185" y="290"/>
                    <a:pt x="145" y="290"/>
                  </a:cubicBezTo>
                  <a:cubicBezTo>
                    <a:pt x="145" y="266"/>
                    <a:pt x="145" y="266"/>
                    <a:pt x="145" y="266"/>
                  </a:cubicBezTo>
                  <a:cubicBezTo>
                    <a:pt x="179" y="266"/>
                    <a:pt x="209" y="252"/>
                    <a:pt x="231" y="231"/>
                  </a:cubicBezTo>
                  <a:cubicBezTo>
                    <a:pt x="253" y="209"/>
                    <a:pt x="266" y="178"/>
                    <a:pt x="266" y="145"/>
                  </a:cubicBezTo>
                  <a:cubicBezTo>
                    <a:pt x="266" y="111"/>
                    <a:pt x="253" y="81"/>
                    <a:pt x="231" y="59"/>
                  </a:cubicBezTo>
                  <a:cubicBezTo>
                    <a:pt x="209" y="37"/>
                    <a:pt x="179" y="24"/>
                    <a:pt x="145" y="24"/>
                  </a:cubicBezTo>
                  <a:lnTo>
                    <a:pt x="145" y="0"/>
                  </a:lnTo>
                  <a:close/>
                  <a:moveTo>
                    <a:pt x="145" y="290"/>
                  </a:moveTo>
                  <a:cubicBezTo>
                    <a:pt x="105" y="290"/>
                    <a:pt x="69" y="274"/>
                    <a:pt x="42" y="248"/>
                  </a:cubicBezTo>
                  <a:cubicBezTo>
                    <a:pt x="16" y="221"/>
                    <a:pt x="0" y="185"/>
                    <a:pt x="0" y="145"/>
                  </a:cubicBezTo>
                  <a:cubicBezTo>
                    <a:pt x="0" y="105"/>
                    <a:pt x="16" y="68"/>
                    <a:pt x="42" y="42"/>
                  </a:cubicBezTo>
                  <a:cubicBezTo>
                    <a:pt x="69" y="16"/>
                    <a:pt x="105" y="0"/>
                    <a:pt x="145" y="0"/>
                  </a:cubicBezTo>
                  <a:cubicBezTo>
                    <a:pt x="145" y="24"/>
                    <a:pt x="145" y="24"/>
                    <a:pt x="145" y="24"/>
                  </a:cubicBezTo>
                  <a:cubicBezTo>
                    <a:pt x="112" y="24"/>
                    <a:pt x="81" y="37"/>
                    <a:pt x="59" y="59"/>
                  </a:cubicBezTo>
                  <a:cubicBezTo>
                    <a:pt x="38" y="81"/>
                    <a:pt x="24" y="111"/>
                    <a:pt x="24" y="145"/>
                  </a:cubicBezTo>
                  <a:cubicBezTo>
                    <a:pt x="24" y="178"/>
                    <a:pt x="38" y="209"/>
                    <a:pt x="59" y="231"/>
                  </a:cubicBezTo>
                  <a:cubicBezTo>
                    <a:pt x="81" y="252"/>
                    <a:pt x="112" y="266"/>
                    <a:pt x="145" y="266"/>
                  </a:cubicBezTo>
                  <a:lnTo>
                    <a:pt x="145" y="2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6" name="Group 65"/>
            <p:cNvGrpSpPr/>
            <p:nvPr/>
          </p:nvGrpSpPr>
          <p:grpSpPr>
            <a:xfrm>
              <a:off x="4245289" y="3199604"/>
              <a:ext cx="465825" cy="465825"/>
              <a:chOff x="4245289" y="3199604"/>
              <a:chExt cx="465825" cy="465825"/>
            </a:xfrm>
          </p:grpSpPr>
          <p:sp>
            <p:nvSpPr>
              <p:cNvPr id="67" name="Oval 98"/>
              <p:cNvSpPr>
                <a:spLocks noChangeArrowheads="1"/>
              </p:cNvSpPr>
              <p:nvPr/>
            </p:nvSpPr>
            <p:spPr bwMode="auto">
              <a:xfrm>
                <a:off x="4245289" y="3199604"/>
                <a:ext cx="465825" cy="465825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4394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Freeform 99"/>
              <p:cNvSpPr>
                <a:spLocks noEditPoints="1"/>
              </p:cNvSpPr>
              <p:nvPr/>
            </p:nvSpPr>
            <p:spPr bwMode="auto">
              <a:xfrm>
                <a:off x="4334159" y="3274403"/>
                <a:ext cx="288826" cy="270312"/>
              </a:xfrm>
              <a:custGeom>
                <a:avLst/>
                <a:gdLst>
                  <a:gd name="T0" fmla="*/ 148 w 165"/>
                  <a:gd name="T1" fmla="*/ 25 h 154"/>
                  <a:gd name="T2" fmla="*/ 123 w 165"/>
                  <a:gd name="T3" fmla="*/ 0 h 154"/>
                  <a:gd name="T4" fmla="*/ 82 w 165"/>
                  <a:gd name="T5" fmla="*/ 0 h 154"/>
                  <a:gd name="T6" fmla="*/ 82 w 165"/>
                  <a:gd name="T7" fmla="*/ 20 h 154"/>
                  <a:gd name="T8" fmla="*/ 123 w 165"/>
                  <a:gd name="T9" fmla="*/ 20 h 154"/>
                  <a:gd name="T10" fmla="*/ 128 w 165"/>
                  <a:gd name="T11" fmla="*/ 25 h 154"/>
                  <a:gd name="T12" fmla="*/ 128 w 165"/>
                  <a:gd name="T13" fmla="*/ 66 h 154"/>
                  <a:gd name="T14" fmla="*/ 82 w 165"/>
                  <a:gd name="T15" fmla="*/ 66 h 154"/>
                  <a:gd name="T16" fmla="*/ 82 w 165"/>
                  <a:gd name="T17" fmla="*/ 85 h 154"/>
                  <a:gd name="T18" fmla="*/ 82 w 165"/>
                  <a:gd name="T19" fmla="*/ 85 h 154"/>
                  <a:gd name="T20" fmla="*/ 97 w 165"/>
                  <a:gd name="T21" fmla="*/ 100 h 154"/>
                  <a:gd name="T22" fmla="*/ 91 w 165"/>
                  <a:gd name="T23" fmla="*/ 112 h 154"/>
                  <a:gd name="T24" fmla="*/ 89 w 165"/>
                  <a:gd name="T25" fmla="*/ 114 h 154"/>
                  <a:gd name="T26" fmla="*/ 89 w 165"/>
                  <a:gd name="T27" fmla="*/ 132 h 154"/>
                  <a:gd name="T28" fmla="*/ 89 w 165"/>
                  <a:gd name="T29" fmla="*/ 136 h 154"/>
                  <a:gd name="T30" fmla="*/ 89 w 165"/>
                  <a:gd name="T31" fmla="*/ 136 h 154"/>
                  <a:gd name="T32" fmla="*/ 82 w 165"/>
                  <a:gd name="T33" fmla="*/ 136 h 154"/>
                  <a:gd name="T34" fmla="*/ 82 w 165"/>
                  <a:gd name="T35" fmla="*/ 154 h 154"/>
                  <a:gd name="T36" fmla="*/ 165 w 165"/>
                  <a:gd name="T37" fmla="*/ 154 h 154"/>
                  <a:gd name="T38" fmla="*/ 165 w 165"/>
                  <a:gd name="T39" fmla="*/ 66 h 154"/>
                  <a:gd name="T40" fmla="*/ 148 w 165"/>
                  <a:gd name="T41" fmla="*/ 66 h 154"/>
                  <a:gd name="T42" fmla="*/ 148 w 165"/>
                  <a:gd name="T43" fmla="*/ 25 h 154"/>
                  <a:gd name="T44" fmla="*/ 82 w 165"/>
                  <a:gd name="T45" fmla="*/ 0 h 154"/>
                  <a:gd name="T46" fmla="*/ 41 w 165"/>
                  <a:gd name="T47" fmla="*/ 0 h 154"/>
                  <a:gd name="T48" fmla="*/ 16 w 165"/>
                  <a:gd name="T49" fmla="*/ 25 h 154"/>
                  <a:gd name="T50" fmla="*/ 16 w 165"/>
                  <a:gd name="T51" fmla="*/ 66 h 154"/>
                  <a:gd name="T52" fmla="*/ 0 w 165"/>
                  <a:gd name="T53" fmla="*/ 66 h 154"/>
                  <a:gd name="T54" fmla="*/ 0 w 165"/>
                  <a:gd name="T55" fmla="*/ 154 h 154"/>
                  <a:gd name="T56" fmla="*/ 82 w 165"/>
                  <a:gd name="T57" fmla="*/ 154 h 154"/>
                  <a:gd name="T58" fmla="*/ 82 w 165"/>
                  <a:gd name="T59" fmla="*/ 136 h 154"/>
                  <a:gd name="T60" fmla="*/ 76 w 165"/>
                  <a:gd name="T61" fmla="*/ 136 h 154"/>
                  <a:gd name="T62" fmla="*/ 76 w 165"/>
                  <a:gd name="T63" fmla="*/ 132 h 154"/>
                  <a:gd name="T64" fmla="*/ 76 w 165"/>
                  <a:gd name="T65" fmla="*/ 114 h 154"/>
                  <a:gd name="T66" fmla="*/ 73 w 165"/>
                  <a:gd name="T67" fmla="*/ 112 h 154"/>
                  <a:gd name="T68" fmla="*/ 67 w 165"/>
                  <a:gd name="T69" fmla="*/ 100 h 154"/>
                  <a:gd name="T70" fmla="*/ 82 w 165"/>
                  <a:gd name="T71" fmla="*/ 85 h 154"/>
                  <a:gd name="T72" fmla="*/ 82 w 165"/>
                  <a:gd name="T73" fmla="*/ 66 h 154"/>
                  <a:gd name="T74" fmla="*/ 36 w 165"/>
                  <a:gd name="T75" fmla="*/ 66 h 154"/>
                  <a:gd name="T76" fmla="*/ 36 w 165"/>
                  <a:gd name="T77" fmla="*/ 66 h 154"/>
                  <a:gd name="T78" fmla="*/ 36 w 165"/>
                  <a:gd name="T79" fmla="*/ 25 h 154"/>
                  <a:gd name="T80" fmla="*/ 41 w 165"/>
                  <a:gd name="T81" fmla="*/ 20 h 154"/>
                  <a:gd name="T82" fmla="*/ 82 w 165"/>
                  <a:gd name="T83" fmla="*/ 20 h 154"/>
                  <a:gd name="T84" fmla="*/ 82 w 165"/>
                  <a:gd name="T85" fmla="*/ 0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65" h="154">
                    <a:moveTo>
                      <a:pt x="148" y="25"/>
                    </a:moveTo>
                    <a:cubicBezTo>
                      <a:pt x="148" y="11"/>
                      <a:pt x="137" y="0"/>
                      <a:pt x="123" y="0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2" y="20"/>
                      <a:pt x="82" y="20"/>
                      <a:pt x="82" y="20"/>
                    </a:cubicBezTo>
                    <a:cubicBezTo>
                      <a:pt x="123" y="20"/>
                      <a:pt x="123" y="20"/>
                      <a:pt x="123" y="20"/>
                    </a:cubicBezTo>
                    <a:cubicBezTo>
                      <a:pt x="126" y="20"/>
                      <a:pt x="128" y="22"/>
                      <a:pt x="128" y="25"/>
                    </a:cubicBezTo>
                    <a:cubicBezTo>
                      <a:pt x="128" y="66"/>
                      <a:pt x="128" y="66"/>
                      <a:pt x="128" y="66"/>
                    </a:cubicBezTo>
                    <a:cubicBezTo>
                      <a:pt x="82" y="66"/>
                      <a:pt x="82" y="66"/>
                      <a:pt x="82" y="66"/>
                    </a:cubicBezTo>
                    <a:cubicBezTo>
                      <a:pt x="82" y="85"/>
                      <a:pt x="82" y="85"/>
                      <a:pt x="82" y="85"/>
                    </a:cubicBezTo>
                    <a:cubicBezTo>
                      <a:pt x="82" y="85"/>
                      <a:pt x="82" y="85"/>
                      <a:pt x="82" y="85"/>
                    </a:cubicBezTo>
                    <a:cubicBezTo>
                      <a:pt x="90" y="85"/>
                      <a:pt x="97" y="92"/>
                      <a:pt x="97" y="100"/>
                    </a:cubicBezTo>
                    <a:cubicBezTo>
                      <a:pt x="97" y="105"/>
                      <a:pt x="95" y="110"/>
                      <a:pt x="91" y="112"/>
                    </a:cubicBezTo>
                    <a:cubicBezTo>
                      <a:pt x="90" y="113"/>
                      <a:pt x="89" y="113"/>
                      <a:pt x="89" y="114"/>
                    </a:cubicBezTo>
                    <a:cubicBezTo>
                      <a:pt x="89" y="132"/>
                      <a:pt x="89" y="132"/>
                      <a:pt x="89" y="132"/>
                    </a:cubicBezTo>
                    <a:cubicBezTo>
                      <a:pt x="89" y="136"/>
                      <a:pt x="89" y="136"/>
                      <a:pt x="89" y="136"/>
                    </a:cubicBezTo>
                    <a:cubicBezTo>
                      <a:pt x="89" y="136"/>
                      <a:pt x="89" y="136"/>
                      <a:pt x="89" y="136"/>
                    </a:cubicBezTo>
                    <a:cubicBezTo>
                      <a:pt x="82" y="136"/>
                      <a:pt x="82" y="136"/>
                      <a:pt x="82" y="136"/>
                    </a:cubicBezTo>
                    <a:cubicBezTo>
                      <a:pt x="82" y="154"/>
                      <a:pt x="82" y="154"/>
                      <a:pt x="82" y="154"/>
                    </a:cubicBezTo>
                    <a:cubicBezTo>
                      <a:pt x="165" y="154"/>
                      <a:pt x="165" y="154"/>
                      <a:pt x="165" y="154"/>
                    </a:cubicBezTo>
                    <a:cubicBezTo>
                      <a:pt x="165" y="66"/>
                      <a:pt x="165" y="66"/>
                      <a:pt x="165" y="66"/>
                    </a:cubicBezTo>
                    <a:cubicBezTo>
                      <a:pt x="148" y="66"/>
                      <a:pt x="148" y="66"/>
                      <a:pt x="148" y="66"/>
                    </a:cubicBezTo>
                    <a:lnTo>
                      <a:pt x="148" y="25"/>
                    </a:lnTo>
                    <a:close/>
                    <a:moveTo>
                      <a:pt x="82" y="0"/>
                    </a:moveTo>
                    <a:cubicBezTo>
                      <a:pt x="41" y="0"/>
                      <a:pt x="41" y="0"/>
                      <a:pt x="41" y="0"/>
                    </a:cubicBezTo>
                    <a:cubicBezTo>
                      <a:pt x="27" y="0"/>
                      <a:pt x="16" y="11"/>
                      <a:pt x="16" y="25"/>
                    </a:cubicBezTo>
                    <a:cubicBezTo>
                      <a:pt x="16" y="66"/>
                      <a:pt x="16" y="66"/>
                      <a:pt x="16" y="66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0" y="154"/>
                      <a:pt x="0" y="154"/>
                      <a:pt x="0" y="154"/>
                    </a:cubicBezTo>
                    <a:cubicBezTo>
                      <a:pt x="82" y="154"/>
                      <a:pt x="82" y="154"/>
                      <a:pt x="82" y="154"/>
                    </a:cubicBezTo>
                    <a:cubicBezTo>
                      <a:pt x="82" y="136"/>
                      <a:pt x="82" y="136"/>
                      <a:pt x="82" y="136"/>
                    </a:cubicBezTo>
                    <a:cubicBezTo>
                      <a:pt x="76" y="136"/>
                      <a:pt x="76" y="136"/>
                      <a:pt x="76" y="136"/>
                    </a:cubicBezTo>
                    <a:cubicBezTo>
                      <a:pt x="76" y="132"/>
                      <a:pt x="76" y="132"/>
                      <a:pt x="76" y="132"/>
                    </a:cubicBezTo>
                    <a:cubicBezTo>
                      <a:pt x="76" y="114"/>
                      <a:pt x="76" y="114"/>
                      <a:pt x="76" y="114"/>
                    </a:cubicBezTo>
                    <a:cubicBezTo>
                      <a:pt x="75" y="113"/>
                      <a:pt x="74" y="113"/>
                      <a:pt x="73" y="112"/>
                    </a:cubicBezTo>
                    <a:cubicBezTo>
                      <a:pt x="70" y="110"/>
                      <a:pt x="67" y="105"/>
                      <a:pt x="67" y="100"/>
                    </a:cubicBezTo>
                    <a:cubicBezTo>
                      <a:pt x="67" y="92"/>
                      <a:pt x="74" y="85"/>
                      <a:pt x="82" y="85"/>
                    </a:cubicBezTo>
                    <a:cubicBezTo>
                      <a:pt x="82" y="66"/>
                      <a:pt x="82" y="66"/>
                      <a:pt x="82" y="66"/>
                    </a:cubicBezTo>
                    <a:cubicBezTo>
                      <a:pt x="36" y="66"/>
                      <a:pt x="36" y="66"/>
                      <a:pt x="36" y="66"/>
                    </a:cubicBezTo>
                    <a:cubicBezTo>
                      <a:pt x="36" y="66"/>
                      <a:pt x="36" y="66"/>
                      <a:pt x="36" y="66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36" y="22"/>
                      <a:pt x="38" y="20"/>
                      <a:pt x="41" y="20"/>
                    </a:cubicBezTo>
                    <a:cubicBezTo>
                      <a:pt x="82" y="20"/>
                      <a:pt x="82" y="20"/>
                      <a:pt x="82" y="20"/>
                    </a:cubicBez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4394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9" name="Group 68"/>
          <p:cNvGrpSpPr/>
          <p:nvPr/>
        </p:nvGrpSpPr>
        <p:grpSpPr>
          <a:xfrm>
            <a:off x="7578640" y="2525849"/>
            <a:ext cx="382140" cy="381399"/>
            <a:chOff x="7578640" y="2742667"/>
            <a:chExt cx="382140" cy="381399"/>
          </a:xfrm>
        </p:grpSpPr>
        <p:sp>
          <p:nvSpPr>
            <p:cNvPr id="70" name="Freeform 103"/>
            <p:cNvSpPr>
              <a:spLocks noEditPoints="1"/>
            </p:cNvSpPr>
            <p:nvPr/>
          </p:nvSpPr>
          <p:spPr bwMode="auto">
            <a:xfrm>
              <a:off x="7578640" y="2742667"/>
              <a:ext cx="382140" cy="381399"/>
            </a:xfrm>
            <a:custGeom>
              <a:avLst/>
              <a:gdLst>
                <a:gd name="T0" fmla="*/ 109 w 218"/>
                <a:gd name="T1" fmla="*/ 0 h 218"/>
                <a:gd name="T2" fmla="*/ 186 w 218"/>
                <a:gd name="T3" fmla="*/ 32 h 218"/>
                <a:gd name="T4" fmla="*/ 218 w 218"/>
                <a:gd name="T5" fmla="*/ 109 h 218"/>
                <a:gd name="T6" fmla="*/ 186 w 218"/>
                <a:gd name="T7" fmla="*/ 186 h 218"/>
                <a:gd name="T8" fmla="*/ 109 w 218"/>
                <a:gd name="T9" fmla="*/ 218 h 218"/>
                <a:gd name="T10" fmla="*/ 109 w 218"/>
                <a:gd name="T11" fmla="*/ 218 h 218"/>
                <a:gd name="T12" fmla="*/ 109 w 218"/>
                <a:gd name="T13" fmla="*/ 194 h 218"/>
                <a:gd name="T14" fmla="*/ 109 w 218"/>
                <a:gd name="T15" fmla="*/ 194 h 218"/>
                <a:gd name="T16" fmla="*/ 169 w 218"/>
                <a:gd name="T17" fmla="*/ 169 h 218"/>
                <a:gd name="T18" fmla="*/ 194 w 218"/>
                <a:gd name="T19" fmla="*/ 109 h 218"/>
                <a:gd name="T20" fmla="*/ 169 w 218"/>
                <a:gd name="T21" fmla="*/ 49 h 218"/>
                <a:gd name="T22" fmla="*/ 109 w 218"/>
                <a:gd name="T23" fmla="*/ 24 h 218"/>
                <a:gd name="T24" fmla="*/ 109 w 218"/>
                <a:gd name="T25" fmla="*/ 24 h 218"/>
                <a:gd name="T26" fmla="*/ 109 w 218"/>
                <a:gd name="T27" fmla="*/ 0 h 218"/>
                <a:gd name="T28" fmla="*/ 109 w 218"/>
                <a:gd name="T29" fmla="*/ 218 h 218"/>
                <a:gd name="T30" fmla="*/ 32 w 218"/>
                <a:gd name="T31" fmla="*/ 186 h 218"/>
                <a:gd name="T32" fmla="*/ 0 w 218"/>
                <a:gd name="T33" fmla="*/ 109 h 218"/>
                <a:gd name="T34" fmla="*/ 32 w 218"/>
                <a:gd name="T35" fmla="*/ 32 h 218"/>
                <a:gd name="T36" fmla="*/ 109 w 218"/>
                <a:gd name="T37" fmla="*/ 0 h 218"/>
                <a:gd name="T38" fmla="*/ 109 w 218"/>
                <a:gd name="T39" fmla="*/ 24 h 218"/>
                <a:gd name="T40" fmla="*/ 49 w 218"/>
                <a:gd name="T41" fmla="*/ 49 h 218"/>
                <a:gd name="T42" fmla="*/ 24 w 218"/>
                <a:gd name="T43" fmla="*/ 109 h 218"/>
                <a:gd name="T44" fmla="*/ 49 w 218"/>
                <a:gd name="T45" fmla="*/ 169 h 218"/>
                <a:gd name="T46" fmla="*/ 109 w 218"/>
                <a:gd name="T47" fmla="*/ 194 h 218"/>
                <a:gd name="T48" fmla="*/ 109 w 218"/>
                <a:gd name="T49" fmla="*/ 218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18" h="218">
                  <a:moveTo>
                    <a:pt x="109" y="0"/>
                  </a:moveTo>
                  <a:cubicBezTo>
                    <a:pt x="139" y="0"/>
                    <a:pt x="166" y="12"/>
                    <a:pt x="186" y="32"/>
                  </a:cubicBezTo>
                  <a:cubicBezTo>
                    <a:pt x="205" y="52"/>
                    <a:pt x="218" y="79"/>
                    <a:pt x="218" y="109"/>
                  </a:cubicBezTo>
                  <a:cubicBezTo>
                    <a:pt x="218" y="139"/>
                    <a:pt x="205" y="166"/>
                    <a:pt x="186" y="186"/>
                  </a:cubicBezTo>
                  <a:cubicBezTo>
                    <a:pt x="166" y="206"/>
                    <a:pt x="139" y="218"/>
                    <a:pt x="109" y="218"/>
                  </a:cubicBezTo>
                  <a:cubicBezTo>
                    <a:pt x="109" y="218"/>
                    <a:pt x="109" y="218"/>
                    <a:pt x="109" y="218"/>
                  </a:cubicBezTo>
                  <a:cubicBezTo>
                    <a:pt x="109" y="194"/>
                    <a:pt x="109" y="194"/>
                    <a:pt x="109" y="194"/>
                  </a:cubicBezTo>
                  <a:cubicBezTo>
                    <a:pt x="109" y="194"/>
                    <a:pt x="109" y="194"/>
                    <a:pt x="109" y="194"/>
                  </a:cubicBezTo>
                  <a:cubicBezTo>
                    <a:pt x="132" y="194"/>
                    <a:pt x="153" y="184"/>
                    <a:pt x="169" y="169"/>
                  </a:cubicBezTo>
                  <a:cubicBezTo>
                    <a:pt x="184" y="154"/>
                    <a:pt x="194" y="132"/>
                    <a:pt x="194" y="109"/>
                  </a:cubicBezTo>
                  <a:cubicBezTo>
                    <a:pt x="194" y="86"/>
                    <a:pt x="184" y="64"/>
                    <a:pt x="169" y="49"/>
                  </a:cubicBezTo>
                  <a:cubicBezTo>
                    <a:pt x="153" y="34"/>
                    <a:pt x="132" y="24"/>
                    <a:pt x="109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0"/>
                    <a:pt x="109" y="0"/>
                    <a:pt x="109" y="0"/>
                  </a:cubicBezTo>
                  <a:close/>
                  <a:moveTo>
                    <a:pt x="109" y="218"/>
                  </a:moveTo>
                  <a:cubicBezTo>
                    <a:pt x="79" y="218"/>
                    <a:pt x="51" y="206"/>
                    <a:pt x="32" y="186"/>
                  </a:cubicBezTo>
                  <a:cubicBezTo>
                    <a:pt x="12" y="166"/>
                    <a:pt x="0" y="139"/>
                    <a:pt x="0" y="109"/>
                  </a:cubicBezTo>
                  <a:cubicBezTo>
                    <a:pt x="0" y="79"/>
                    <a:pt x="12" y="52"/>
                    <a:pt x="32" y="32"/>
                  </a:cubicBezTo>
                  <a:cubicBezTo>
                    <a:pt x="51" y="12"/>
                    <a:pt x="79" y="0"/>
                    <a:pt x="109" y="0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85" y="24"/>
                    <a:pt x="64" y="34"/>
                    <a:pt x="49" y="49"/>
                  </a:cubicBezTo>
                  <a:cubicBezTo>
                    <a:pt x="33" y="64"/>
                    <a:pt x="24" y="86"/>
                    <a:pt x="24" y="109"/>
                  </a:cubicBezTo>
                  <a:cubicBezTo>
                    <a:pt x="24" y="132"/>
                    <a:pt x="33" y="154"/>
                    <a:pt x="49" y="169"/>
                  </a:cubicBezTo>
                  <a:cubicBezTo>
                    <a:pt x="64" y="184"/>
                    <a:pt x="85" y="194"/>
                    <a:pt x="109" y="194"/>
                  </a:cubicBezTo>
                  <a:lnTo>
                    <a:pt x="109" y="2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Oval 104"/>
            <p:cNvSpPr>
              <a:spLocks noChangeArrowheads="1"/>
            </p:cNvSpPr>
            <p:nvPr/>
          </p:nvSpPr>
          <p:spPr bwMode="auto">
            <a:xfrm>
              <a:off x="7600118" y="2763404"/>
              <a:ext cx="339185" cy="33992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Oval 105"/>
            <p:cNvSpPr>
              <a:spLocks noChangeArrowheads="1"/>
            </p:cNvSpPr>
            <p:nvPr/>
          </p:nvSpPr>
          <p:spPr bwMode="auto">
            <a:xfrm>
              <a:off x="7803038" y="2882636"/>
              <a:ext cx="56285" cy="5776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Freeform 106"/>
            <p:cNvSpPr>
              <a:spLocks noEditPoints="1"/>
            </p:cNvSpPr>
            <p:nvPr/>
          </p:nvSpPr>
          <p:spPr bwMode="auto">
            <a:xfrm>
              <a:off x="7776376" y="2855975"/>
              <a:ext cx="108865" cy="157744"/>
            </a:xfrm>
            <a:custGeom>
              <a:avLst/>
              <a:gdLst>
                <a:gd name="T0" fmla="*/ 62 w 62"/>
                <a:gd name="T1" fmla="*/ 0 h 90"/>
                <a:gd name="T2" fmla="*/ 31 w 62"/>
                <a:gd name="T3" fmla="*/ 0 h 90"/>
                <a:gd name="T4" fmla="*/ 31 w 62"/>
                <a:gd name="T5" fmla="*/ 7 h 90"/>
                <a:gd name="T6" fmla="*/ 31 w 62"/>
                <a:gd name="T7" fmla="*/ 7 h 90"/>
                <a:gd name="T8" fmla="*/ 55 w 62"/>
                <a:gd name="T9" fmla="*/ 31 h 90"/>
                <a:gd name="T10" fmla="*/ 31 w 62"/>
                <a:gd name="T11" fmla="*/ 55 h 90"/>
                <a:gd name="T12" fmla="*/ 31 w 62"/>
                <a:gd name="T13" fmla="*/ 55 h 90"/>
                <a:gd name="T14" fmla="*/ 31 w 62"/>
                <a:gd name="T15" fmla="*/ 55 h 90"/>
                <a:gd name="T16" fmla="*/ 31 w 62"/>
                <a:gd name="T17" fmla="*/ 66 h 90"/>
                <a:gd name="T18" fmla="*/ 31 w 62"/>
                <a:gd name="T19" fmla="*/ 66 h 90"/>
                <a:gd name="T20" fmla="*/ 39 w 62"/>
                <a:gd name="T21" fmla="*/ 74 h 90"/>
                <a:gd name="T22" fmla="*/ 31 w 62"/>
                <a:gd name="T23" fmla="*/ 82 h 90"/>
                <a:gd name="T24" fmla="*/ 31 w 62"/>
                <a:gd name="T25" fmla="*/ 82 h 90"/>
                <a:gd name="T26" fmla="*/ 31 w 62"/>
                <a:gd name="T27" fmla="*/ 82 h 90"/>
                <a:gd name="T28" fmla="*/ 31 w 62"/>
                <a:gd name="T29" fmla="*/ 90 h 90"/>
                <a:gd name="T30" fmla="*/ 62 w 62"/>
                <a:gd name="T31" fmla="*/ 90 h 90"/>
                <a:gd name="T32" fmla="*/ 62 w 62"/>
                <a:gd name="T33" fmla="*/ 0 h 90"/>
                <a:gd name="T34" fmla="*/ 31 w 62"/>
                <a:gd name="T35" fmla="*/ 0 h 90"/>
                <a:gd name="T36" fmla="*/ 0 w 62"/>
                <a:gd name="T37" fmla="*/ 0 h 90"/>
                <a:gd name="T38" fmla="*/ 0 w 62"/>
                <a:gd name="T39" fmla="*/ 90 h 90"/>
                <a:gd name="T40" fmla="*/ 31 w 62"/>
                <a:gd name="T41" fmla="*/ 90 h 90"/>
                <a:gd name="T42" fmla="*/ 31 w 62"/>
                <a:gd name="T43" fmla="*/ 82 h 90"/>
                <a:gd name="T44" fmla="*/ 23 w 62"/>
                <a:gd name="T45" fmla="*/ 74 h 90"/>
                <a:gd name="T46" fmla="*/ 31 w 62"/>
                <a:gd name="T47" fmla="*/ 66 h 90"/>
                <a:gd name="T48" fmla="*/ 31 w 62"/>
                <a:gd name="T49" fmla="*/ 55 h 90"/>
                <a:gd name="T50" fmla="*/ 7 w 62"/>
                <a:gd name="T51" fmla="*/ 31 h 90"/>
                <a:gd name="T52" fmla="*/ 31 w 62"/>
                <a:gd name="T53" fmla="*/ 7 h 90"/>
                <a:gd name="T54" fmla="*/ 31 w 62"/>
                <a:gd name="T55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2" h="90">
                  <a:moveTo>
                    <a:pt x="62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44" y="7"/>
                    <a:pt x="55" y="18"/>
                    <a:pt x="55" y="31"/>
                  </a:cubicBezTo>
                  <a:cubicBezTo>
                    <a:pt x="55" y="44"/>
                    <a:pt x="44" y="55"/>
                    <a:pt x="31" y="55"/>
                  </a:cubicBezTo>
                  <a:cubicBezTo>
                    <a:pt x="31" y="55"/>
                    <a:pt x="31" y="55"/>
                    <a:pt x="31" y="55"/>
                  </a:cubicBezTo>
                  <a:cubicBezTo>
                    <a:pt x="31" y="55"/>
                    <a:pt x="31" y="55"/>
                    <a:pt x="31" y="55"/>
                  </a:cubicBezTo>
                  <a:cubicBezTo>
                    <a:pt x="31" y="66"/>
                    <a:pt x="31" y="66"/>
                    <a:pt x="31" y="66"/>
                  </a:cubicBezTo>
                  <a:cubicBezTo>
                    <a:pt x="31" y="66"/>
                    <a:pt x="31" y="66"/>
                    <a:pt x="31" y="66"/>
                  </a:cubicBezTo>
                  <a:cubicBezTo>
                    <a:pt x="35" y="66"/>
                    <a:pt x="39" y="69"/>
                    <a:pt x="39" y="74"/>
                  </a:cubicBezTo>
                  <a:cubicBezTo>
                    <a:pt x="39" y="78"/>
                    <a:pt x="35" y="82"/>
                    <a:pt x="31" y="82"/>
                  </a:cubicBezTo>
                  <a:cubicBezTo>
                    <a:pt x="31" y="82"/>
                    <a:pt x="31" y="82"/>
                    <a:pt x="31" y="82"/>
                  </a:cubicBezTo>
                  <a:cubicBezTo>
                    <a:pt x="31" y="82"/>
                    <a:pt x="31" y="82"/>
                    <a:pt x="31" y="82"/>
                  </a:cubicBezTo>
                  <a:cubicBezTo>
                    <a:pt x="31" y="90"/>
                    <a:pt x="31" y="90"/>
                    <a:pt x="31" y="90"/>
                  </a:cubicBezTo>
                  <a:cubicBezTo>
                    <a:pt x="62" y="90"/>
                    <a:pt x="62" y="90"/>
                    <a:pt x="62" y="90"/>
                  </a:cubicBezTo>
                  <a:lnTo>
                    <a:pt x="62" y="0"/>
                  </a:lnTo>
                  <a:close/>
                  <a:moveTo>
                    <a:pt x="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31" y="90"/>
                    <a:pt x="31" y="90"/>
                    <a:pt x="31" y="90"/>
                  </a:cubicBezTo>
                  <a:cubicBezTo>
                    <a:pt x="31" y="82"/>
                    <a:pt x="31" y="82"/>
                    <a:pt x="31" y="82"/>
                  </a:cubicBezTo>
                  <a:cubicBezTo>
                    <a:pt x="26" y="82"/>
                    <a:pt x="23" y="78"/>
                    <a:pt x="23" y="74"/>
                  </a:cubicBezTo>
                  <a:cubicBezTo>
                    <a:pt x="23" y="69"/>
                    <a:pt x="26" y="66"/>
                    <a:pt x="31" y="66"/>
                  </a:cubicBezTo>
                  <a:cubicBezTo>
                    <a:pt x="31" y="55"/>
                    <a:pt x="31" y="55"/>
                    <a:pt x="31" y="55"/>
                  </a:cubicBezTo>
                  <a:cubicBezTo>
                    <a:pt x="18" y="55"/>
                    <a:pt x="7" y="44"/>
                    <a:pt x="7" y="31"/>
                  </a:cubicBezTo>
                  <a:cubicBezTo>
                    <a:pt x="7" y="18"/>
                    <a:pt x="18" y="7"/>
                    <a:pt x="31" y="7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Freeform 107"/>
            <p:cNvSpPr>
              <a:spLocks/>
            </p:cNvSpPr>
            <p:nvPr/>
          </p:nvSpPr>
          <p:spPr bwMode="auto">
            <a:xfrm>
              <a:off x="7666769" y="2838943"/>
              <a:ext cx="20736" cy="10368"/>
            </a:xfrm>
            <a:custGeom>
              <a:avLst/>
              <a:gdLst>
                <a:gd name="T0" fmla="*/ 12 w 12"/>
                <a:gd name="T1" fmla="*/ 5 h 6"/>
                <a:gd name="T2" fmla="*/ 7 w 12"/>
                <a:gd name="T3" fmla="*/ 0 h 6"/>
                <a:gd name="T4" fmla="*/ 5 w 12"/>
                <a:gd name="T5" fmla="*/ 0 h 6"/>
                <a:gd name="T6" fmla="*/ 0 w 12"/>
                <a:gd name="T7" fmla="*/ 5 h 6"/>
                <a:gd name="T8" fmla="*/ 0 w 12"/>
                <a:gd name="T9" fmla="*/ 6 h 6"/>
                <a:gd name="T10" fmla="*/ 12 w 12"/>
                <a:gd name="T11" fmla="*/ 6 h 6"/>
                <a:gd name="T12" fmla="*/ 12 w 12"/>
                <a:gd name="T13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6">
                  <a:moveTo>
                    <a:pt x="12" y="5"/>
                  </a:moveTo>
                  <a:cubicBezTo>
                    <a:pt x="12" y="2"/>
                    <a:pt x="10" y="0"/>
                    <a:pt x="7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5"/>
                    <a:pt x="12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Freeform 108"/>
            <p:cNvSpPr>
              <a:spLocks noEditPoints="1"/>
            </p:cNvSpPr>
            <p:nvPr/>
          </p:nvSpPr>
          <p:spPr bwMode="auto">
            <a:xfrm>
              <a:off x="7652699" y="2855975"/>
              <a:ext cx="108125" cy="157744"/>
            </a:xfrm>
            <a:custGeom>
              <a:avLst/>
              <a:gdLst>
                <a:gd name="T0" fmla="*/ 31 w 62"/>
                <a:gd name="T1" fmla="*/ 90 h 90"/>
                <a:gd name="T2" fmla="*/ 62 w 62"/>
                <a:gd name="T3" fmla="*/ 90 h 90"/>
                <a:gd name="T4" fmla="*/ 62 w 62"/>
                <a:gd name="T5" fmla="*/ 0 h 90"/>
                <a:gd name="T6" fmla="*/ 31 w 62"/>
                <a:gd name="T7" fmla="*/ 0 h 90"/>
                <a:gd name="T8" fmla="*/ 31 w 62"/>
                <a:gd name="T9" fmla="*/ 7 h 90"/>
                <a:gd name="T10" fmla="*/ 31 w 62"/>
                <a:gd name="T11" fmla="*/ 7 h 90"/>
                <a:gd name="T12" fmla="*/ 31 w 62"/>
                <a:gd name="T13" fmla="*/ 7 h 90"/>
                <a:gd name="T14" fmla="*/ 55 w 62"/>
                <a:gd name="T15" fmla="*/ 31 h 90"/>
                <a:gd name="T16" fmla="*/ 31 w 62"/>
                <a:gd name="T17" fmla="*/ 55 h 90"/>
                <a:gd name="T18" fmla="*/ 31 w 62"/>
                <a:gd name="T19" fmla="*/ 55 h 90"/>
                <a:gd name="T20" fmla="*/ 31 w 62"/>
                <a:gd name="T21" fmla="*/ 66 h 90"/>
                <a:gd name="T22" fmla="*/ 31 w 62"/>
                <a:gd name="T23" fmla="*/ 66 h 90"/>
                <a:gd name="T24" fmla="*/ 39 w 62"/>
                <a:gd name="T25" fmla="*/ 74 h 90"/>
                <a:gd name="T26" fmla="*/ 31 w 62"/>
                <a:gd name="T27" fmla="*/ 82 h 90"/>
                <a:gd name="T28" fmla="*/ 31 w 62"/>
                <a:gd name="T29" fmla="*/ 82 h 90"/>
                <a:gd name="T30" fmla="*/ 31 w 62"/>
                <a:gd name="T31" fmla="*/ 82 h 90"/>
                <a:gd name="T32" fmla="*/ 31 w 62"/>
                <a:gd name="T33" fmla="*/ 90 h 90"/>
                <a:gd name="T34" fmla="*/ 0 w 62"/>
                <a:gd name="T35" fmla="*/ 90 h 90"/>
                <a:gd name="T36" fmla="*/ 31 w 62"/>
                <a:gd name="T37" fmla="*/ 90 h 90"/>
                <a:gd name="T38" fmla="*/ 31 w 62"/>
                <a:gd name="T39" fmla="*/ 82 h 90"/>
                <a:gd name="T40" fmla="*/ 23 w 62"/>
                <a:gd name="T41" fmla="*/ 74 h 90"/>
                <a:gd name="T42" fmla="*/ 31 w 62"/>
                <a:gd name="T43" fmla="*/ 66 h 90"/>
                <a:gd name="T44" fmla="*/ 31 w 62"/>
                <a:gd name="T45" fmla="*/ 55 h 90"/>
                <a:gd name="T46" fmla="*/ 7 w 62"/>
                <a:gd name="T47" fmla="*/ 31 h 90"/>
                <a:gd name="T48" fmla="*/ 31 w 62"/>
                <a:gd name="T49" fmla="*/ 7 h 90"/>
                <a:gd name="T50" fmla="*/ 31 w 62"/>
                <a:gd name="T51" fmla="*/ 0 h 90"/>
                <a:gd name="T52" fmla="*/ 16 w 62"/>
                <a:gd name="T53" fmla="*/ 0 h 90"/>
                <a:gd name="T54" fmla="*/ 12 w 62"/>
                <a:gd name="T55" fmla="*/ 0 h 90"/>
                <a:gd name="T56" fmla="*/ 0 w 62"/>
                <a:gd name="T57" fmla="*/ 0 h 90"/>
                <a:gd name="T58" fmla="*/ 0 w 62"/>
                <a:gd name="T59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2" h="90">
                  <a:moveTo>
                    <a:pt x="31" y="90"/>
                  </a:moveTo>
                  <a:cubicBezTo>
                    <a:pt x="62" y="90"/>
                    <a:pt x="62" y="90"/>
                    <a:pt x="62" y="9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45" y="7"/>
                    <a:pt x="55" y="18"/>
                    <a:pt x="55" y="31"/>
                  </a:cubicBezTo>
                  <a:cubicBezTo>
                    <a:pt x="55" y="44"/>
                    <a:pt x="45" y="55"/>
                    <a:pt x="31" y="55"/>
                  </a:cubicBezTo>
                  <a:cubicBezTo>
                    <a:pt x="31" y="55"/>
                    <a:pt x="31" y="55"/>
                    <a:pt x="31" y="55"/>
                  </a:cubicBezTo>
                  <a:cubicBezTo>
                    <a:pt x="31" y="66"/>
                    <a:pt x="31" y="66"/>
                    <a:pt x="31" y="66"/>
                  </a:cubicBezTo>
                  <a:cubicBezTo>
                    <a:pt x="31" y="66"/>
                    <a:pt x="31" y="66"/>
                    <a:pt x="31" y="66"/>
                  </a:cubicBezTo>
                  <a:cubicBezTo>
                    <a:pt x="36" y="66"/>
                    <a:pt x="39" y="69"/>
                    <a:pt x="39" y="74"/>
                  </a:cubicBezTo>
                  <a:cubicBezTo>
                    <a:pt x="39" y="78"/>
                    <a:pt x="36" y="82"/>
                    <a:pt x="31" y="82"/>
                  </a:cubicBezTo>
                  <a:cubicBezTo>
                    <a:pt x="31" y="82"/>
                    <a:pt x="31" y="82"/>
                    <a:pt x="31" y="82"/>
                  </a:cubicBezTo>
                  <a:cubicBezTo>
                    <a:pt x="31" y="82"/>
                    <a:pt x="31" y="82"/>
                    <a:pt x="31" y="82"/>
                  </a:cubicBezTo>
                  <a:lnTo>
                    <a:pt x="31" y="90"/>
                  </a:lnTo>
                  <a:close/>
                  <a:moveTo>
                    <a:pt x="0" y="90"/>
                  </a:moveTo>
                  <a:cubicBezTo>
                    <a:pt x="31" y="90"/>
                    <a:pt x="31" y="90"/>
                    <a:pt x="31" y="90"/>
                  </a:cubicBezTo>
                  <a:cubicBezTo>
                    <a:pt x="31" y="82"/>
                    <a:pt x="31" y="82"/>
                    <a:pt x="31" y="82"/>
                  </a:cubicBezTo>
                  <a:cubicBezTo>
                    <a:pt x="27" y="82"/>
                    <a:pt x="23" y="78"/>
                    <a:pt x="23" y="74"/>
                  </a:cubicBezTo>
                  <a:cubicBezTo>
                    <a:pt x="23" y="69"/>
                    <a:pt x="27" y="66"/>
                    <a:pt x="31" y="66"/>
                  </a:cubicBezTo>
                  <a:cubicBezTo>
                    <a:pt x="31" y="55"/>
                    <a:pt x="31" y="55"/>
                    <a:pt x="31" y="55"/>
                  </a:cubicBezTo>
                  <a:cubicBezTo>
                    <a:pt x="18" y="55"/>
                    <a:pt x="7" y="44"/>
                    <a:pt x="7" y="31"/>
                  </a:cubicBezTo>
                  <a:cubicBezTo>
                    <a:pt x="7" y="18"/>
                    <a:pt x="18" y="7"/>
                    <a:pt x="31" y="7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Oval 109"/>
            <p:cNvSpPr>
              <a:spLocks noChangeArrowheads="1"/>
            </p:cNvSpPr>
            <p:nvPr/>
          </p:nvSpPr>
          <p:spPr bwMode="auto">
            <a:xfrm>
              <a:off x="7678619" y="2882636"/>
              <a:ext cx="57765" cy="5776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4525227" y="2376992"/>
            <a:ext cx="605795" cy="607276"/>
            <a:chOff x="4525227" y="2593810"/>
            <a:chExt cx="605795" cy="607276"/>
          </a:xfrm>
        </p:grpSpPr>
        <p:sp>
          <p:nvSpPr>
            <p:cNvPr id="78" name="Freeform 110"/>
            <p:cNvSpPr>
              <a:spLocks noEditPoints="1"/>
            </p:cNvSpPr>
            <p:nvPr/>
          </p:nvSpPr>
          <p:spPr bwMode="auto">
            <a:xfrm>
              <a:off x="4525227" y="2593810"/>
              <a:ext cx="605795" cy="607276"/>
            </a:xfrm>
            <a:custGeom>
              <a:avLst/>
              <a:gdLst>
                <a:gd name="T0" fmla="*/ 173 w 346"/>
                <a:gd name="T1" fmla="*/ 0 h 347"/>
                <a:gd name="T2" fmla="*/ 295 w 346"/>
                <a:gd name="T3" fmla="*/ 51 h 347"/>
                <a:gd name="T4" fmla="*/ 346 w 346"/>
                <a:gd name="T5" fmla="*/ 174 h 347"/>
                <a:gd name="T6" fmla="*/ 295 w 346"/>
                <a:gd name="T7" fmla="*/ 296 h 347"/>
                <a:gd name="T8" fmla="*/ 173 w 346"/>
                <a:gd name="T9" fmla="*/ 347 h 347"/>
                <a:gd name="T10" fmla="*/ 173 w 346"/>
                <a:gd name="T11" fmla="*/ 323 h 347"/>
                <a:gd name="T12" fmla="*/ 278 w 346"/>
                <a:gd name="T13" fmla="*/ 279 h 347"/>
                <a:gd name="T14" fmla="*/ 322 w 346"/>
                <a:gd name="T15" fmla="*/ 174 h 347"/>
                <a:gd name="T16" fmla="*/ 278 w 346"/>
                <a:gd name="T17" fmla="*/ 68 h 347"/>
                <a:gd name="T18" fmla="*/ 173 w 346"/>
                <a:gd name="T19" fmla="*/ 24 h 347"/>
                <a:gd name="T20" fmla="*/ 173 w 346"/>
                <a:gd name="T21" fmla="*/ 0 h 347"/>
                <a:gd name="T22" fmla="*/ 173 w 346"/>
                <a:gd name="T23" fmla="*/ 0 h 347"/>
                <a:gd name="T24" fmla="*/ 173 w 346"/>
                <a:gd name="T25" fmla="*/ 0 h 347"/>
                <a:gd name="T26" fmla="*/ 173 w 346"/>
                <a:gd name="T27" fmla="*/ 24 h 347"/>
                <a:gd name="T28" fmla="*/ 173 w 346"/>
                <a:gd name="T29" fmla="*/ 24 h 347"/>
                <a:gd name="T30" fmla="*/ 67 w 346"/>
                <a:gd name="T31" fmla="*/ 68 h 347"/>
                <a:gd name="T32" fmla="*/ 24 w 346"/>
                <a:gd name="T33" fmla="*/ 174 h 347"/>
                <a:gd name="T34" fmla="*/ 67 w 346"/>
                <a:gd name="T35" fmla="*/ 279 h 347"/>
                <a:gd name="T36" fmla="*/ 173 w 346"/>
                <a:gd name="T37" fmla="*/ 323 h 347"/>
                <a:gd name="T38" fmla="*/ 173 w 346"/>
                <a:gd name="T39" fmla="*/ 323 h 347"/>
                <a:gd name="T40" fmla="*/ 173 w 346"/>
                <a:gd name="T41" fmla="*/ 347 h 347"/>
                <a:gd name="T42" fmla="*/ 173 w 346"/>
                <a:gd name="T43" fmla="*/ 347 h 347"/>
                <a:gd name="T44" fmla="*/ 51 w 346"/>
                <a:gd name="T45" fmla="*/ 296 h 347"/>
                <a:gd name="T46" fmla="*/ 0 w 346"/>
                <a:gd name="T47" fmla="*/ 174 h 347"/>
                <a:gd name="T48" fmla="*/ 51 w 346"/>
                <a:gd name="T49" fmla="*/ 51 h 347"/>
                <a:gd name="T50" fmla="*/ 173 w 346"/>
                <a:gd name="T51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46" h="347">
                  <a:moveTo>
                    <a:pt x="173" y="0"/>
                  </a:moveTo>
                  <a:cubicBezTo>
                    <a:pt x="221" y="0"/>
                    <a:pt x="264" y="20"/>
                    <a:pt x="295" y="51"/>
                  </a:cubicBezTo>
                  <a:cubicBezTo>
                    <a:pt x="327" y="82"/>
                    <a:pt x="346" y="126"/>
                    <a:pt x="346" y="174"/>
                  </a:cubicBezTo>
                  <a:cubicBezTo>
                    <a:pt x="346" y="221"/>
                    <a:pt x="327" y="265"/>
                    <a:pt x="295" y="296"/>
                  </a:cubicBezTo>
                  <a:cubicBezTo>
                    <a:pt x="264" y="327"/>
                    <a:pt x="221" y="347"/>
                    <a:pt x="173" y="347"/>
                  </a:cubicBezTo>
                  <a:cubicBezTo>
                    <a:pt x="173" y="323"/>
                    <a:pt x="173" y="323"/>
                    <a:pt x="173" y="323"/>
                  </a:cubicBezTo>
                  <a:cubicBezTo>
                    <a:pt x="214" y="323"/>
                    <a:pt x="251" y="306"/>
                    <a:pt x="278" y="279"/>
                  </a:cubicBezTo>
                  <a:cubicBezTo>
                    <a:pt x="305" y="252"/>
                    <a:pt x="322" y="215"/>
                    <a:pt x="322" y="174"/>
                  </a:cubicBezTo>
                  <a:cubicBezTo>
                    <a:pt x="322" y="132"/>
                    <a:pt x="305" y="95"/>
                    <a:pt x="278" y="68"/>
                  </a:cubicBezTo>
                  <a:cubicBezTo>
                    <a:pt x="251" y="41"/>
                    <a:pt x="214" y="24"/>
                    <a:pt x="173" y="24"/>
                  </a:cubicBezTo>
                  <a:lnTo>
                    <a:pt x="173" y="0"/>
                  </a:lnTo>
                  <a:close/>
                  <a:moveTo>
                    <a:pt x="173" y="0"/>
                  </a:moveTo>
                  <a:cubicBezTo>
                    <a:pt x="173" y="0"/>
                    <a:pt x="173" y="0"/>
                    <a:pt x="173" y="0"/>
                  </a:cubicBezTo>
                  <a:cubicBezTo>
                    <a:pt x="173" y="24"/>
                    <a:pt x="173" y="24"/>
                    <a:pt x="173" y="24"/>
                  </a:cubicBezTo>
                  <a:cubicBezTo>
                    <a:pt x="173" y="24"/>
                    <a:pt x="173" y="24"/>
                    <a:pt x="173" y="24"/>
                  </a:cubicBezTo>
                  <a:cubicBezTo>
                    <a:pt x="132" y="24"/>
                    <a:pt x="94" y="41"/>
                    <a:pt x="67" y="68"/>
                  </a:cubicBezTo>
                  <a:cubicBezTo>
                    <a:pt x="41" y="95"/>
                    <a:pt x="24" y="132"/>
                    <a:pt x="24" y="174"/>
                  </a:cubicBezTo>
                  <a:cubicBezTo>
                    <a:pt x="24" y="215"/>
                    <a:pt x="41" y="252"/>
                    <a:pt x="67" y="279"/>
                  </a:cubicBezTo>
                  <a:cubicBezTo>
                    <a:pt x="94" y="306"/>
                    <a:pt x="132" y="323"/>
                    <a:pt x="173" y="323"/>
                  </a:cubicBezTo>
                  <a:cubicBezTo>
                    <a:pt x="173" y="323"/>
                    <a:pt x="173" y="323"/>
                    <a:pt x="173" y="323"/>
                  </a:cubicBezTo>
                  <a:cubicBezTo>
                    <a:pt x="173" y="347"/>
                    <a:pt x="173" y="347"/>
                    <a:pt x="173" y="347"/>
                  </a:cubicBezTo>
                  <a:cubicBezTo>
                    <a:pt x="173" y="347"/>
                    <a:pt x="173" y="347"/>
                    <a:pt x="173" y="347"/>
                  </a:cubicBezTo>
                  <a:cubicBezTo>
                    <a:pt x="125" y="347"/>
                    <a:pt x="82" y="327"/>
                    <a:pt x="51" y="296"/>
                  </a:cubicBezTo>
                  <a:cubicBezTo>
                    <a:pt x="19" y="265"/>
                    <a:pt x="0" y="221"/>
                    <a:pt x="0" y="174"/>
                  </a:cubicBezTo>
                  <a:cubicBezTo>
                    <a:pt x="0" y="126"/>
                    <a:pt x="19" y="82"/>
                    <a:pt x="51" y="51"/>
                  </a:cubicBezTo>
                  <a:cubicBezTo>
                    <a:pt x="82" y="20"/>
                    <a:pt x="125" y="0"/>
                    <a:pt x="1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9" name="Group 78"/>
            <p:cNvGrpSpPr/>
            <p:nvPr/>
          </p:nvGrpSpPr>
          <p:grpSpPr>
            <a:xfrm>
              <a:off x="4545963" y="2614546"/>
              <a:ext cx="564323" cy="565804"/>
              <a:chOff x="4545963" y="2614546"/>
              <a:chExt cx="564323" cy="565804"/>
            </a:xfrm>
          </p:grpSpPr>
          <p:sp>
            <p:nvSpPr>
              <p:cNvPr id="80" name="Oval 111"/>
              <p:cNvSpPr>
                <a:spLocks noChangeArrowheads="1"/>
              </p:cNvSpPr>
              <p:nvPr/>
            </p:nvSpPr>
            <p:spPr bwMode="auto">
              <a:xfrm>
                <a:off x="4545963" y="2614546"/>
                <a:ext cx="564323" cy="56580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4394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Freeform 112"/>
              <p:cNvSpPr>
                <a:spLocks noEditPoints="1"/>
              </p:cNvSpPr>
              <p:nvPr/>
            </p:nvSpPr>
            <p:spPr bwMode="auto">
              <a:xfrm>
                <a:off x="4622984" y="2703415"/>
                <a:ext cx="410282" cy="324375"/>
              </a:xfrm>
              <a:custGeom>
                <a:avLst/>
                <a:gdLst>
                  <a:gd name="T0" fmla="*/ 210 w 234"/>
                  <a:gd name="T1" fmla="*/ 42 h 185"/>
                  <a:gd name="T2" fmla="*/ 189 w 234"/>
                  <a:gd name="T3" fmla="*/ 42 h 185"/>
                  <a:gd name="T4" fmla="*/ 189 w 234"/>
                  <a:gd name="T5" fmla="*/ 53 h 185"/>
                  <a:gd name="T6" fmla="*/ 213 w 234"/>
                  <a:gd name="T7" fmla="*/ 105 h 185"/>
                  <a:gd name="T8" fmla="*/ 213 w 234"/>
                  <a:gd name="T9" fmla="*/ 129 h 185"/>
                  <a:gd name="T10" fmla="*/ 189 w 234"/>
                  <a:gd name="T11" fmla="*/ 185 h 185"/>
                  <a:gd name="T12" fmla="*/ 234 w 234"/>
                  <a:gd name="T13" fmla="*/ 175 h 185"/>
                  <a:gd name="T14" fmla="*/ 234 w 234"/>
                  <a:gd name="T15" fmla="*/ 67 h 185"/>
                  <a:gd name="T16" fmla="*/ 188 w 234"/>
                  <a:gd name="T17" fmla="*/ 0 h 185"/>
                  <a:gd name="T18" fmla="*/ 117 w 234"/>
                  <a:gd name="T19" fmla="*/ 15 h 185"/>
                  <a:gd name="T20" fmla="*/ 189 w 234"/>
                  <a:gd name="T21" fmla="*/ 42 h 185"/>
                  <a:gd name="T22" fmla="*/ 117 w 234"/>
                  <a:gd name="T23" fmla="*/ 148 h 185"/>
                  <a:gd name="T24" fmla="*/ 178 w 234"/>
                  <a:gd name="T25" fmla="*/ 175 h 185"/>
                  <a:gd name="T26" fmla="*/ 189 w 234"/>
                  <a:gd name="T27" fmla="*/ 185 h 185"/>
                  <a:gd name="T28" fmla="*/ 166 w 234"/>
                  <a:gd name="T29" fmla="*/ 129 h 185"/>
                  <a:gd name="T30" fmla="*/ 189 w 234"/>
                  <a:gd name="T31" fmla="*/ 105 h 185"/>
                  <a:gd name="T32" fmla="*/ 117 w 234"/>
                  <a:gd name="T33" fmla="*/ 53 h 185"/>
                  <a:gd name="T34" fmla="*/ 117 w 234"/>
                  <a:gd name="T35" fmla="*/ 0 h 185"/>
                  <a:gd name="T36" fmla="*/ 44 w 234"/>
                  <a:gd name="T37" fmla="*/ 2 h 185"/>
                  <a:gd name="T38" fmla="*/ 58 w 234"/>
                  <a:gd name="T39" fmla="*/ 15 h 185"/>
                  <a:gd name="T40" fmla="*/ 117 w 234"/>
                  <a:gd name="T41" fmla="*/ 15 h 185"/>
                  <a:gd name="T42" fmla="*/ 44 w 234"/>
                  <a:gd name="T43" fmla="*/ 185 h 185"/>
                  <a:gd name="T44" fmla="*/ 56 w 234"/>
                  <a:gd name="T45" fmla="*/ 175 h 185"/>
                  <a:gd name="T46" fmla="*/ 117 w 234"/>
                  <a:gd name="T47" fmla="*/ 148 h 185"/>
                  <a:gd name="T48" fmla="*/ 44 w 234"/>
                  <a:gd name="T49" fmla="*/ 53 h 185"/>
                  <a:gd name="T50" fmla="*/ 68 w 234"/>
                  <a:gd name="T51" fmla="*/ 105 h 185"/>
                  <a:gd name="T52" fmla="*/ 68 w 234"/>
                  <a:gd name="T53" fmla="*/ 129 h 185"/>
                  <a:gd name="T54" fmla="*/ 44 w 234"/>
                  <a:gd name="T55" fmla="*/ 185 h 185"/>
                  <a:gd name="T56" fmla="*/ 24 w 234"/>
                  <a:gd name="T57" fmla="*/ 42 h 185"/>
                  <a:gd name="T58" fmla="*/ 0 w 234"/>
                  <a:gd name="T59" fmla="*/ 142 h 185"/>
                  <a:gd name="T60" fmla="*/ 0 w 234"/>
                  <a:gd name="T61" fmla="*/ 175 h 185"/>
                  <a:gd name="T62" fmla="*/ 44 w 234"/>
                  <a:gd name="T63" fmla="*/ 185 h 185"/>
                  <a:gd name="T64" fmla="*/ 21 w 234"/>
                  <a:gd name="T65" fmla="*/ 129 h 185"/>
                  <a:gd name="T66" fmla="*/ 44 w 234"/>
                  <a:gd name="T67" fmla="*/ 105 h 185"/>
                  <a:gd name="T68" fmla="*/ 39 w 234"/>
                  <a:gd name="T69" fmla="*/ 53 h 185"/>
                  <a:gd name="T70" fmla="*/ 44 w 234"/>
                  <a:gd name="T71" fmla="*/ 2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34" h="185">
                    <a:moveTo>
                      <a:pt x="234" y="67"/>
                    </a:moveTo>
                    <a:cubicBezTo>
                      <a:pt x="210" y="42"/>
                      <a:pt x="210" y="42"/>
                      <a:pt x="210" y="42"/>
                    </a:cubicBezTo>
                    <a:cubicBezTo>
                      <a:pt x="189" y="2"/>
                      <a:pt x="189" y="2"/>
                      <a:pt x="189" y="2"/>
                    </a:cubicBezTo>
                    <a:cubicBezTo>
                      <a:pt x="189" y="42"/>
                      <a:pt x="189" y="42"/>
                      <a:pt x="189" y="42"/>
                    </a:cubicBezTo>
                    <a:cubicBezTo>
                      <a:pt x="195" y="53"/>
                      <a:pt x="195" y="53"/>
                      <a:pt x="195" y="53"/>
                    </a:cubicBezTo>
                    <a:cubicBezTo>
                      <a:pt x="189" y="53"/>
                      <a:pt x="189" y="53"/>
                      <a:pt x="189" y="53"/>
                    </a:cubicBezTo>
                    <a:cubicBezTo>
                      <a:pt x="189" y="105"/>
                      <a:pt x="189" y="105"/>
                      <a:pt x="189" y="105"/>
                    </a:cubicBezTo>
                    <a:cubicBezTo>
                      <a:pt x="213" y="105"/>
                      <a:pt x="213" y="105"/>
                      <a:pt x="213" y="105"/>
                    </a:cubicBezTo>
                    <a:cubicBezTo>
                      <a:pt x="213" y="129"/>
                      <a:pt x="213" y="129"/>
                      <a:pt x="213" y="129"/>
                    </a:cubicBezTo>
                    <a:cubicBezTo>
                      <a:pt x="213" y="129"/>
                      <a:pt x="213" y="129"/>
                      <a:pt x="213" y="129"/>
                    </a:cubicBezTo>
                    <a:cubicBezTo>
                      <a:pt x="189" y="129"/>
                      <a:pt x="189" y="129"/>
                      <a:pt x="189" y="129"/>
                    </a:cubicBezTo>
                    <a:cubicBezTo>
                      <a:pt x="189" y="185"/>
                      <a:pt x="189" y="185"/>
                      <a:pt x="189" y="185"/>
                    </a:cubicBezTo>
                    <a:cubicBezTo>
                      <a:pt x="223" y="185"/>
                      <a:pt x="223" y="185"/>
                      <a:pt x="223" y="185"/>
                    </a:cubicBezTo>
                    <a:cubicBezTo>
                      <a:pt x="229" y="185"/>
                      <a:pt x="234" y="180"/>
                      <a:pt x="234" y="175"/>
                    </a:cubicBezTo>
                    <a:cubicBezTo>
                      <a:pt x="234" y="148"/>
                      <a:pt x="234" y="148"/>
                      <a:pt x="234" y="148"/>
                    </a:cubicBezTo>
                    <a:lnTo>
                      <a:pt x="234" y="67"/>
                    </a:lnTo>
                    <a:close/>
                    <a:moveTo>
                      <a:pt x="189" y="2"/>
                    </a:moveTo>
                    <a:cubicBezTo>
                      <a:pt x="188" y="0"/>
                      <a:pt x="188" y="0"/>
                      <a:pt x="188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117" y="15"/>
                      <a:pt x="117" y="15"/>
                      <a:pt x="117" y="15"/>
                    </a:cubicBezTo>
                    <a:cubicBezTo>
                      <a:pt x="175" y="15"/>
                      <a:pt x="175" y="15"/>
                      <a:pt x="175" y="15"/>
                    </a:cubicBezTo>
                    <a:cubicBezTo>
                      <a:pt x="189" y="42"/>
                      <a:pt x="189" y="42"/>
                      <a:pt x="189" y="42"/>
                    </a:cubicBezTo>
                    <a:cubicBezTo>
                      <a:pt x="189" y="2"/>
                      <a:pt x="189" y="2"/>
                      <a:pt x="189" y="2"/>
                    </a:cubicBezTo>
                    <a:close/>
                    <a:moveTo>
                      <a:pt x="117" y="148"/>
                    </a:moveTo>
                    <a:cubicBezTo>
                      <a:pt x="178" y="148"/>
                      <a:pt x="178" y="148"/>
                      <a:pt x="178" y="148"/>
                    </a:cubicBezTo>
                    <a:cubicBezTo>
                      <a:pt x="178" y="175"/>
                      <a:pt x="178" y="175"/>
                      <a:pt x="178" y="175"/>
                    </a:cubicBezTo>
                    <a:cubicBezTo>
                      <a:pt x="178" y="180"/>
                      <a:pt x="183" y="185"/>
                      <a:pt x="189" y="185"/>
                    </a:cubicBezTo>
                    <a:cubicBezTo>
                      <a:pt x="189" y="185"/>
                      <a:pt x="189" y="185"/>
                      <a:pt x="189" y="185"/>
                    </a:cubicBezTo>
                    <a:cubicBezTo>
                      <a:pt x="189" y="129"/>
                      <a:pt x="189" y="129"/>
                      <a:pt x="189" y="129"/>
                    </a:cubicBezTo>
                    <a:cubicBezTo>
                      <a:pt x="166" y="129"/>
                      <a:pt x="166" y="129"/>
                      <a:pt x="166" y="129"/>
                    </a:cubicBezTo>
                    <a:cubicBezTo>
                      <a:pt x="166" y="105"/>
                      <a:pt x="166" y="105"/>
                      <a:pt x="166" y="105"/>
                    </a:cubicBezTo>
                    <a:cubicBezTo>
                      <a:pt x="189" y="105"/>
                      <a:pt x="189" y="105"/>
                      <a:pt x="189" y="105"/>
                    </a:cubicBezTo>
                    <a:cubicBezTo>
                      <a:pt x="189" y="53"/>
                      <a:pt x="189" y="53"/>
                      <a:pt x="189" y="53"/>
                    </a:cubicBezTo>
                    <a:cubicBezTo>
                      <a:pt x="117" y="53"/>
                      <a:pt x="117" y="53"/>
                      <a:pt x="117" y="53"/>
                    </a:cubicBezTo>
                    <a:lnTo>
                      <a:pt x="117" y="148"/>
                    </a:lnTo>
                    <a:close/>
                    <a:moveTo>
                      <a:pt x="117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44" y="2"/>
                      <a:pt x="44" y="2"/>
                      <a:pt x="44" y="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58" y="15"/>
                      <a:pt x="58" y="15"/>
                      <a:pt x="58" y="15"/>
                    </a:cubicBezTo>
                    <a:cubicBezTo>
                      <a:pt x="58" y="15"/>
                      <a:pt x="58" y="15"/>
                      <a:pt x="58" y="15"/>
                    </a:cubicBezTo>
                    <a:cubicBezTo>
                      <a:pt x="117" y="15"/>
                      <a:pt x="117" y="15"/>
                      <a:pt x="117" y="15"/>
                    </a:cubicBezTo>
                    <a:cubicBezTo>
                      <a:pt x="117" y="0"/>
                      <a:pt x="117" y="0"/>
                      <a:pt x="117" y="0"/>
                    </a:cubicBezTo>
                    <a:close/>
                    <a:moveTo>
                      <a:pt x="44" y="185"/>
                    </a:moveTo>
                    <a:cubicBezTo>
                      <a:pt x="45" y="185"/>
                      <a:pt x="45" y="185"/>
                      <a:pt x="45" y="185"/>
                    </a:cubicBezTo>
                    <a:cubicBezTo>
                      <a:pt x="51" y="185"/>
                      <a:pt x="56" y="180"/>
                      <a:pt x="56" y="175"/>
                    </a:cubicBezTo>
                    <a:cubicBezTo>
                      <a:pt x="56" y="148"/>
                      <a:pt x="56" y="148"/>
                      <a:pt x="56" y="148"/>
                    </a:cubicBezTo>
                    <a:cubicBezTo>
                      <a:pt x="117" y="148"/>
                      <a:pt x="117" y="148"/>
                      <a:pt x="117" y="148"/>
                    </a:cubicBezTo>
                    <a:cubicBezTo>
                      <a:pt x="117" y="53"/>
                      <a:pt x="117" y="53"/>
                      <a:pt x="117" y="53"/>
                    </a:cubicBezTo>
                    <a:cubicBezTo>
                      <a:pt x="44" y="53"/>
                      <a:pt x="44" y="53"/>
                      <a:pt x="44" y="53"/>
                    </a:cubicBezTo>
                    <a:cubicBezTo>
                      <a:pt x="44" y="105"/>
                      <a:pt x="44" y="105"/>
                      <a:pt x="44" y="105"/>
                    </a:cubicBezTo>
                    <a:cubicBezTo>
                      <a:pt x="68" y="105"/>
                      <a:pt x="68" y="105"/>
                      <a:pt x="68" y="105"/>
                    </a:cubicBezTo>
                    <a:cubicBezTo>
                      <a:pt x="68" y="129"/>
                      <a:pt x="68" y="129"/>
                      <a:pt x="68" y="129"/>
                    </a:cubicBezTo>
                    <a:cubicBezTo>
                      <a:pt x="68" y="129"/>
                      <a:pt x="68" y="129"/>
                      <a:pt x="68" y="129"/>
                    </a:cubicBezTo>
                    <a:cubicBezTo>
                      <a:pt x="44" y="129"/>
                      <a:pt x="44" y="129"/>
                      <a:pt x="44" y="129"/>
                    </a:cubicBezTo>
                    <a:lnTo>
                      <a:pt x="44" y="185"/>
                    </a:lnTo>
                    <a:close/>
                    <a:moveTo>
                      <a:pt x="44" y="2"/>
                    </a:moveTo>
                    <a:cubicBezTo>
                      <a:pt x="24" y="42"/>
                      <a:pt x="24" y="42"/>
                      <a:pt x="24" y="4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75"/>
                      <a:pt x="0" y="175"/>
                      <a:pt x="0" y="175"/>
                    </a:cubicBezTo>
                    <a:cubicBezTo>
                      <a:pt x="0" y="180"/>
                      <a:pt x="5" y="185"/>
                      <a:pt x="11" y="185"/>
                    </a:cubicBezTo>
                    <a:cubicBezTo>
                      <a:pt x="44" y="185"/>
                      <a:pt x="44" y="185"/>
                      <a:pt x="44" y="185"/>
                    </a:cubicBezTo>
                    <a:cubicBezTo>
                      <a:pt x="44" y="129"/>
                      <a:pt x="44" y="129"/>
                      <a:pt x="44" y="129"/>
                    </a:cubicBezTo>
                    <a:cubicBezTo>
                      <a:pt x="21" y="129"/>
                      <a:pt x="21" y="129"/>
                      <a:pt x="21" y="129"/>
                    </a:cubicBezTo>
                    <a:cubicBezTo>
                      <a:pt x="21" y="105"/>
                      <a:pt x="21" y="105"/>
                      <a:pt x="21" y="105"/>
                    </a:cubicBezTo>
                    <a:cubicBezTo>
                      <a:pt x="44" y="105"/>
                      <a:pt x="44" y="105"/>
                      <a:pt x="44" y="105"/>
                    </a:cubicBezTo>
                    <a:cubicBezTo>
                      <a:pt x="44" y="53"/>
                      <a:pt x="44" y="53"/>
                      <a:pt x="44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4" y="42"/>
                      <a:pt x="44" y="42"/>
                      <a:pt x="44" y="42"/>
                    </a:cubicBezTo>
                    <a:lnTo>
                      <a:pt x="44" y="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4394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2" name="Group 81"/>
          <p:cNvGrpSpPr/>
          <p:nvPr/>
        </p:nvGrpSpPr>
        <p:grpSpPr>
          <a:xfrm>
            <a:off x="3294383" y="4050334"/>
            <a:ext cx="5603232" cy="2936401"/>
            <a:chOff x="3294383" y="4267152"/>
            <a:chExt cx="5603232" cy="2936401"/>
          </a:xfrm>
        </p:grpSpPr>
        <p:sp>
          <p:nvSpPr>
            <p:cNvPr id="83" name="Freeform 15"/>
            <p:cNvSpPr>
              <a:spLocks/>
            </p:cNvSpPr>
            <p:nvPr/>
          </p:nvSpPr>
          <p:spPr bwMode="auto">
            <a:xfrm>
              <a:off x="4915514" y="5946788"/>
              <a:ext cx="66652" cy="178480"/>
            </a:xfrm>
            <a:custGeom>
              <a:avLst/>
              <a:gdLst>
                <a:gd name="T0" fmla="*/ 12 w 38"/>
                <a:gd name="T1" fmla="*/ 102 h 102"/>
                <a:gd name="T2" fmla="*/ 17 w 38"/>
                <a:gd name="T3" fmla="*/ 97 h 102"/>
                <a:gd name="T4" fmla="*/ 38 w 38"/>
                <a:gd name="T5" fmla="*/ 6 h 102"/>
                <a:gd name="T6" fmla="*/ 4 w 38"/>
                <a:gd name="T7" fmla="*/ 50 h 102"/>
                <a:gd name="T8" fmla="*/ 12 w 38"/>
                <a:gd name="T9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02">
                  <a:moveTo>
                    <a:pt x="12" y="102"/>
                  </a:moveTo>
                  <a:cubicBezTo>
                    <a:pt x="14" y="101"/>
                    <a:pt x="15" y="99"/>
                    <a:pt x="17" y="97"/>
                  </a:cubicBezTo>
                  <a:cubicBezTo>
                    <a:pt x="30" y="77"/>
                    <a:pt x="36" y="33"/>
                    <a:pt x="38" y="6"/>
                  </a:cubicBezTo>
                  <a:cubicBezTo>
                    <a:pt x="9" y="0"/>
                    <a:pt x="8" y="41"/>
                    <a:pt x="4" y="50"/>
                  </a:cubicBezTo>
                  <a:cubicBezTo>
                    <a:pt x="0" y="58"/>
                    <a:pt x="7" y="85"/>
                    <a:pt x="12" y="102"/>
                  </a:cubicBezTo>
                  <a:close/>
                </a:path>
              </a:pathLst>
            </a:custGeom>
            <a:solidFill>
              <a:srgbClr val="BD90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Freeform 16"/>
            <p:cNvSpPr>
              <a:spLocks/>
            </p:cNvSpPr>
            <p:nvPr/>
          </p:nvSpPr>
          <p:spPr bwMode="auto">
            <a:xfrm>
              <a:off x="4739256" y="6093424"/>
              <a:ext cx="96275" cy="166631"/>
            </a:xfrm>
            <a:custGeom>
              <a:avLst/>
              <a:gdLst>
                <a:gd name="T0" fmla="*/ 3 w 55"/>
                <a:gd name="T1" fmla="*/ 95 h 95"/>
                <a:gd name="T2" fmla="*/ 9 w 55"/>
                <a:gd name="T3" fmla="*/ 93 h 95"/>
                <a:gd name="T4" fmla="*/ 55 w 55"/>
                <a:gd name="T5" fmla="*/ 21 h 95"/>
                <a:gd name="T6" fmla="*/ 42 w 55"/>
                <a:gd name="T7" fmla="*/ 8 h 95"/>
                <a:gd name="T8" fmla="*/ 8 w 55"/>
                <a:gd name="T9" fmla="*/ 47 h 95"/>
                <a:gd name="T10" fmla="*/ 3 w 55"/>
                <a:gd name="T11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" h="95">
                  <a:moveTo>
                    <a:pt x="3" y="95"/>
                  </a:moveTo>
                  <a:cubicBezTo>
                    <a:pt x="5" y="95"/>
                    <a:pt x="7" y="94"/>
                    <a:pt x="9" y="93"/>
                  </a:cubicBezTo>
                  <a:cubicBezTo>
                    <a:pt x="38" y="77"/>
                    <a:pt x="52" y="34"/>
                    <a:pt x="55" y="21"/>
                  </a:cubicBezTo>
                  <a:cubicBezTo>
                    <a:pt x="52" y="17"/>
                    <a:pt x="47" y="13"/>
                    <a:pt x="42" y="8"/>
                  </a:cubicBezTo>
                  <a:cubicBezTo>
                    <a:pt x="33" y="0"/>
                    <a:pt x="15" y="37"/>
                    <a:pt x="8" y="47"/>
                  </a:cubicBezTo>
                  <a:cubicBezTo>
                    <a:pt x="3" y="55"/>
                    <a:pt x="0" y="78"/>
                    <a:pt x="3" y="95"/>
                  </a:cubicBezTo>
                  <a:close/>
                </a:path>
              </a:pathLst>
            </a:custGeom>
            <a:solidFill>
              <a:srgbClr val="BD90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reeform 12"/>
            <p:cNvSpPr>
              <a:spLocks/>
            </p:cNvSpPr>
            <p:nvPr/>
          </p:nvSpPr>
          <p:spPr bwMode="auto">
            <a:xfrm>
              <a:off x="4670382" y="5914944"/>
              <a:ext cx="315487" cy="373253"/>
            </a:xfrm>
            <a:custGeom>
              <a:avLst/>
              <a:gdLst>
                <a:gd name="T0" fmla="*/ 0 w 180"/>
                <a:gd name="T1" fmla="*/ 172 h 213"/>
                <a:gd name="T2" fmla="*/ 48 w 180"/>
                <a:gd name="T3" fmla="*/ 195 h 213"/>
                <a:gd name="T4" fmla="*/ 95 w 180"/>
                <a:gd name="T5" fmla="*/ 119 h 213"/>
                <a:gd name="T6" fmla="*/ 157 w 180"/>
                <a:gd name="T7" fmla="*/ 115 h 213"/>
                <a:gd name="T8" fmla="*/ 180 w 180"/>
                <a:gd name="T9" fmla="*/ 0 h 213"/>
                <a:gd name="T10" fmla="*/ 0 w 180"/>
                <a:gd name="T11" fmla="*/ 172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0" h="213">
                  <a:moveTo>
                    <a:pt x="0" y="172"/>
                  </a:moveTo>
                  <a:cubicBezTo>
                    <a:pt x="0" y="172"/>
                    <a:pt x="13" y="213"/>
                    <a:pt x="48" y="195"/>
                  </a:cubicBezTo>
                  <a:cubicBezTo>
                    <a:pt x="82" y="176"/>
                    <a:pt x="95" y="119"/>
                    <a:pt x="95" y="119"/>
                  </a:cubicBezTo>
                  <a:cubicBezTo>
                    <a:pt x="95" y="119"/>
                    <a:pt x="137" y="146"/>
                    <a:pt x="157" y="115"/>
                  </a:cubicBezTo>
                  <a:cubicBezTo>
                    <a:pt x="177" y="84"/>
                    <a:pt x="180" y="0"/>
                    <a:pt x="180" y="0"/>
                  </a:cubicBezTo>
                  <a:cubicBezTo>
                    <a:pt x="144" y="29"/>
                    <a:pt x="34" y="115"/>
                    <a:pt x="0" y="172"/>
                  </a:cubicBezTo>
                  <a:close/>
                </a:path>
              </a:pathLst>
            </a:custGeom>
            <a:solidFill>
              <a:srgbClr val="AB82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reeform 11"/>
            <p:cNvSpPr>
              <a:spLocks/>
            </p:cNvSpPr>
            <p:nvPr/>
          </p:nvSpPr>
          <p:spPr bwMode="auto">
            <a:xfrm>
              <a:off x="3362517" y="5198802"/>
              <a:ext cx="1976609" cy="2001790"/>
            </a:xfrm>
            <a:custGeom>
              <a:avLst/>
              <a:gdLst>
                <a:gd name="T0" fmla="*/ 285 w 1129"/>
                <a:gd name="T1" fmla="*/ 1143 h 1143"/>
                <a:gd name="T2" fmla="*/ 406 w 1129"/>
                <a:gd name="T3" fmla="*/ 1021 h 1143"/>
                <a:gd name="T4" fmla="*/ 695 w 1129"/>
                <a:gd name="T5" fmla="*/ 706 h 1143"/>
                <a:gd name="T6" fmla="*/ 747 w 1129"/>
                <a:gd name="T7" fmla="*/ 581 h 1143"/>
                <a:gd name="T8" fmla="*/ 795 w 1129"/>
                <a:gd name="T9" fmla="*/ 604 h 1143"/>
                <a:gd name="T10" fmla="*/ 842 w 1129"/>
                <a:gd name="T11" fmla="*/ 528 h 1143"/>
                <a:gd name="T12" fmla="*/ 904 w 1129"/>
                <a:gd name="T13" fmla="*/ 524 h 1143"/>
                <a:gd name="T14" fmla="*/ 927 w 1129"/>
                <a:gd name="T15" fmla="*/ 409 h 1143"/>
                <a:gd name="T16" fmla="*/ 1018 w 1129"/>
                <a:gd name="T17" fmla="*/ 331 h 1143"/>
                <a:gd name="T18" fmla="*/ 1073 w 1129"/>
                <a:gd name="T19" fmla="*/ 268 h 1143"/>
                <a:gd name="T20" fmla="*/ 1128 w 1129"/>
                <a:gd name="T21" fmla="*/ 230 h 1143"/>
                <a:gd name="T22" fmla="*/ 1049 w 1129"/>
                <a:gd name="T23" fmla="*/ 142 h 1143"/>
                <a:gd name="T24" fmla="*/ 918 w 1129"/>
                <a:gd name="T25" fmla="*/ 65 h 1143"/>
                <a:gd name="T26" fmla="*/ 774 w 1129"/>
                <a:gd name="T27" fmla="*/ 3 h 1143"/>
                <a:gd name="T28" fmla="*/ 598 w 1129"/>
                <a:gd name="T29" fmla="*/ 52 h 1143"/>
                <a:gd name="T30" fmla="*/ 379 w 1129"/>
                <a:gd name="T31" fmla="*/ 117 h 1143"/>
                <a:gd name="T32" fmla="*/ 324 w 1129"/>
                <a:gd name="T33" fmla="*/ 235 h 1143"/>
                <a:gd name="T34" fmla="*/ 232 w 1129"/>
                <a:gd name="T35" fmla="*/ 668 h 1143"/>
                <a:gd name="T36" fmla="*/ 0 w 1129"/>
                <a:gd name="T37" fmla="*/ 1042 h 1143"/>
                <a:gd name="T38" fmla="*/ 32 w 1129"/>
                <a:gd name="T39" fmla="*/ 1143 h 1143"/>
                <a:gd name="T40" fmla="*/ 285 w 1129"/>
                <a:gd name="T41" fmla="*/ 1143 h 1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29" h="1143">
                  <a:moveTo>
                    <a:pt x="285" y="1143"/>
                  </a:moveTo>
                  <a:cubicBezTo>
                    <a:pt x="334" y="1103"/>
                    <a:pt x="375" y="1063"/>
                    <a:pt x="406" y="1021"/>
                  </a:cubicBezTo>
                  <a:cubicBezTo>
                    <a:pt x="505" y="888"/>
                    <a:pt x="587" y="832"/>
                    <a:pt x="695" y="706"/>
                  </a:cubicBezTo>
                  <a:cubicBezTo>
                    <a:pt x="724" y="674"/>
                    <a:pt x="747" y="581"/>
                    <a:pt x="747" y="581"/>
                  </a:cubicBezTo>
                  <a:cubicBezTo>
                    <a:pt x="747" y="581"/>
                    <a:pt x="760" y="622"/>
                    <a:pt x="795" y="604"/>
                  </a:cubicBezTo>
                  <a:cubicBezTo>
                    <a:pt x="829" y="585"/>
                    <a:pt x="842" y="528"/>
                    <a:pt x="842" y="528"/>
                  </a:cubicBezTo>
                  <a:cubicBezTo>
                    <a:pt x="842" y="528"/>
                    <a:pt x="884" y="555"/>
                    <a:pt x="904" y="524"/>
                  </a:cubicBezTo>
                  <a:cubicBezTo>
                    <a:pt x="924" y="493"/>
                    <a:pt x="927" y="409"/>
                    <a:pt x="927" y="409"/>
                  </a:cubicBezTo>
                  <a:cubicBezTo>
                    <a:pt x="927" y="409"/>
                    <a:pt x="977" y="370"/>
                    <a:pt x="1018" y="331"/>
                  </a:cubicBezTo>
                  <a:cubicBezTo>
                    <a:pt x="1059" y="293"/>
                    <a:pt x="1073" y="268"/>
                    <a:pt x="1073" y="268"/>
                  </a:cubicBezTo>
                  <a:cubicBezTo>
                    <a:pt x="1073" y="268"/>
                    <a:pt x="1129" y="260"/>
                    <a:pt x="1128" y="230"/>
                  </a:cubicBezTo>
                  <a:cubicBezTo>
                    <a:pt x="1127" y="200"/>
                    <a:pt x="1075" y="168"/>
                    <a:pt x="1049" y="142"/>
                  </a:cubicBezTo>
                  <a:cubicBezTo>
                    <a:pt x="1024" y="116"/>
                    <a:pt x="977" y="87"/>
                    <a:pt x="918" y="65"/>
                  </a:cubicBezTo>
                  <a:cubicBezTo>
                    <a:pt x="859" y="44"/>
                    <a:pt x="803" y="0"/>
                    <a:pt x="774" y="3"/>
                  </a:cubicBezTo>
                  <a:cubicBezTo>
                    <a:pt x="744" y="6"/>
                    <a:pt x="646" y="37"/>
                    <a:pt x="598" y="52"/>
                  </a:cubicBezTo>
                  <a:cubicBezTo>
                    <a:pt x="551" y="67"/>
                    <a:pt x="403" y="87"/>
                    <a:pt x="379" y="117"/>
                  </a:cubicBezTo>
                  <a:cubicBezTo>
                    <a:pt x="354" y="146"/>
                    <a:pt x="336" y="158"/>
                    <a:pt x="324" y="235"/>
                  </a:cubicBezTo>
                  <a:cubicBezTo>
                    <a:pt x="312" y="313"/>
                    <a:pt x="272" y="565"/>
                    <a:pt x="232" y="668"/>
                  </a:cubicBezTo>
                  <a:cubicBezTo>
                    <a:pt x="192" y="772"/>
                    <a:pt x="107" y="888"/>
                    <a:pt x="0" y="1042"/>
                  </a:cubicBezTo>
                  <a:cubicBezTo>
                    <a:pt x="32" y="1143"/>
                    <a:pt x="32" y="1143"/>
                    <a:pt x="32" y="1143"/>
                  </a:cubicBezTo>
                  <a:lnTo>
                    <a:pt x="285" y="1143"/>
                  </a:lnTo>
                  <a:close/>
                </a:path>
              </a:pathLst>
            </a:custGeom>
            <a:solidFill>
              <a:srgbClr val="BD90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Freeform 17"/>
            <p:cNvSpPr>
              <a:spLocks/>
            </p:cNvSpPr>
            <p:nvPr/>
          </p:nvSpPr>
          <p:spPr bwMode="auto">
            <a:xfrm>
              <a:off x="3392139" y="5235831"/>
              <a:ext cx="1707779" cy="1964761"/>
            </a:xfrm>
            <a:custGeom>
              <a:avLst/>
              <a:gdLst>
                <a:gd name="T0" fmla="*/ 222 w 975"/>
                <a:gd name="T1" fmla="*/ 1122 h 1122"/>
                <a:gd name="T2" fmla="*/ 336 w 975"/>
                <a:gd name="T3" fmla="*/ 994 h 1122"/>
                <a:gd name="T4" fmla="*/ 610 w 975"/>
                <a:gd name="T5" fmla="*/ 658 h 1122"/>
                <a:gd name="T6" fmla="*/ 795 w 975"/>
                <a:gd name="T7" fmla="*/ 420 h 1122"/>
                <a:gd name="T8" fmla="*/ 843 w 975"/>
                <a:gd name="T9" fmla="*/ 342 h 1122"/>
                <a:gd name="T10" fmla="*/ 739 w 975"/>
                <a:gd name="T11" fmla="*/ 347 h 1122"/>
                <a:gd name="T12" fmla="*/ 573 w 975"/>
                <a:gd name="T13" fmla="*/ 418 h 1122"/>
                <a:gd name="T14" fmla="*/ 506 w 975"/>
                <a:gd name="T15" fmla="*/ 386 h 1122"/>
                <a:gd name="T16" fmla="*/ 510 w 975"/>
                <a:gd name="T17" fmla="*/ 318 h 1122"/>
                <a:gd name="T18" fmla="*/ 449 w 975"/>
                <a:gd name="T19" fmla="*/ 191 h 1122"/>
                <a:gd name="T20" fmla="*/ 541 w 975"/>
                <a:gd name="T21" fmla="*/ 214 h 1122"/>
                <a:gd name="T22" fmla="*/ 553 w 975"/>
                <a:gd name="T23" fmla="*/ 122 h 1122"/>
                <a:gd name="T24" fmla="*/ 664 w 975"/>
                <a:gd name="T25" fmla="*/ 126 h 1122"/>
                <a:gd name="T26" fmla="*/ 763 w 975"/>
                <a:gd name="T27" fmla="*/ 58 h 1122"/>
                <a:gd name="T28" fmla="*/ 830 w 975"/>
                <a:gd name="T29" fmla="*/ 99 h 1122"/>
                <a:gd name="T30" fmla="*/ 896 w 975"/>
                <a:gd name="T31" fmla="*/ 96 h 1122"/>
                <a:gd name="T32" fmla="*/ 953 w 975"/>
                <a:gd name="T33" fmla="*/ 111 h 1122"/>
                <a:gd name="T34" fmla="*/ 855 w 975"/>
                <a:gd name="T35" fmla="*/ 48 h 1122"/>
                <a:gd name="T36" fmla="*/ 656 w 975"/>
                <a:gd name="T37" fmla="*/ 33 h 1122"/>
                <a:gd name="T38" fmla="*/ 361 w 975"/>
                <a:gd name="T39" fmla="*/ 156 h 1122"/>
                <a:gd name="T40" fmla="*/ 316 w 975"/>
                <a:gd name="T41" fmla="*/ 411 h 1122"/>
                <a:gd name="T42" fmla="*/ 244 w 975"/>
                <a:gd name="T43" fmla="*/ 662 h 1122"/>
                <a:gd name="T44" fmla="*/ 0 w 975"/>
                <a:gd name="T45" fmla="*/ 1075 h 1122"/>
                <a:gd name="T46" fmla="*/ 15 w 975"/>
                <a:gd name="T47" fmla="*/ 1122 h 1122"/>
                <a:gd name="T48" fmla="*/ 222 w 975"/>
                <a:gd name="T49" fmla="*/ 1122 h 1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75" h="1122">
                  <a:moveTo>
                    <a:pt x="222" y="1122"/>
                  </a:moveTo>
                  <a:cubicBezTo>
                    <a:pt x="266" y="1077"/>
                    <a:pt x="303" y="1035"/>
                    <a:pt x="336" y="994"/>
                  </a:cubicBezTo>
                  <a:cubicBezTo>
                    <a:pt x="403" y="911"/>
                    <a:pt x="544" y="788"/>
                    <a:pt x="610" y="658"/>
                  </a:cubicBezTo>
                  <a:cubicBezTo>
                    <a:pt x="676" y="528"/>
                    <a:pt x="714" y="471"/>
                    <a:pt x="795" y="420"/>
                  </a:cubicBezTo>
                  <a:cubicBezTo>
                    <a:pt x="876" y="369"/>
                    <a:pt x="863" y="364"/>
                    <a:pt x="843" y="342"/>
                  </a:cubicBezTo>
                  <a:cubicBezTo>
                    <a:pt x="823" y="319"/>
                    <a:pt x="795" y="296"/>
                    <a:pt x="739" y="347"/>
                  </a:cubicBezTo>
                  <a:cubicBezTo>
                    <a:pt x="682" y="398"/>
                    <a:pt x="599" y="445"/>
                    <a:pt x="573" y="418"/>
                  </a:cubicBezTo>
                  <a:cubicBezTo>
                    <a:pt x="546" y="392"/>
                    <a:pt x="550" y="385"/>
                    <a:pt x="506" y="386"/>
                  </a:cubicBezTo>
                  <a:cubicBezTo>
                    <a:pt x="461" y="386"/>
                    <a:pt x="534" y="345"/>
                    <a:pt x="510" y="318"/>
                  </a:cubicBezTo>
                  <a:cubicBezTo>
                    <a:pt x="486" y="290"/>
                    <a:pt x="394" y="175"/>
                    <a:pt x="449" y="191"/>
                  </a:cubicBezTo>
                  <a:cubicBezTo>
                    <a:pt x="503" y="208"/>
                    <a:pt x="517" y="238"/>
                    <a:pt x="541" y="214"/>
                  </a:cubicBezTo>
                  <a:cubicBezTo>
                    <a:pt x="566" y="191"/>
                    <a:pt x="505" y="109"/>
                    <a:pt x="553" y="122"/>
                  </a:cubicBezTo>
                  <a:cubicBezTo>
                    <a:pt x="601" y="134"/>
                    <a:pt x="609" y="143"/>
                    <a:pt x="664" y="126"/>
                  </a:cubicBezTo>
                  <a:cubicBezTo>
                    <a:pt x="718" y="109"/>
                    <a:pt x="741" y="39"/>
                    <a:pt x="763" y="58"/>
                  </a:cubicBezTo>
                  <a:cubicBezTo>
                    <a:pt x="785" y="77"/>
                    <a:pt x="797" y="80"/>
                    <a:pt x="830" y="99"/>
                  </a:cubicBezTo>
                  <a:cubicBezTo>
                    <a:pt x="863" y="118"/>
                    <a:pt x="875" y="101"/>
                    <a:pt x="896" y="96"/>
                  </a:cubicBezTo>
                  <a:cubicBezTo>
                    <a:pt x="917" y="90"/>
                    <a:pt x="931" y="123"/>
                    <a:pt x="953" y="111"/>
                  </a:cubicBezTo>
                  <a:cubicBezTo>
                    <a:pt x="975" y="100"/>
                    <a:pt x="889" y="70"/>
                    <a:pt x="855" y="48"/>
                  </a:cubicBezTo>
                  <a:cubicBezTo>
                    <a:pt x="822" y="26"/>
                    <a:pt x="773" y="0"/>
                    <a:pt x="656" y="33"/>
                  </a:cubicBezTo>
                  <a:cubicBezTo>
                    <a:pt x="539" y="67"/>
                    <a:pt x="356" y="104"/>
                    <a:pt x="361" y="156"/>
                  </a:cubicBezTo>
                  <a:cubicBezTo>
                    <a:pt x="366" y="207"/>
                    <a:pt x="346" y="322"/>
                    <a:pt x="316" y="411"/>
                  </a:cubicBezTo>
                  <a:cubicBezTo>
                    <a:pt x="287" y="499"/>
                    <a:pt x="265" y="619"/>
                    <a:pt x="244" y="662"/>
                  </a:cubicBezTo>
                  <a:cubicBezTo>
                    <a:pt x="222" y="706"/>
                    <a:pt x="115" y="887"/>
                    <a:pt x="0" y="1075"/>
                  </a:cubicBezTo>
                  <a:cubicBezTo>
                    <a:pt x="15" y="1122"/>
                    <a:pt x="15" y="1122"/>
                    <a:pt x="15" y="1122"/>
                  </a:cubicBezTo>
                  <a:lnTo>
                    <a:pt x="222" y="1122"/>
                  </a:lnTo>
                  <a:close/>
                </a:path>
              </a:pathLst>
            </a:custGeom>
            <a:solidFill>
              <a:srgbClr val="C9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Freeform 13"/>
            <p:cNvSpPr>
              <a:spLocks/>
            </p:cNvSpPr>
            <p:nvPr/>
          </p:nvSpPr>
          <p:spPr bwMode="auto">
            <a:xfrm>
              <a:off x="4131239" y="5335069"/>
              <a:ext cx="1067917" cy="622088"/>
            </a:xfrm>
            <a:custGeom>
              <a:avLst/>
              <a:gdLst>
                <a:gd name="T0" fmla="*/ 168 w 610"/>
                <a:gd name="T1" fmla="*/ 355 h 355"/>
                <a:gd name="T2" fmla="*/ 126 w 610"/>
                <a:gd name="T3" fmla="*/ 320 h 355"/>
                <a:gd name="T4" fmla="*/ 122 w 610"/>
                <a:gd name="T5" fmla="*/ 301 h 355"/>
                <a:gd name="T6" fmla="*/ 183 w 610"/>
                <a:gd name="T7" fmla="*/ 296 h 355"/>
                <a:gd name="T8" fmla="*/ 44 w 610"/>
                <a:gd name="T9" fmla="*/ 170 h 355"/>
                <a:gd name="T10" fmla="*/ 162 w 610"/>
                <a:gd name="T11" fmla="*/ 203 h 355"/>
                <a:gd name="T12" fmla="*/ 146 w 610"/>
                <a:gd name="T13" fmla="*/ 105 h 355"/>
                <a:gd name="T14" fmla="*/ 174 w 610"/>
                <a:gd name="T15" fmla="*/ 101 h 355"/>
                <a:gd name="T16" fmla="*/ 302 w 610"/>
                <a:gd name="T17" fmla="*/ 87 h 355"/>
                <a:gd name="T18" fmla="*/ 337 w 610"/>
                <a:gd name="T19" fmla="*/ 20 h 355"/>
                <a:gd name="T20" fmla="*/ 369 w 610"/>
                <a:gd name="T21" fmla="*/ 70 h 355"/>
                <a:gd name="T22" fmla="*/ 459 w 610"/>
                <a:gd name="T23" fmla="*/ 92 h 355"/>
                <a:gd name="T24" fmla="*/ 496 w 610"/>
                <a:gd name="T25" fmla="*/ 67 h 355"/>
                <a:gd name="T26" fmla="*/ 510 w 610"/>
                <a:gd name="T27" fmla="*/ 87 h 355"/>
                <a:gd name="T28" fmla="*/ 610 w 610"/>
                <a:gd name="T29" fmla="*/ 64 h 355"/>
                <a:gd name="T30" fmla="*/ 409 w 610"/>
                <a:gd name="T31" fmla="*/ 176 h 355"/>
                <a:gd name="T32" fmla="*/ 292 w 610"/>
                <a:gd name="T33" fmla="*/ 272 h 355"/>
                <a:gd name="T34" fmla="*/ 168 w 610"/>
                <a:gd name="T35" fmla="*/ 355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10" h="355">
                  <a:moveTo>
                    <a:pt x="168" y="355"/>
                  </a:moveTo>
                  <a:cubicBezTo>
                    <a:pt x="181" y="329"/>
                    <a:pt x="165" y="317"/>
                    <a:pt x="126" y="320"/>
                  </a:cubicBezTo>
                  <a:cubicBezTo>
                    <a:pt x="86" y="323"/>
                    <a:pt x="87" y="310"/>
                    <a:pt x="122" y="301"/>
                  </a:cubicBezTo>
                  <a:cubicBezTo>
                    <a:pt x="158" y="292"/>
                    <a:pt x="221" y="328"/>
                    <a:pt x="183" y="296"/>
                  </a:cubicBezTo>
                  <a:cubicBezTo>
                    <a:pt x="146" y="264"/>
                    <a:pt x="0" y="149"/>
                    <a:pt x="44" y="170"/>
                  </a:cubicBezTo>
                  <a:cubicBezTo>
                    <a:pt x="88" y="191"/>
                    <a:pt x="124" y="238"/>
                    <a:pt x="162" y="203"/>
                  </a:cubicBezTo>
                  <a:cubicBezTo>
                    <a:pt x="200" y="167"/>
                    <a:pt x="176" y="128"/>
                    <a:pt x="146" y="105"/>
                  </a:cubicBezTo>
                  <a:cubicBezTo>
                    <a:pt x="116" y="82"/>
                    <a:pt x="137" y="87"/>
                    <a:pt x="174" y="101"/>
                  </a:cubicBezTo>
                  <a:cubicBezTo>
                    <a:pt x="211" y="115"/>
                    <a:pt x="274" y="100"/>
                    <a:pt x="302" y="87"/>
                  </a:cubicBezTo>
                  <a:cubicBezTo>
                    <a:pt x="330" y="75"/>
                    <a:pt x="327" y="0"/>
                    <a:pt x="337" y="20"/>
                  </a:cubicBezTo>
                  <a:cubicBezTo>
                    <a:pt x="348" y="39"/>
                    <a:pt x="344" y="58"/>
                    <a:pt x="369" y="70"/>
                  </a:cubicBezTo>
                  <a:cubicBezTo>
                    <a:pt x="394" y="81"/>
                    <a:pt x="437" y="92"/>
                    <a:pt x="459" y="92"/>
                  </a:cubicBezTo>
                  <a:cubicBezTo>
                    <a:pt x="480" y="91"/>
                    <a:pt x="480" y="90"/>
                    <a:pt x="496" y="67"/>
                  </a:cubicBezTo>
                  <a:cubicBezTo>
                    <a:pt x="512" y="45"/>
                    <a:pt x="483" y="100"/>
                    <a:pt x="510" y="87"/>
                  </a:cubicBezTo>
                  <a:cubicBezTo>
                    <a:pt x="538" y="74"/>
                    <a:pt x="585" y="66"/>
                    <a:pt x="610" y="64"/>
                  </a:cubicBezTo>
                  <a:cubicBezTo>
                    <a:pt x="571" y="80"/>
                    <a:pt x="535" y="82"/>
                    <a:pt x="409" y="176"/>
                  </a:cubicBezTo>
                  <a:cubicBezTo>
                    <a:pt x="359" y="214"/>
                    <a:pt x="323" y="251"/>
                    <a:pt x="292" y="272"/>
                  </a:cubicBezTo>
                  <a:cubicBezTo>
                    <a:pt x="241" y="307"/>
                    <a:pt x="207" y="320"/>
                    <a:pt x="168" y="355"/>
                  </a:cubicBezTo>
                  <a:close/>
                </a:path>
              </a:pathLst>
            </a:custGeom>
            <a:solidFill>
              <a:srgbClr val="8C6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Freeform 37"/>
            <p:cNvSpPr>
              <a:spLocks/>
            </p:cNvSpPr>
            <p:nvPr/>
          </p:nvSpPr>
          <p:spPr bwMode="auto">
            <a:xfrm>
              <a:off x="4654829" y="4286407"/>
              <a:ext cx="2882339" cy="2222483"/>
            </a:xfrm>
            <a:custGeom>
              <a:avLst/>
              <a:gdLst>
                <a:gd name="T0" fmla="*/ 0 w 1646"/>
                <a:gd name="T1" fmla="*/ 1221 h 1269"/>
                <a:gd name="T2" fmla="*/ 0 w 1646"/>
                <a:gd name="T3" fmla="*/ 48 h 1269"/>
                <a:gd name="T4" fmla="*/ 48 w 1646"/>
                <a:gd name="T5" fmla="*/ 0 h 1269"/>
                <a:gd name="T6" fmla="*/ 1598 w 1646"/>
                <a:gd name="T7" fmla="*/ 0 h 1269"/>
                <a:gd name="T8" fmla="*/ 1646 w 1646"/>
                <a:gd name="T9" fmla="*/ 48 h 1269"/>
                <a:gd name="T10" fmla="*/ 1646 w 1646"/>
                <a:gd name="T11" fmla="*/ 1221 h 1269"/>
                <a:gd name="T12" fmla="*/ 1598 w 1646"/>
                <a:gd name="T13" fmla="*/ 1269 h 1269"/>
                <a:gd name="T14" fmla="*/ 48 w 1646"/>
                <a:gd name="T15" fmla="*/ 1269 h 1269"/>
                <a:gd name="T16" fmla="*/ 0 w 1646"/>
                <a:gd name="T17" fmla="*/ 1221 h 1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46" h="1269">
                  <a:moveTo>
                    <a:pt x="0" y="1221"/>
                  </a:moveTo>
                  <a:cubicBezTo>
                    <a:pt x="0" y="48"/>
                    <a:pt x="0" y="48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1598" y="0"/>
                    <a:pt x="1598" y="0"/>
                    <a:pt x="1598" y="0"/>
                  </a:cubicBezTo>
                  <a:cubicBezTo>
                    <a:pt x="1624" y="0"/>
                    <a:pt x="1646" y="22"/>
                    <a:pt x="1646" y="48"/>
                  </a:cubicBezTo>
                  <a:cubicBezTo>
                    <a:pt x="1646" y="1221"/>
                    <a:pt x="1646" y="1221"/>
                    <a:pt x="1646" y="1221"/>
                  </a:cubicBezTo>
                  <a:cubicBezTo>
                    <a:pt x="1646" y="1247"/>
                    <a:pt x="1624" y="1269"/>
                    <a:pt x="1598" y="1269"/>
                  </a:cubicBezTo>
                  <a:cubicBezTo>
                    <a:pt x="48" y="1269"/>
                    <a:pt x="48" y="1269"/>
                    <a:pt x="48" y="1269"/>
                  </a:cubicBezTo>
                  <a:cubicBezTo>
                    <a:pt x="22" y="1269"/>
                    <a:pt x="0" y="1247"/>
                    <a:pt x="0" y="1221"/>
                  </a:cubicBezTo>
                  <a:close/>
                </a:path>
              </a:pathLst>
            </a:custGeom>
            <a:solidFill>
              <a:srgbClr val="706F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Freeform 38"/>
            <p:cNvSpPr>
              <a:spLocks/>
            </p:cNvSpPr>
            <p:nvPr/>
          </p:nvSpPr>
          <p:spPr bwMode="auto">
            <a:xfrm>
              <a:off x="4654829" y="4286407"/>
              <a:ext cx="2480945" cy="1264171"/>
            </a:xfrm>
            <a:custGeom>
              <a:avLst/>
              <a:gdLst>
                <a:gd name="T0" fmla="*/ 0 w 1417"/>
                <a:gd name="T1" fmla="*/ 722 h 722"/>
                <a:gd name="T2" fmla="*/ 0 w 1417"/>
                <a:gd name="T3" fmla="*/ 48 h 722"/>
                <a:gd name="T4" fmla="*/ 48 w 1417"/>
                <a:gd name="T5" fmla="*/ 0 h 722"/>
                <a:gd name="T6" fmla="*/ 1417 w 1417"/>
                <a:gd name="T7" fmla="*/ 0 h 722"/>
                <a:gd name="T8" fmla="*/ 0 w 1417"/>
                <a:gd name="T9" fmla="*/ 722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17" h="722">
                  <a:moveTo>
                    <a:pt x="0" y="722"/>
                  </a:moveTo>
                  <a:cubicBezTo>
                    <a:pt x="0" y="48"/>
                    <a:pt x="0" y="48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1417" y="0"/>
                    <a:pt x="1417" y="0"/>
                    <a:pt x="1417" y="0"/>
                  </a:cubicBezTo>
                  <a:lnTo>
                    <a:pt x="0" y="722"/>
                  </a:lnTo>
                  <a:close/>
                </a:path>
              </a:pathLst>
            </a:custGeom>
            <a:solidFill>
              <a:srgbClr val="C0BF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Freeform 36"/>
            <p:cNvSpPr>
              <a:spLocks/>
            </p:cNvSpPr>
            <p:nvPr/>
          </p:nvSpPr>
          <p:spPr bwMode="auto">
            <a:xfrm>
              <a:off x="4635575" y="4267152"/>
              <a:ext cx="2918628" cy="2260993"/>
            </a:xfrm>
            <a:custGeom>
              <a:avLst/>
              <a:gdLst>
                <a:gd name="T0" fmla="*/ 0 w 1667"/>
                <a:gd name="T1" fmla="*/ 1232 h 1291"/>
                <a:gd name="T2" fmla="*/ 0 w 1667"/>
                <a:gd name="T3" fmla="*/ 59 h 1291"/>
                <a:gd name="T4" fmla="*/ 59 w 1667"/>
                <a:gd name="T5" fmla="*/ 0 h 1291"/>
                <a:gd name="T6" fmla="*/ 1609 w 1667"/>
                <a:gd name="T7" fmla="*/ 0 h 1291"/>
                <a:gd name="T8" fmla="*/ 1667 w 1667"/>
                <a:gd name="T9" fmla="*/ 59 h 1291"/>
                <a:gd name="T10" fmla="*/ 1667 w 1667"/>
                <a:gd name="T11" fmla="*/ 1232 h 1291"/>
                <a:gd name="T12" fmla="*/ 1609 w 1667"/>
                <a:gd name="T13" fmla="*/ 1291 h 1291"/>
                <a:gd name="T14" fmla="*/ 59 w 1667"/>
                <a:gd name="T15" fmla="*/ 1291 h 1291"/>
                <a:gd name="T16" fmla="*/ 0 w 1667"/>
                <a:gd name="T17" fmla="*/ 1232 h 1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67" h="1291">
                  <a:moveTo>
                    <a:pt x="0" y="1232"/>
                  </a:moveTo>
                  <a:cubicBezTo>
                    <a:pt x="0" y="59"/>
                    <a:pt x="0" y="59"/>
                    <a:pt x="0" y="59"/>
                  </a:cubicBezTo>
                  <a:cubicBezTo>
                    <a:pt x="0" y="27"/>
                    <a:pt x="27" y="0"/>
                    <a:pt x="59" y="0"/>
                  </a:cubicBezTo>
                  <a:cubicBezTo>
                    <a:pt x="1609" y="0"/>
                    <a:pt x="1609" y="0"/>
                    <a:pt x="1609" y="0"/>
                  </a:cubicBezTo>
                  <a:cubicBezTo>
                    <a:pt x="1641" y="0"/>
                    <a:pt x="1667" y="27"/>
                    <a:pt x="1667" y="59"/>
                  </a:cubicBezTo>
                  <a:cubicBezTo>
                    <a:pt x="1667" y="1232"/>
                    <a:pt x="1667" y="1232"/>
                    <a:pt x="1667" y="1232"/>
                  </a:cubicBezTo>
                  <a:cubicBezTo>
                    <a:pt x="1667" y="1264"/>
                    <a:pt x="1641" y="1291"/>
                    <a:pt x="1609" y="1291"/>
                  </a:cubicBezTo>
                  <a:cubicBezTo>
                    <a:pt x="59" y="1291"/>
                    <a:pt x="59" y="1291"/>
                    <a:pt x="59" y="1291"/>
                  </a:cubicBezTo>
                  <a:cubicBezTo>
                    <a:pt x="27" y="1291"/>
                    <a:pt x="0" y="1264"/>
                    <a:pt x="0" y="1232"/>
                  </a:cubicBezTo>
                  <a:close/>
                </a:path>
              </a:pathLst>
            </a:custGeom>
            <a:solidFill>
              <a:srgbClr val="C0BF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4802892" y="4519457"/>
              <a:ext cx="2596714" cy="176874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Freeform 21"/>
            <p:cNvSpPr>
              <a:spLocks/>
            </p:cNvSpPr>
            <p:nvPr/>
          </p:nvSpPr>
          <p:spPr bwMode="auto">
            <a:xfrm>
              <a:off x="3623941" y="6524442"/>
              <a:ext cx="549511" cy="527294"/>
            </a:xfrm>
            <a:custGeom>
              <a:avLst/>
              <a:gdLst>
                <a:gd name="T0" fmla="*/ 314 w 314"/>
                <a:gd name="T1" fmla="*/ 136 h 301"/>
                <a:gd name="T2" fmla="*/ 51 w 314"/>
                <a:gd name="T3" fmla="*/ 27 h 301"/>
                <a:gd name="T4" fmla="*/ 10 w 314"/>
                <a:gd name="T5" fmla="*/ 105 h 301"/>
                <a:gd name="T6" fmla="*/ 314 w 314"/>
                <a:gd name="T7" fmla="*/ 136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4" h="301">
                  <a:moveTo>
                    <a:pt x="314" y="136"/>
                  </a:moveTo>
                  <a:cubicBezTo>
                    <a:pt x="271" y="182"/>
                    <a:pt x="36" y="51"/>
                    <a:pt x="51" y="27"/>
                  </a:cubicBezTo>
                  <a:cubicBezTo>
                    <a:pt x="67" y="0"/>
                    <a:pt x="0" y="22"/>
                    <a:pt x="10" y="105"/>
                  </a:cubicBezTo>
                  <a:cubicBezTo>
                    <a:pt x="19" y="188"/>
                    <a:pt x="274" y="301"/>
                    <a:pt x="314" y="136"/>
                  </a:cubicBezTo>
                  <a:close/>
                </a:path>
              </a:pathLst>
            </a:custGeom>
            <a:solidFill>
              <a:srgbClr val="BD90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Freeform 22"/>
            <p:cNvSpPr>
              <a:spLocks/>
            </p:cNvSpPr>
            <p:nvPr/>
          </p:nvSpPr>
          <p:spPr bwMode="auto">
            <a:xfrm>
              <a:off x="3383993" y="6533329"/>
              <a:ext cx="820564" cy="582837"/>
            </a:xfrm>
            <a:custGeom>
              <a:avLst/>
              <a:gdLst>
                <a:gd name="T0" fmla="*/ 448 w 469"/>
                <a:gd name="T1" fmla="*/ 263 h 333"/>
                <a:gd name="T2" fmla="*/ 469 w 469"/>
                <a:gd name="T3" fmla="*/ 215 h 333"/>
                <a:gd name="T4" fmla="*/ 27 w 469"/>
                <a:gd name="T5" fmla="*/ 0 h 333"/>
                <a:gd name="T6" fmla="*/ 21 w 469"/>
                <a:gd name="T7" fmla="*/ 88 h 333"/>
                <a:gd name="T8" fmla="*/ 448 w 469"/>
                <a:gd name="T9" fmla="*/ 263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9" h="333">
                  <a:moveTo>
                    <a:pt x="448" y="263"/>
                  </a:moveTo>
                  <a:cubicBezTo>
                    <a:pt x="463" y="257"/>
                    <a:pt x="469" y="215"/>
                    <a:pt x="469" y="215"/>
                  </a:cubicBezTo>
                  <a:cubicBezTo>
                    <a:pt x="423" y="171"/>
                    <a:pt x="149" y="36"/>
                    <a:pt x="27" y="0"/>
                  </a:cubicBezTo>
                  <a:cubicBezTo>
                    <a:pt x="27" y="0"/>
                    <a:pt x="0" y="31"/>
                    <a:pt x="21" y="88"/>
                  </a:cubicBezTo>
                  <a:cubicBezTo>
                    <a:pt x="42" y="145"/>
                    <a:pt x="358" y="333"/>
                    <a:pt x="448" y="263"/>
                  </a:cubicBezTo>
                  <a:close/>
                </a:path>
              </a:pathLst>
            </a:custGeom>
            <a:solidFill>
              <a:srgbClr val="DBF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Freeform 23"/>
            <p:cNvSpPr>
              <a:spLocks/>
            </p:cNvSpPr>
            <p:nvPr/>
          </p:nvSpPr>
          <p:spPr bwMode="auto">
            <a:xfrm>
              <a:off x="3294383" y="6559249"/>
              <a:ext cx="926466" cy="641343"/>
            </a:xfrm>
            <a:custGeom>
              <a:avLst/>
              <a:gdLst>
                <a:gd name="T0" fmla="*/ 466 w 529"/>
                <a:gd name="T1" fmla="*/ 366 h 366"/>
                <a:gd name="T2" fmla="*/ 516 w 529"/>
                <a:gd name="T3" fmla="*/ 252 h 366"/>
                <a:gd name="T4" fmla="*/ 411 w 529"/>
                <a:gd name="T5" fmla="*/ 164 h 366"/>
                <a:gd name="T6" fmla="*/ 64 w 529"/>
                <a:gd name="T7" fmla="*/ 0 h 366"/>
                <a:gd name="T8" fmla="*/ 0 w 529"/>
                <a:gd name="T9" fmla="*/ 114 h 366"/>
                <a:gd name="T10" fmla="*/ 0 w 529"/>
                <a:gd name="T11" fmla="*/ 366 h 366"/>
                <a:gd name="T12" fmla="*/ 466 w 529"/>
                <a:gd name="T13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9" h="366">
                  <a:moveTo>
                    <a:pt x="466" y="366"/>
                  </a:moveTo>
                  <a:cubicBezTo>
                    <a:pt x="491" y="313"/>
                    <a:pt x="508" y="266"/>
                    <a:pt x="516" y="252"/>
                  </a:cubicBezTo>
                  <a:cubicBezTo>
                    <a:pt x="529" y="227"/>
                    <a:pt x="485" y="207"/>
                    <a:pt x="411" y="164"/>
                  </a:cubicBezTo>
                  <a:cubicBezTo>
                    <a:pt x="336" y="122"/>
                    <a:pt x="91" y="7"/>
                    <a:pt x="64" y="0"/>
                  </a:cubicBezTo>
                  <a:cubicBezTo>
                    <a:pt x="54" y="18"/>
                    <a:pt x="30" y="61"/>
                    <a:pt x="0" y="114"/>
                  </a:cubicBezTo>
                  <a:cubicBezTo>
                    <a:pt x="0" y="366"/>
                    <a:pt x="0" y="366"/>
                    <a:pt x="0" y="366"/>
                  </a:cubicBezTo>
                  <a:lnTo>
                    <a:pt x="466" y="366"/>
                  </a:lnTo>
                  <a:close/>
                </a:path>
              </a:pathLst>
            </a:custGeom>
            <a:solidFill>
              <a:srgbClr val="09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Freeform 24"/>
            <p:cNvSpPr>
              <a:spLocks/>
            </p:cNvSpPr>
            <p:nvPr/>
          </p:nvSpPr>
          <p:spPr bwMode="auto">
            <a:xfrm>
              <a:off x="3294383" y="6592575"/>
              <a:ext cx="898325" cy="608016"/>
            </a:xfrm>
            <a:custGeom>
              <a:avLst/>
              <a:gdLst>
                <a:gd name="T0" fmla="*/ 451 w 513"/>
                <a:gd name="T1" fmla="*/ 347 h 347"/>
                <a:gd name="T2" fmla="*/ 500 w 513"/>
                <a:gd name="T3" fmla="*/ 238 h 347"/>
                <a:gd name="T4" fmla="*/ 401 w 513"/>
                <a:gd name="T5" fmla="*/ 155 h 347"/>
                <a:gd name="T6" fmla="*/ 73 w 513"/>
                <a:gd name="T7" fmla="*/ 0 h 347"/>
                <a:gd name="T8" fmla="*/ 0 w 513"/>
                <a:gd name="T9" fmla="*/ 131 h 347"/>
                <a:gd name="T10" fmla="*/ 0 w 513"/>
                <a:gd name="T11" fmla="*/ 347 h 347"/>
                <a:gd name="T12" fmla="*/ 451 w 513"/>
                <a:gd name="T13" fmla="*/ 34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3" h="347">
                  <a:moveTo>
                    <a:pt x="451" y="347"/>
                  </a:moveTo>
                  <a:cubicBezTo>
                    <a:pt x="471" y="305"/>
                    <a:pt x="492" y="254"/>
                    <a:pt x="500" y="238"/>
                  </a:cubicBezTo>
                  <a:cubicBezTo>
                    <a:pt x="513" y="215"/>
                    <a:pt x="472" y="195"/>
                    <a:pt x="401" y="155"/>
                  </a:cubicBezTo>
                  <a:cubicBezTo>
                    <a:pt x="330" y="115"/>
                    <a:pt x="98" y="7"/>
                    <a:pt x="73" y="0"/>
                  </a:cubicBezTo>
                  <a:cubicBezTo>
                    <a:pt x="69" y="11"/>
                    <a:pt x="38" y="66"/>
                    <a:pt x="0" y="131"/>
                  </a:cubicBezTo>
                  <a:cubicBezTo>
                    <a:pt x="0" y="347"/>
                    <a:pt x="0" y="347"/>
                    <a:pt x="0" y="347"/>
                  </a:cubicBezTo>
                  <a:lnTo>
                    <a:pt x="451" y="347"/>
                  </a:lnTo>
                  <a:close/>
                </a:path>
              </a:pathLst>
            </a:custGeom>
            <a:solidFill>
              <a:srgbClr val="0F37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Freeform 25"/>
            <p:cNvSpPr>
              <a:spLocks/>
            </p:cNvSpPr>
            <p:nvPr/>
          </p:nvSpPr>
          <p:spPr bwMode="auto">
            <a:xfrm>
              <a:off x="3444721" y="6759206"/>
              <a:ext cx="228099" cy="441386"/>
            </a:xfrm>
            <a:custGeom>
              <a:avLst/>
              <a:gdLst>
                <a:gd name="T0" fmla="*/ 130 w 130"/>
                <a:gd name="T1" fmla="*/ 0 h 252"/>
                <a:gd name="T2" fmla="*/ 7 w 130"/>
                <a:gd name="T3" fmla="*/ 252 h 252"/>
                <a:gd name="T4" fmla="*/ 0 w 130"/>
                <a:gd name="T5" fmla="*/ 252 h 252"/>
                <a:gd name="T6" fmla="*/ 130 w 130"/>
                <a:gd name="T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0" h="252">
                  <a:moveTo>
                    <a:pt x="130" y="0"/>
                  </a:moveTo>
                  <a:cubicBezTo>
                    <a:pt x="95" y="87"/>
                    <a:pt x="46" y="182"/>
                    <a:pt x="7" y="252"/>
                  </a:cubicBezTo>
                  <a:cubicBezTo>
                    <a:pt x="0" y="252"/>
                    <a:pt x="0" y="252"/>
                    <a:pt x="0" y="252"/>
                  </a:cubicBezTo>
                  <a:cubicBezTo>
                    <a:pt x="31" y="180"/>
                    <a:pt x="83" y="84"/>
                    <a:pt x="130" y="0"/>
                  </a:cubicBezTo>
                  <a:close/>
                </a:path>
              </a:pathLst>
            </a:custGeom>
            <a:solidFill>
              <a:srgbClr val="09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Freeform 26"/>
            <p:cNvSpPr>
              <a:spLocks noEditPoints="1"/>
            </p:cNvSpPr>
            <p:nvPr/>
          </p:nvSpPr>
          <p:spPr bwMode="auto">
            <a:xfrm>
              <a:off x="3560251" y="6981380"/>
              <a:ext cx="147375" cy="129602"/>
            </a:xfrm>
            <a:custGeom>
              <a:avLst/>
              <a:gdLst>
                <a:gd name="T0" fmla="*/ 63 w 84"/>
                <a:gd name="T1" fmla="*/ 68 h 74"/>
                <a:gd name="T2" fmla="*/ 73 w 84"/>
                <a:gd name="T3" fmla="*/ 16 h 74"/>
                <a:gd name="T4" fmla="*/ 42 w 84"/>
                <a:gd name="T5" fmla="*/ 0 h 74"/>
                <a:gd name="T6" fmla="*/ 42 w 84"/>
                <a:gd name="T7" fmla="*/ 9 h 74"/>
                <a:gd name="T8" fmla="*/ 66 w 84"/>
                <a:gd name="T9" fmla="*/ 21 h 74"/>
                <a:gd name="T10" fmla="*/ 58 w 84"/>
                <a:gd name="T11" fmla="*/ 61 h 74"/>
                <a:gd name="T12" fmla="*/ 42 w 84"/>
                <a:gd name="T13" fmla="*/ 65 h 74"/>
                <a:gd name="T14" fmla="*/ 42 w 84"/>
                <a:gd name="T15" fmla="*/ 74 h 74"/>
                <a:gd name="T16" fmla="*/ 63 w 84"/>
                <a:gd name="T17" fmla="*/ 68 h 74"/>
                <a:gd name="T18" fmla="*/ 42 w 84"/>
                <a:gd name="T19" fmla="*/ 0 h 74"/>
                <a:gd name="T20" fmla="*/ 22 w 84"/>
                <a:gd name="T21" fmla="*/ 6 h 74"/>
                <a:gd name="T22" fmla="*/ 11 w 84"/>
                <a:gd name="T23" fmla="*/ 58 h 74"/>
                <a:gd name="T24" fmla="*/ 42 w 84"/>
                <a:gd name="T25" fmla="*/ 74 h 74"/>
                <a:gd name="T26" fmla="*/ 42 w 84"/>
                <a:gd name="T27" fmla="*/ 65 h 74"/>
                <a:gd name="T28" fmla="*/ 19 w 84"/>
                <a:gd name="T29" fmla="*/ 53 h 74"/>
                <a:gd name="T30" fmla="*/ 26 w 84"/>
                <a:gd name="T31" fmla="*/ 13 h 74"/>
                <a:gd name="T32" fmla="*/ 42 w 84"/>
                <a:gd name="T33" fmla="*/ 9 h 74"/>
                <a:gd name="T34" fmla="*/ 42 w 84"/>
                <a:gd name="T3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4" h="74">
                  <a:moveTo>
                    <a:pt x="63" y="68"/>
                  </a:moveTo>
                  <a:cubicBezTo>
                    <a:pt x="80" y="56"/>
                    <a:pt x="84" y="33"/>
                    <a:pt x="73" y="16"/>
                  </a:cubicBezTo>
                  <a:cubicBezTo>
                    <a:pt x="66" y="6"/>
                    <a:pt x="54" y="0"/>
                    <a:pt x="42" y="0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51" y="9"/>
                    <a:pt x="60" y="13"/>
                    <a:pt x="66" y="21"/>
                  </a:cubicBezTo>
                  <a:cubicBezTo>
                    <a:pt x="74" y="34"/>
                    <a:pt x="71" y="52"/>
                    <a:pt x="58" y="61"/>
                  </a:cubicBezTo>
                  <a:cubicBezTo>
                    <a:pt x="53" y="64"/>
                    <a:pt x="48" y="65"/>
                    <a:pt x="42" y="65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9" y="74"/>
                    <a:pt x="56" y="72"/>
                    <a:pt x="63" y="68"/>
                  </a:cubicBezTo>
                  <a:close/>
                  <a:moveTo>
                    <a:pt x="42" y="0"/>
                  </a:moveTo>
                  <a:cubicBezTo>
                    <a:pt x="35" y="0"/>
                    <a:pt x="28" y="2"/>
                    <a:pt x="22" y="6"/>
                  </a:cubicBezTo>
                  <a:cubicBezTo>
                    <a:pt x="5" y="18"/>
                    <a:pt x="0" y="41"/>
                    <a:pt x="11" y="58"/>
                  </a:cubicBezTo>
                  <a:cubicBezTo>
                    <a:pt x="19" y="68"/>
                    <a:pt x="30" y="74"/>
                    <a:pt x="42" y="74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33" y="65"/>
                    <a:pt x="24" y="61"/>
                    <a:pt x="19" y="53"/>
                  </a:cubicBezTo>
                  <a:cubicBezTo>
                    <a:pt x="10" y="40"/>
                    <a:pt x="13" y="22"/>
                    <a:pt x="26" y="13"/>
                  </a:cubicBezTo>
                  <a:cubicBezTo>
                    <a:pt x="31" y="10"/>
                    <a:pt x="37" y="9"/>
                    <a:pt x="42" y="9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09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Freeform 27"/>
            <p:cNvSpPr>
              <a:spLocks/>
            </p:cNvSpPr>
            <p:nvPr/>
          </p:nvSpPr>
          <p:spPr bwMode="auto">
            <a:xfrm>
              <a:off x="3630607" y="7048032"/>
              <a:ext cx="29624" cy="28142"/>
            </a:xfrm>
            <a:custGeom>
              <a:avLst/>
              <a:gdLst>
                <a:gd name="T0" fmla="*/ 12 w 17"/>
                <a:gd name="T1" fmla="*/ 14 h 16"/>
                <a:gd name="T2" fmla="*/ 14 w 17"/>
                <a:gd name="T3" fmla="*/ 4 h 16"/>
                <a:gd name="T4" fmla="*/ 4 w 17"/>
                <a:gd name="T5" fmla="*/ 2 h 16"/>
                <a:gd name="T6" fmla="*/ 3 w 17"/>
                <a:gd name="T7" fmla="*/ 12 h 16"/>
                <a:gd name="T8" fmla="*/ 12 w 17"/>
                <a:gd name="T9" fmla="*/ 1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6">
                  <a:moveTo>
                    <a:pt x="12" y="14"/>
                  </a:moveTo>
                  <a:cubicBezTo>
                    <a:pt x="16" y="12"/>
                    <a:pt x="17" y="8"/>
                    <a:pt x="14" y="4"/>
                  </a:cubicBezTo>
                  <a:cubicBezTo>
                    <a:pt x="12" y="1"/>
                    <a:pt x="8" y="0"/>
                    <a:pt x="4" y="2"/>
                  </a:cubicBezTo>
                  <a:cubicBezTo>
                    <a:pt x="1" y="5"/>
                    <a:pt x="0" y="9"/>
                    <a:pt x="3" y="12"/>
                  </a:cubicBezTo>
                  <a:cubicBezTo>
                    <a:pt x="5" y="16"/>
                    <a:pt x="9" y="16"/>
                    <a:pt x="12" y="14"/>
                  </a:cubicBezTo>
                  <a:close/>
                </a:path>
              </a:pathLst>
            </a:custGeom>
            <a:solidFill>
              <a:srgbClr val="09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Freeform 28"/>
            <p:cNvSpPr>
              <a:spLocks/>
            </p:cNvSpPr>
            <p:nvPr/>
          </p:nvSpPr>
          <p:spPr bwMode="auto">
            <a:xfrm>
              <a:off x="3609870" y="7016188"/>
              <a:ext cx="27402" cy="28142"/>
            </a:xfrm>
            <a:custGeom>
              <a:avLst/>
              <a:gdLst>
                <a:gd name="T0" fmla="*/ 12 w 16"/>
                <a:gd name="T1" fmla="*/ 14 h 16"/>
                <a:gd name="T2" fmla="*/ 14 w 16"/>
                <a:gd name="T3" fmla="*/ 4 h 16"/>
                <a:gd name="T4" fmla="*/ 4 w 16"/>
                <a:gd name="T5" fmla="*/ 2 h 16"/>
                <a:gd name="T6" fmla="*/ 2 w 16"/>
                <a:gd name="T7" fmla="*/ 12 h 16"/>
                <a:gd name="T8" fmla="*/ 12 w 16"/>
                <a:gd name="T9" fmla="*/ 1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2" y="14"/>
                  </a:moveTo>
                  <a:cubicBezTo>
                    <a:pt x="15" y="11"/>
                    <a:pt x="16" y="7"/>
                    <a:pt x="14" y="4"/>
                  </a:cubicBezTo>
                  <a:cubicBezTo>
                    <a:pt x="12" y="0"/>
                    <a:pt x="7" y="0"/>
                    <a:pt x="4" y="2"/>
                  </a:cubicBezTo>
                  <a:cubicBezTo>
                    <a:pt x="1" y="4"/>
                    <a:pt x="0" y="8"/>
                    <a:pt x="2" y="12"/>
                  </a:cubicBezTo>
                  <a:cubicBezTo>
                    <a:pt x="4" y="15"/>
                    <a:pt x="9" y="16"/>
                    <a:pt x="12" y="14"/>
                  </a:cubicBezTo>
                  <a:close/>
                </a:path>
              </a:pathLst>
            </a:custGeom>
            <a:solidFill>
              <a:srgbClr val="09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Freeform 29"/>
            <p:cNvSpPr>
              <a:spLocks/>
            </p:cNvSpPr>
            <p:nvPr/>
          </p:nvSpPr>
          <p:spPr bwMode="auto">
            <a:xfrm>
              <a:off x="3499523" y="7110981"/>
              <a:ext cx="136267" cy="89610"/>
            </a:xfrm>
            <a:custGeom>
              <a:avLst/>
              <a:gdLst>
                <a:gd name="T0" fmla="*/ 74 w 78"/>
                <a:gd name="T1" fmla="*/ 51 h 51"/>
                <a:gd name="T2" fmla="*/ 53 w 78"/>
                <a:gd name="T3" fmla="*/ 9 h 51"/>
                <a:gd name="T4" fmla="*/ 4 w 78"/>
                <a:gd name="T5" fmla="*/ 27 h 51"/>
                <a:gd name="T6" fmla="*/ 2 w 78"/>
                <a:gd name="T7" fmla="*/ 51 h 51"/>
                <a:gd name="T8" fmla="*/ 11 w 78"/>
                <a:gd name="T9" fmla="*/ 51 h 51"/>
                <a:gd name="T10" fmla="*/ 12 w 78"/>
                <a:gd name="T11" fmla="*/ 31 h 51"/>
                <a:gd name="T12" fmla="*/ 50 w 78"/>
                <a:gd name="T13" fmla="*/ 17 h 51"/>
                <a:gd name="T14" fmla="*/ 65 w 78"/>
                <a:gd name="T15" fmla="*/ 51 h 51"/>
                <a:gd name="T16" fmla="*/ 74 w 78"/>
                <a:gd name="T1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8" h="51">
                  <a:moveTo>
                    <a:pt x="74" y="51"/>
                  </a:moveTo>
                  <a:cubicBezTo>
                    <a:pt x="78" y="34"/>
                    <a:pt x="70" y="17"/>
                    <a:pt x="53" y="9"/>
                  </a:cubicBezTo>
                  <a:cubicBezTo>
                    <a:pt x="35" y="0"/>
                    <a:pt x="13" y="9"/>
                    <a:pt x="4" y="27"/>
                  </a:cubicBezTo>
                  <a:cubicBezTo>
                    <a:pt x="1" y="35"/>
                    <a:pt x="0" y="44"/>
                    <a:pt x="2" y="51"/>
                  </a:cubicBezTo>
                  <a:cubicBezTo>
                    <a:pt x="11" y="51"/>
                    <a:pt x="11" y="51"/>
                    <a:pt x="11" y="51"/>
                  </a:cubicBezTo>
                  <a:cubicBezTo>
                    <a:pt x="9" y="45"/>
                    <a:pt x="9" y="38"/>
                    <a:pt x="12" y="31"/>
                  </a:cubicBezTo>
                  <a:cubicBezTo>
                    <a:pt x="19" y="17"/>
                    <a:pt x="36" y="10"/>
                    <a:pt x="50" y="17"/>
                  </a:cubicBezTo>
                  <a:cubicBezTo>
                    <a:pt x="63" y="23"/>
                    <a:pt x="69" y="38"/>
                    <a:pt x="65" y="51"/>
                  </a:cubicBezTo>
                  <a:lnTo>
                    <a:pt x="74" y="51"/>
                  </a:lnTo>
                  <a:close/>
                </a:path>
              </a:pathLst>
            </a:custGeom>
            <a:solidFill>
              <a:srgbClr val="09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Freeform 30"/>
            <p:cNvSpPr>
              <a:spLocks/>
            </p:cNvSpPr>
            <p:nvPr/>
          </p:nvSpPr>
          <p:spPr bwMode="auto">
            <a:xfrm>
              <a:off x="3544699" y="7189483"/>
              <a:ext cx="24439" cy="11109"/>
            </a:xfrm>
            <a:custGeom>
              <a:avLst/>
              <a:gdLst>
                <a:gd name="T0" fmla="*/ 14 w 14"/>
                <a:gd name="T1" fmla="*/ 6 h 6"/>
                <a:gd name="T2" fmla="*/ 10 w 14"/>
                <a:gd name="T3" fmla="*/ 1 h 6"/>
                <a:gd name="T4" fmla="*/ 1 w 14"/>
                <a:gd name="T5" fmla="*/ 5 h 6"/>
                <a:gd name="T6" fmla="*/ 0 w 14"/>
                <a:gd name="T7" fmla="*/ 6 h 6"/>
                <a:gd name="T8" fmla="*/ 14 w 14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6">
                  <a:moveTo>
                    <a:pt x="14" y="6"/>
                  </a:moveTo>
                  <a:cubicBezTo>
                    <a:pt x="14" y="4"/>
                    <a:pt x="12" y="2"/>
                    <a:pt x="10" y="1"/>
                  </a:cubicBezTo>
                  <a:cubicBezTo>
                    <a:pt x="7" y="0"/>
                    <a:pt x="2" y="1"/>
                    <a:pt x="1" y="5"/>
                  </a:cubicBezTo>
                  <a:cubicBezTo>
                    <a:pt x="1" y="5"/>
                    <a:pt x="0" y="6"/>
                    <a:pt x="0" y="6"/>
                  </a:cubicBezTo>
                  <a:lnTo>
                    <a:pt x="14" y="6"/>
                  </a:lnTo>
                  <a:close/>
                </a:path>
              </a:pathLst>
            </a:custGeom>
            <a:solidFill>
              <a:srgbClr val="09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Freeform 31"/>
            <p:cNvSpPr>
              <a:spLocks/>
            </p:cNvSpPr>
            <p:nvPr/>
          </p:nvSpPr>
          <p:spPr bwMode="auto">
            <a:xfrm>
              <a:off x="3560251" y="7153195"/>
              <a:ext cx="28142" cy="28142"/>
            </a:xfrm>
            <a:custGeom>
              <a:avLst/>
              <a:gdLst>
                <a:gd name="T0" fmla="*/ 5 w 16"/>
                <a:gd name="T1" fmla="*/ 15 h 16"/>
                <a:gd name="T2" fmla="*/ 14 w 16"/>
                <a:gd name="T3" fmla="*/ 11 h 16"/>
                <a:gd name="T4" fmla="*/ 11 w 16"/>
                <a:gd name="T5" fmla="*/ 2 h 16"/>
                <a:gd name="T6" fmla="*/ 1 w 16"/>
                <a:gd name="T7" fmla="*/ 5 h 16"/>
                <a:gd name="T8" fmla="*/ 5 w 16"/>
                <a:gd name="T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5" y="15"/>
                  </a:moveTo>
                  <a:cubicBezTo>
                    <a:pt x="8" y="16"/>
                    <a:pt x="12" y="15"/>
                    <a:pt x="14" y="11"/>
                  </a:cubicBezTo>
                  <a:cubicBezTo>
                    <a:pt x="16" y="8"/>
                    <a:pt x="14" y="4"/>
                    <a:pt x="11" y="2"/>
                  </a:cubicBezTo>
                  <a:cubicBezTo>
                    <a:pt x="7" y="0"/>
                    <a:pt x="3" y="2"/>
                    <a:pt x="1" y="5"/>
                  </a:cubicBezTo>
                  <a:cubicBezTo>
                    <a:pt x="0" y="9"/>
                    <a:pt x="1" y="13"/>
                    <a:pt x="5" y="15"/>
                  </a:cubicBezTo>
                  <a:close/>
                </a:path>
              </a:pathLst>
            </a:custGeom>
            <a:solidFill>
              <a:srgbClr val="09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Freeform 32"/>
            <p:cNvSpPr>
              <a:spLocks noEditPoints="1"/>
            </p:cNvSpPr>
            <p:nvPr/>
          </p:nvSpPr>
          <p:spPr bwMode="auto">
            <a:xfrm>
              <a:off x="3644678" y="6834005"/>
              <a:ext cx="146635" cy="129602"/>
            </a:xfrm>
            <a:custGeom>
              <a:avLst/>
              <a:gdLst>
                <a:gd name="T0" fmla="*/ 42 w 84"/>
                <a:gd name="T1" fmla="*/ 74 h 74"/>
                <a:gd name="T2" fmla="*/ 72 w 84"/>
                <a:gd name="T3" fmla="*/ 58 h 74"/>
                <a:gd name="T4" fmla="*/ 64 w 84"/>
                <a:gd name="T5" fmla="*/ 6 h 74"/>
                <a:gd name="T6" fmla="*/ 42 w 84"/>
                <a:gd name="T7" fmla="*/ 0 h 74"/>
                <a:gd name="T8" fmla="*/ 42 w 84"/>
                <a:gd name="T9" fmla="*/ 8 h 74"/>
                <a:gd name="T10" fmla="*/ 59 w 84"/>
                <a:gd name="T11" fmla="*/ 13 h 74"/>
                <a:gd name="T12" fmla="*/ 65 w 84"/>
                <a:gd name="T13" fmla="*/ 53 h 74"/>
                <a:gd name="T14" fmla="*/ 42 w 84"/>
                <a:gd name="T15" fmla="*/ 65 h 74"/>
                <a:gd name="T16" fmla="*/ 42 w 84"/>
                <a:gd name="T17" fmla="*/ 74 h 74"/>
                <a:gd name="T18" fmla="*/ 21 w 84"/>
                <a:gd name="T19" fmla="*/ 67 h 74"/>
                <a:gd name="T20" fmla="*/ 42 w 84"/>
                <a:gd name="T21" fmla="*/ 74 h 74"/>
                <a:gd name="T22" fmla="*/ 42 w 84"/>
                <a:gd name="T23" fmla="*/ 65 h 74"/>
                <a:gd name="T24" fmla="*/ 26 w 84"/>
                <a:gd name="T25" fmla="*/ 60 h 74"/>
                <a:gd name="T26" fmla="*/ 19 w 84"/>
                <a:gd name="T27" fmla="*/ 20 h 74"/>
                <a:gd name="T28" fmla="*/ 42 w 84"/>
                <a:gd name="T29" fmla="*/ 8 h 74"/>
                <a:gd name="T30" fmla="*/ 42 w 84"/>
                <a:gd name="T31" fmla="*/ 0 h 74"/>
                <a:gd name="T32" fmla="*/ 12 w 84"/>
                <a:gd name="T33" fmla="*/ 15 h 74"/>
                <a:gd name="T34" fmla="*/ 21 w 84"/>
                <a:gd name="T35" fmla="*/ 67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4" h="74">
                  <a:moveTo>
                    <a:pt x="42" y="74"/>
                  </a:moveTo>
                  <a:cubicBezTo>
                    <a:pt x="54" y="74"/>
                    <a:pt x="65" y="68"/>
                    <a:pt x="72" y="58"/>
                  </a:cubicBezTo>
                  <a:cubicBezTo>
                    <a:pt x="84" y="41"/>
                    <a:pt x="80" y="18"/>
                    <a:pt x="64" y="6"/>
                  </a:cubicBezTo>
                  <a:cubicBezTo>
                    <a:pt x="57" y="2"/>
                    <a:pt x="50" y="0"/>
                    <a:pt x="42" y="0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8" y="8"/>
                    <a:pt x="54" y="10"/>
                    <a:pt x="59" y="13"/>
                  </a:cubicBezTo>
                  <a:cubicBezTo>
                    <a:pt x="71" y="23"/>
                    <a:pt x="74" y="40"/>
                    <a:pt x="65" y="53"/>
                  </a:cubicBezTo>
                  <a:cubicBezTo>
                    <a:pt x="60" y="61"/>
                    <a:pt x="51" y="65"/>
                    <a:pt x="42" y="65"/>
                  </a:cubicBezTo>
                  <a:lnTo>
                    <a:pt x="42" y="74"/>
                  </a:lnTo>
                  <a:close/>
                  <a:moveTo>
                    <a:pt x="21" y="67"/>
                  </a:moveTo>
                  <a:cubicBezTo>
                    <a:pt x="27" y="71"/>
                    <a:pt x="35" y="74"/>
                    <a:pt x="42" y="74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36" y="65"/>
                    <a:pt x="31" y="63"/>
                    <a:pt x="26" y="60"/>
                  </a:cubicBezTo>
                  <a:cubicBezTo>
                    <a:pt x="13" y="51"/>
                    <a:pt x="10" y="33"/>
                    <a:pt x="19" y="20"/>
                  </a:cubicBezTo>
                  <a:cubicBezTo>
                    <a:pt x="25" y="12"/>
                    <a:pt x="33" y="8"/>
                    <a:pt x="42" y="8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31" y="0"/>
                    <a:pt x="19" y="5"/>
                    <a:pt x="12" y="15"/>
                  </a:cubicBezTo>
                  <a:cubicBezTo>
                    <a:pt x="0" y="32"/>
                    <a:pt x="4" y="55"/>
                    <a:pt x="21" y="67"/>
                  </a:cubicBezTo>
                  <a:close/>
                </a:path>
              </a:pathLst>
            </a:custGeom>
            <a:solidFill>
              <a:srgbClr val="09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Freeform 33"/>
            <p:cNvSpPr>
              <a:spLocks/>
            </p:cNvSpPr>
            <p:nvPr/>
          </p:nvSpPr>
          <p:spPr bwMode="auto">
            <a:xfrm>
              <a:off x="3693556" y="6900657"/>
              <a:ext cx="28142" cy="28142"/>
            </a:xfrm>
            <a:custGeom>
              <a:avLst/>
              <a:gdLst>
                <a:gd name="T0" fmla="*/ 4 w 16"/>
                <a:gd name="T1" fmla="*/ 14 h 16"/>
                <a:gd name="T2" fmla="*/ 13 w 16"/>
                <a:gd name="T3" fmla="*/ 12 h 16"/>
                <a:gd name="T4" fmla="*/ 12 w 16"/>
                <a:gd name="T5" fmla="*/ 2 h 16"/>
                <a:gd name="T6" fmla="*/ 2 w 16"/>
                <a:gd name="T7" fmla="*/ 4 h 16"/>
                <a:gd name="T8" fmla="*/ 4 w 16"/>
                <a:gd name="T9" fmla="*/ 1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4" y="14"/>
                  </a:moveTo>
                  <a:cubicBezTo>
                    <a:pt x="7" y="16"/>
                    <a:pt x="11" y="15"/>
                    <a:pt x="13" y="12"/>
                  </a:cubicBezTo>
                  <a:cubicBezTo>
                    <a:pt x="16" y="9"/>
                    <a:pt x="15" y="4"/>
                    <a:pt x="12" y="2"/>
                  </a:cubicBezTo>
                  <a:cubicBezTo>
                    <a:pt x="9" y="0"/>
                    <a:pt x="4" y="0"/>
                    <a:pt x="2" y="4"/>
                  </a:cubicBezTo>
                  <a:cubicBezTo>
                    <a:pt x="0" y="7"/>
                    <a:pt x="0" y="11"/>
                    <a:pt x="4" y="14"/>
                  </a:cubicBezTo>
                  <a:close/>
                </a:path>
              </a:pathLst>
            </a:custGeom>
            <a:solidFill>
              <a:srgbClr val="09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" name="Freeform 34"/>
            <p:cNvSpPr>
              <a:spLocks/>
            </p:cNvSpPr>
            <p:nvPr/>
          </p:nvSpPr>
          <p:spPr bwMode="auto">
            <a:xfrm>
              <a:off x="3716514" y="6867330"/>
              <a:ext cx="28142" cy="28142"/>
            </a:xfrm>
            <a:custGeom>
              <a:avLst/>
              <a:gdLst>
                <a:gd name="T0" fmla="*/ 4 w 16"/>
                <a:gd name="T1" fmla="*/ 14 h 16"/>
                <a:gd name="T2" fmla="*/ 13 w 16"/>
                <a:gd name="T3" fmla="*/ 12 h 16"/>
                <a:gd name="T4" fmla="*/ 12 w 16"/>
                <a:gd name="T5" fmla="*/ 3 h 16"/>
                <a:gd name="T6" fmla="*/ 2 w 16"/>
                <a:gd name="T7" fmla="*/ 4 h 16"/>
                <a:gd name="T8" fmla="*/ 4 w 16"/>
                <a:gd name="T9" fmla="*/ 1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4" y="14"/>
                  </a:moveTo>
                  <a:cubicBezTo>
                    <a:pt x="7" y="16"/>
                    <a:pt x="11" y="16"/>
                    <a:pt x="13" y="12"/>
                  </a:cubicBezTo>
                  <a:cubicBezTo>
                    <a:pt x="16" y="9"/>
                    <a:pt x="15" y="5"/>
                    <a:pt x="12" y="3"/>
                  </a:cubicBezTo>
                  <a:cubicBezTo>
                    <a:pt x="9" y="0"/>
                    <a:pt x="4" y="1"/>
                    <a:pt x="2" y="4"/>
                  </a:cubicBezTo>
                  <a:cubicBezTo>
                    <a:pt x="0" y="7"/>
                    <a:pt x="0" y="12"/>
                    <a:pt x="4" y="14"/>
                  </a:cubicBezTo>
                  <a:close/>
                </a:path>
              </a:pathLst>
            </a:custGeom>
            <a:solidFill>
              <a:srgbClr val="09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Freeform 47"/>
            <p:cNvSpPr>
              <a:spLocks/>
            </p:cNvSpPr>
            <p:nvPr/>
          </p:nvSpPr>
          <p:spPr bwMode="auto">
            <a:xfrm>
              <a:off x="6832877" y="4893683"/>
              <a:ext cx="1869966" cy="2306909"/>
            </a:xfrm>
            <a:custGeom>
              <a:avLst/>
              <a:gdLst>
                <a:gd name="T0" fmla="*/ 1068 w 1068"/>
                <a:gd name="T1" fmla="*/ 1174 h 1317"/>
                <a:gd name="T2" fmla="*/ 1039 w 1068"/>
                <a:gd name="T3" fmla="*/ 1122 h 1317"/>
                <a:gd name="T4" fmla="*/ 936 w 1068"/>
                <a:gd name="T5" fmla="*/ 942 h 1317"/>
                <a:gd name="T6" fmla="*/ 850 w 1068"/>
                <a:gd name="T7" fmla="*/ 609 h 1317"/>
                <a:gd name="T8" fmla="*/ 753 w 1068"/>
                <a:gd name="T9" fmla="*/ 395 h 1317"/>
                <a:gd name="T10" fmla="*/ 620 w 1068"/>
                <a:gd name="T11" fmla="*/ 301 h 1317"/>
                <a:gd name="T12" fmla="*/ 578 w 1068"/>
                <a:gd name="T13" fmla="*/ 342 h 1317"/>
                <a:gd name="T14" fmla="*/ 466 w 1068"/>
                <a:gd name="T15" fmla="*/ 276 h 1317"/>
                <a:gd name="T16" fmla="*/ 414 w 1068"/>
                <a:gd name="T17" fmla="*/ 326 h 1317"/>
                <a:gd name="T18" fmla="*/ 328 w 1068"/>
                <a:gd name="T19" fmla="*/ 273 h 1317"/>
                <a:gd name="T20" fmla="*/ 273 w 1068"/>
                <a:gd name="T21" fmla="*/ 312 h 1317"/>
                <a:gd name="T22" fmla="*/ 150 w 1068"/>
                <a:gd name="T23" fmla="*/ 100 h 1317"/>
                <a:gd name="T24" fmla="*/ 64 w 1068"/>
                <a:gd name="T25" fmla="*/ 11 h 1317"/>
                <a:gd name="T26" fmla="*/ 44 w 1068"/>
                <a:gd name="T27" fmla="*/ 144 h 1317"/>
                <a:gd name="T28" fmla="*/ 168 w 1068"/>
                <a:gd name="T29" fmla="*/ 431 h 1317"/>
                <a:gd name="T30" fmla="*/ 280 w 1068"/>
                <a:gd name="T31" fmla="*/ 701 h 1317"/>
                <a:gd name="T32" fmla="*/ 281 w 1068"/>
                <a:gd name="T33" fmla="*/ 768 h 1317"/>
                <a:gd name="T34" fmla="*/ 236 w 1068"/>
                <a:gd name="T35" fmla="*/ 683 h 1317"/>
                <a:gd name="T36" fmla="*/ 221 w 1068"/>
                <a:gd name="T37" fmla="*/ 582 h 1317"/>
                <a:gd name="T38" fmla="*/ 158 w 1068"/>
                <a:gd name="T39" fmla="*/ 479 h 1317"/>
                <a:gd name="T40" fmla="*/ 123 w 1068"/>
                <a:gd name="T41" fmla="*/ 559 h 1317"/>
                <a:gd name="T42" fmla="*/ 89 w 1068"/>
                <a:gd name="T43" fmla="*/ 712 h 1317"/>
                <a:gd name="T44" fmla="*/ 173 w 1068"/>
                <a:gd name="T45" fmla="*/ 882 h 1317"/>
                <a:gd name="T46" fmla="*/ 338 w 1068"/>
                <a:gd name="T47" fmla="*/ 1010 h 1317"/>
                <a:gd name="T48" fmla="*/ 601 w 1068"/>
                <a:gd name="T49" fmla="*/ 1172 h 1317"/>
                <a:gd name="T50" fmla="*/ 694 w 1068"/>
                <a:gd name="T51" fmla="*/ 1317 h 1317"/>
                <a:gd name="T52" fmla="*/ 854 w 1068"/>
                <a:gd name="T53" fmla="*/ 1317 h 1317"/>
                <a:gd name="T54" fmla="*/ 1068 w 1068"/>
                <a:gd name="T55" fmla="*/ 1174 h 1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68" h="1317">
                  <a:moveTo>
                    <a:pt x="1068" y="1174"/>
                  </a:moveTo>
                  <a:cubicBezTo>
                    <a:pt x="1054" y="1151"/>
                    <a:pt x="1043" y="1132"/>
                    <a:pt x="1039" y="1122"/>
                  </a:cubicBezTo>
                  <a:cubicBezTo>
                    <a:pt x="1022" y="1080"/>
                    <a:pt x="977" y="1010"/>
                    <a:pt x="936" y="942"/>
                  </a:cubicBezTo>
                  <a:cubicBezTo>
                    <a:pt x="895" y="873"/>
                    <a:pt x="868" y="702"/>
                    <a:pt x="850" y="609"/>
                  </a:cubicBezTo>
                  <a:cubicBezTo>
                    <a:pt x="832" y="515"/>
                    <a:pt x="797" y="441"/>
                    <a:pt x="753" y="395"/>
                  </a:cubicBezTo>
                  <a:cubicBezTo>
                    <a:pt x="710" y="349"/>
                    <a:pt x="662" y="278"/>
                    <a:pt x="620" y="301"/>
                  </a:cubicBezTo>
                  <a:cubicBezTo>
                    <a:pt x="578" y="324"/>
                    <a:pt x="578" y="342"/>
                    <a:pt x="578" y="342"/>
                  </a:cubicBezTo>
                  <a:cubicBezTo>
                    <a:pt x="578" y="342"/>
                    <a:pt x="516" y="261"/>
                    <a:pt x="466" y="276"/>
                  </a:cubicBezTo>
                  <a:cubicBezTo>
                    <a:pt x="417" y="291"/>
                    <a:pt x="414" y="326"/>
                    <a:pt x="414" y="326"/>
                  </a:cubicBezTo>
                  <a:cubicBezTo>
                    <a:pt x="414" y="326"/>
                    <a:pt x="381" y="259"/>
                    <a:pt x="328" y="273"/>
                  </a:cubicBezTo>
                  <a:cubicBezTo>
                    <a:pt x="275" y="287"/>
                    <a:pt x="273" y="312"/>
                    <a:pt x="273" y="312"/>
                  </a:cubicBezTo>
                  <a:cubicBezTo>
                    <a:pt x="273" y="312"/>
                    <a:pt x="184" y="167"/>
                    <a:pt x="150" y="100"/>
                  </a:cubicBezTo>
                  <a:cubicBezTo>
                    <a:pt x="117" y="34"/>
                    <a:pt x="95" y="0"/>
                    <a:pt x="64" y="11"/>
                  </a:cubicBezTo>
                  <a:cubicBezTo>
                    <a:pt x="34" y="21"/>
                    <a:pt x="0" y="59"/>
                    <a:pt x="44" y="144"/>
                  </a:cubicBezTo>
                  <a:cubicBezTo>
                    <a:pt x="87" y="229"/>
                    <a:pt x="137" y="369"/>
                    <a:pt x="168" y="431"/>
                  </a:cubicBezTo>
                  <a:cubicBezTo>
                    <a:pt x="199" y="493"/>
                    <a:pt x="262" y="623"/>
                    <a:pt x="280" y="701"/>
                  </a:cubicBezTo>
                  <a:cubicBezTo>
                    <a:pt x="299" y="779"/>
                    <a:pt x="305" y="778"/>
                    <a:pt x="281" y="768"/>
                  </a:cubicBezTo>
                  <a:cubicBezTo>
                    <a:pt x="256" y="757"/>
                    <a:pt x="256" y="703"/>
                    <a:pt x="236" y="683"/>
                  </a:cubicBezTo>
                  <a:cubicBezTo>
                    <a:pt x="216" y="664"/>
                    <a:pt x="213" y="607"/>
                    <a:pt x="221" y="582"/>
                  </a:cubicBezTo>
                  <a:cubicBezTo>
                    <a:pt x="228" y="556"/>
                    <a:pt x="186" y="485"/>
                    <a:pt x="158" y="479"/>
                  </a:cubicBezTo>
                  <a:cubicBezTo>
                    <a:pt x="131" y="473"/>
                    <a:pt x="124" y="495"/>
                    <a:pt x="123" y="559"/>
                  </a:cubicBezTo>
                  <a:cubicBezTo>
                    <a:pt x="122" y="624"/>
                    <a:pt x="63" y="659"/>
                    <a:pt x="89" y="712"/>
                  </a:cubicBezTo>
                  <a:cubicBezTo>
                    <a:pt x="115" y="765"/>
                    <a:pt x="159" y="850"/>
                    <a:pt x="173" y="882"/>
                  </a:cubicBezTo>
                  <a:cubicBezTo>
                    <a:pt x="187" y="913"/>
                    <a:pt x="263" y="978"/>
                    <a:pt x="338" y="1010"/>
                  </a:cubicBezTo>
                  <a:cubicBezTo>
                    <a:pt x="413" y="1041"/>
                    <a:pt x="550" y="1103"/>
                    <a:pt x="601" y="1172"/>
                  </a:cubicBezTo>
                  <a:cubicBezTo>
                    <a:pt x="618" y="1197"/>
                    <a:pt x="654" y="1253"/>
                    <a:pt x="694" y="1317"/>
                  </a:cubicBezTo>
                  <a:cubicBezTo>
                    <a:pt x="854" y="1317"/>
                    <a:pt x="854" y="1317"/>
                    <a:pt x="854" y="1317"/>
                  </a:cubicBezTo>
                  <a:lnTo>
                    <a:pt x="1068" y="1174"/>
                  </a:lnTo>
                  <a:close/>
                </a:path>
              </a:pathLst>
            </a:custGeom>
            <a:solidFill>
              <a:srgbClr val="BD90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" name="Freeform 57"/>
            <p:cNvSpPr>
              <a:spLocks/>
            </p:cNvSpPr>
            <p:nvPr/>
          </p:nvSpPr>
          <p:spPr bwMode="auto">
            <a:xfrm>
              <a:off x="7030612" y="5501699"/>
              <a:ext cx="1663344" cy="1698892"/>
            </a:xfrm>
            <a:custGeom>
              <a:avLst/>
              <a:gdLst>
                <a:gd name="T0" fmla="*/ 130 w 950"/>
                <a:gd name="T1" fmla="*/ 63 h 970"/>
                <a:gd name="T2" fmla="*/ 195 w 950"/>
                <a:gd name="T3" fmla="*/ 50 h 970"/>
                <a:gd name="T4" fmla="*/ 271 w 950"/>
                <a:gd name="T5" fmla="*/ 194 h 970"/>
                <a:gd name="T6" fmla="*/ 355 w 950"/>
                <a:gd name="T7" fmla="*/ 241 h 970"/>
                <a:gd name="T8" fmla="*/ 460 w 950"/>
                <a:gd name="T9" fmla="*/ 194 h 970"/>
                <a:gd name="T10" fmla="*/ 520 w 950"/>
                <a:gd name="T11" fmla="*/ 152 h 970"/>
                <a:gd name="T12" fmla="*/ 611 w 950"/>
                <a:gd name="T13" fmla="*/ 169 h 970"/>
                <a:gd name="T14" fmla="*/ 683 w 950"/>
                <a:gd name="T15" fmla="*/ 132 h 970"/>
                <a:gd name="T16" fmla="*/ 741 w 950"/>
                <a:gd name="T17" fmla="*/ 338 h 970"/>
                <a:gd name="T18" fmla="*/ 783 w 950"/>
                <a:gd name="T19" fmla="*/ 535 h 970"/>
                <a:gd name="T20" fmla="*/ 890 w 950"/>
                <a:gd name="T21" fmla="*/ 723 h 970"/>
                <a:gd name="T22" fmla="*/ 950 w 950"/>
                <a:gd name="T23" fmla="*/ 830 h 970"/>
                <a:gd name="T24" fmla="*/ 741 w 950"/>
                <a:gd name="T25" fmla="*/ 970 h 970"/>
                <a:gd name="T26" fmla="*/ 634 w 950"/>
                <a:gd name="T27" fmla="*/ 970 h 970"/>
                <a:gd name="T28" fmla="*/ 499 w 950"/>
                <a:gd name="T29" fmla="*/ 776 h 970"/>
                <a:gd name="T30" fmla="*/ 314 w 950"/>
                <a:gd name="T31" fmla="*/ 660 h 970"/>
                <a:gd name="T32" fmla="*/ 106 w 950"/>
                <a:gd name="T33" fmla="*/ 563 h 970"/>
                <a:gd name="T34" fmla="*/ 28 w 950"/>
                <a:gd name="T35" fmla="*/ 394 h 970"/>
                <a:gd name="T36" fmla="*/ 13 w 950"/>
                <a:gd name="T37" fmla="*/ 298 h 970"/>
                <a:gd name="T38" fmla="*/ 50 w 950"/>
                <a:gd name="T39" fmla="*/ 261 h 970"/>
                <a:gd name="T40" fmla="*/ 83 w 950"/>
                <a:gd name="T41" fmla="*/ 358 h 970"/>
                <a:gd name="T42" fmla="*/ 131 w 950"/>
                <a:gd name="T43" fmla="*/ 445 h 970"/>
                <a:gd name="T44" fmla="*/ 197 w 950"/>
                <a:gd name="T45" fmla="*/ 507 h 970"/>
                <a:gd name="T46" fmla="*/ 164 w 950"/>
                <a:gd name="T47" fmla="*/ 311 h 970"/>
                <a:gd name="T48" fmla="*/ 78 w 950"/>
                <a:gd name="T49" fmla="*/ 69 h 970"/>
                <a:gd name="T50" fmla="*/ 130 w 950"/>
                <a:gd name="T51" fmla="*/ 63 h 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50" h="970">
                  <a:moveTo>
                    <a:pt x="130" y="63"/>
                  </a:moveTo>
                  <a:cubicBezTo>
                    <a:pt x="159" y="47"/>
                    <a:pt x="170" y="0"/>
                    <a:pt x="195" y="50"/>
                  </a:cubicBezTo>
                  <a:cubicBezTo>
                    <a:pt x="220" y="101"/>
                    <a:pt x="256" y="176"/>
                    <a:pt x="271" y="194"/>
                  </a:cubicBezTo>
                  <a:cubicBezTo>
                    <a:pt x="287" y="211"/>
                    <a:pt x="347" y="280"/>
                    <a:pt x="355" y="241"/>
                  </a:cubicBezTo>
                  <a:cubicBezTo>
                    <a:pt x="362" y="202"/>
                    <a:pt x="429" y="171"/>
                    <a:pt x="460" y="194"/>
                  </a:cubicBezTo>
                  <a:cubicBezTo>
                    <a:pt x="490" y="218"/>
                    <a:pt x="489" y="164"/>
                    <a:pt x="520" y="152"/>
                  </a:cubicBezTo>
                  <a:cubicBezTo>
                    <a:pt x="552" y="141"/>
                    <a:pt x="591" y="180"/>
                    <a:pt x="611" y="169"/>
                  </a:cubicBezTo>
                  <a:cubicBezTo>
                    <a:pt x="631" y="158"/>
                    <a:pt x="659" y="114"/>
                    <a:pt x="683" y="132"/>
                  </a:cubicBezTo>
                  <a:cubicBezTo>
                    <a:pt x="708" y="150"/>
                    <a:pt x="734" y="287"/>
                    <a:pt x="741" y="338"/>
                  </a:cubicBezTo>
                  <a:cubicBezTo>
                    <a:pt x="749" y="388"/>
                    <a:pt x="747" y="468"/>
                    <a:pt x="783" y="535"/>
                  </a:cubicBezTo>
                  <a:cubicBezTo>
                    <a:pt x="820" y="601"/>
                    <a:pt x="866" y="675"/>
                    <a:pt x="890" y="723"/>
                  </a:cubicBezTo>
                  <a:cubicBezTo>
                    <a:pt x="898" y="739"/>
                    <a:pt x="921" y="781"/>
                    <a:pt x="950" y="830"/>
                  </a:cubicBezTo>
                  <a:cubicBezTo>
                    <a:pt x="741" y="970"/>
                    <a:pt x="741" y="970"/>
                    <a:pt x="741" y="970"/>
                  </a:cubicBezTo>
                  <a:cubicBezTo>
                    <a:pt x="634" y="970"/>
                    <a:pt x="634" y="970"/>
                    <a:pt x="634" y="970"/>
                  </a:cubicBezTo>
                  <a:cubicBezTo>
                    <a:pt x="574" y="876"/>
                    <a:pt x="518" y="792"/>
                    <a:pt x="499" y="776"/>
                  </a:cubicBezTo>
                  <a:cubicBezTo>
                    <a:pt x="454" y="736"/>
                    <a:pt x="380" y="681"/>
                    <a:pt x="314" y="660"/>
                  </a:cubicBezTo>
                  <a:cubicBezTo>
                    <a:pt x="247" y="639"/>
                    <a:pt x="131" y="607"/>
                    <a:pt x="106" y="563"/>
                  </a:cubicBezTo>
                  <a:cubicBezTo>
                    <a:pt x="82" y="518"/>
                    <a:pt x="49" y="432"/>
                    <a:pt x="28" y="394"/>
                  </a:cubicBezTo>
                  <a:cubicBezTo>
                    <a:pt x="7" y="357"/>
                    <a:pt x="0" y="329"/>
                    <a:pt x="13" y="298"/>
                  </a:cubicBezTo>
                  <a:cubicBezTo>
                    <a:pt x="25" y="268"/>
                    <a:pt x="47" y="219"/>
                    <a:pt x="50" y="261"/>
                  </a:cubicBezTo>
                  <a:cubicBezTo>
                    <a:pt x="53" y="303"/>
                    <a:pt x="57" y="321"/>
                    <a:pt x="83" y="358"/>
                  </a:cubicBezTo>
                  <a:cubicBezTo>
                    <a:pt x="110" y="396"/>
                    <a:pt x="116" y="413"/>
                    <a:pt x="131" y="445"/>
                  </a:cubicBezTo>
                  <a:cubicBezTo>
                    <a:pt x="146" y="477"/>
                    <a:pt x="171" y="544"/>
                    <a:pt x="197" y="507"/>
                  </a:cubicBezTo>
                  <a:cubicBezTo>
                    <a:pt x="223" y="470"/>
                    <a:pt x="198" y="382"/>
                    <a:pt x="164" y="311"/>
                  </a:cubicBezTo>
                  <a:cubicBezTo>
                    <a:pt x="131" y="239"/>
                    <a:pt x="48" y="68"/>
                    <a:pt x="78" y="69"/>
                  </a:cubicBezTo>
                  <a:cubicBezTo>
                    <a:pt x="107" y="70"/>
                    <a:pt x="110" y="80"/>
                    <a:pt x="130" y="63"/>
                  </a:cubicBezTo>
                  <a:close/>
                </a:path>
              </a:pathLst>
            </a:custGeom>
            <a:solidFill>
              <a:srgbClr val="C9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Freeform 121"/>
            <p:cNvSpPr>
              <a:spLocks/>
            </p:cNvSpPr>
            <p:nvPr/>
          </p:nvSpPr>
          <p:spPr bwMode="auto">
            <a:xfrm>
              <a:off x="7878576" y="6543696"/>
              <a:ext cx="782053" cy="639120"/>
            </a:xfrm>
            <a:custGeom>
              <a:avLst/>
              <a:gdLst>
                <a:gd name="T0" fmla="*/ 26 w 447"/>
                <a:gd name="T1" fmla="*/ 305 h 365"/>
                <a:gd name="T2" fmla="*/ 0 w 447"/>
                <a:gd name="T3" fmla="*/ 259 h 365"/>
                <a:gd name="T4" fmla="*/ 417 w 447"/>
                <a:gd name="T5" fmla="*/ 0 h 365"/>
                <a:gd name="T6" fmla="*/ 432 w 447"/>
                <a:gd name="T7" fmla="*/ 87 h 365"/>
                <a:gd name="T8" fmla="*/ 26 w 447"/>
                <a:gd name="T9" fmla="*/ 305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365">
                  <a:moveTo>
                    <a:pt x="26" y="305"/>
                  </a:moveTo>
                  <a:cubicBezTo>
                    <a:pt x="10" y="300"/>
                    <a:pt x="0" y="259"/>
                    <a:pt x="0" y="259"/>
                  </a:cubicBezTo>
                  <a:cubicBezTo>
                    <a:pt x="41" y="210"/>
                    <a:pt x="299" y="47"/>
                    <a:pt x="417" y="0"/>
                  </a:cubicBezTo>
                  <a:cubicBezTo>
                    <a:pt x="417" y="0"/>
                    <a:pt x="447" y="28"/>
                    <a:pt x="432" y="87"/>
                  </a:cubicBezTo>
                  <a:cubicBezTo>
                    <a:pt x="417" y="145"/>
                    <a:pt x="122" y="365"/>
                    <a:pt x="26" y="305"/>
                  </a:cubicBezTo>
                  <a:close/>
                </a:path>
              </a:pathLst>
            </a:custGeom>
            <a:solidFill>
              <a:srgbClr val="DBF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Freeform 122"/>
            <p:cNvSpPr>
              <a:spLocks/>
            </p:cNvSpPr>
            <p:nvPr/>
          </p:nvSpPr>
          <p:spPr bwMode="auto">
            <a:xfrm>
              <a:off x="7871170" y="6566655"/>
              <a:ext cx="1026445" cy="636898"/>
            </a:xfrm>
            <a:custGeom>
              <a:avLst/>
              <a:gdLst>
                <a:gd name="T0" fmla="*/ 50 w 586"/>
                <a:gd name="T1" fmla="*/ 362 h 364"/>
                <a:gd name="T2" fmla="*/ 13 w 586"/>
                <a:gd name="T3" fmla="*/ 297 h 364"/>
                <a:gd name="T4" fmla="*/ 109 w 586"/>
                <a:gd name="T5" fmla="*/ 199 h 364"/>
                <a:gd name="T6" fmla="*/ 436 w 586"/>
                <a:gd name="T7" fmla="*/ 0 h 364"/>
                <a:gd name="T8" fmla="*/ 586 w 586"/>
                <a:gd name="T9" fmla="*/ 211 h 364"/>
                <a:gd name="T10" fmla="*/ 585 w 586"/>
                <a:gd name="T11" fmla="*/ 362 h 364"/>
                <a:gd name="T12" fmla="*/ 250 w 586"/>
                <a:gd name="T13" fmla="*/ 362 h 364"/>
                <a:gd name="T14" fmla="*/ 250 w 586"/>
                <a:gd name="T15" fmla="*/ 364 h 364"/>
                <a:gd name="T16" fmla="*/ 50 w 586"/>
                <a:gd name="T17" fmla="*/ 362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6" h="364">
                  <a:moveTo>
                    <a:pt x="50" y="362"/>
                  </a:moveTo>
                  <a:cubicBezTo>
                    <a:pt x="19" y="311"/>
                    <a:pt x="21" y="310"/>
                    <a:pt x="13" y="297"/>
                  </a:cubicBezTo>
                  <a:cubicBezTo>
                    <a:pt x="0" y="273"/>
                    <a:pt x="39" y="249"/>
                    <a:pt x="109" y="199"/>
                  </a:cubicBezTo>
                  <a:cubicBezTo>
                    <a:pt x="179" y="149"/>
                    <a:pt x="411" y="10"/>
                    <a:pt x="436" y="0"/>
                  </a:cubicBezTo>
                  <a:cubicBezTo>
                    <a:pt x="448" y="17"/>
                    <a:pt x="550" y="162"/>
                    <a:pt x="586" y="211"/>
                  </a:cubicBezTo>
                  <a:cubicBezTo>
                    <a:pt x="585" y="362"/>
                    <a:pt x="585" y="362"/>
                    <a:pt x="585" y="362"/>
                  </a:cubicBezTo>
                  <a:cubicBezTo>
                    <a:pt x="250" y="362"/>
                    <a:pt x="250" y="362"/>
                    <a:pt x="250" y="362"/>
                  </a:cubicBezTo>
                  <a:cubicBezTo>
                    <a:pt x="250" y="364"/>
                    <a:pt x="250" y="364"/>
                    <a:pt x="250" y="364"/>
                  </a:cubicBezTo>
                  <a:lnTo>
                    <a:pt x="50" y="362"/>
                  </a:lnTo>
                  <a:close/>
                </a:path>
              </a:pathLst>
            </a:custGeom>
            <a:solidFill>
              <a:srgbClr val="09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" name="Freeform 123"/>
            <p:cNvSpPr>
              <a:spLocks/>
            </p:cNvSpPr>
            <p:nvPr/>
          </p:nvSpPr>
          <p:spPr bwMode="auto">
            <a:xfrm>
              <a:off x="7900793" y="6599981"/>
              <a:ext cx="996822" cy="600610"/>
            </a:xfrm>
            <a:custGeom>
              <a:avLst/>
              <a:gdLst>
                <a:gd name="T0" fmla="*/ 48 w 569"/>
                <a:gd name="T1" fmla="*/ 343 h 343"/>
                <a:gd name="T2" fmla="*/ 12 w 569"/>
                <a:gd name="T3" fmla="*/ 282 h 343"/>
                <a:gd name="T4" fmla="*/ 103 w 569"/>
                <a:gd name="T5" fmla="*/ 189 h 343"/>
                <a:gd name="T6" fmla="*/ 413 w 569"/>
                <a:gd name="T7" fmla="*/ 0 h 343"/>
                <a:gd name="T8" fmla="*/ 569 w 569"/>
                <a:gd name="T9" fmla="*/ 221 h 343"/>
                <a:gd name="T10" fmla="*/ 569 w 569"/>
                <a:gd name="T11" fmla="*/ 343 h 343"/>
                <a:gd name="T12" fmla="*/ 233 w 569"/>
                <a:gd name="T13" fmla="*/ 343 h 343"/>
                <a:gd name="T14" fmla="*/ 233 w 569"/>
                <a:gd name="T15" fmla="*/ 343 h 343"/>
                <a:gd name="T16" fmla="*/ 48 w 569"/>
                <a:gd name="T17" fmla="*/ 343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9" h="343">
                  <a:moveTo>
                    <a:pt x="48" y="343"/>
                  </a:moveTo>
                  <a:cubicBezTo>
                    <a:pt x="30" y="313"/>
                    <a:pt x="24" y="300"/>
                    <a:pt x="12" y="282"/>
                  </a:cubicBezTo>
                  <a:cubicBezTo>
                    <a:pt x="0" y="263"/>
                    <a:pt x="37" y="236"/>
                    <a:pt x="103" y="189"/>
                  </a:cubicBezTo>
                  <a:cubicBezTo>
                    <a:pt x="169" y="141"/>
                    <a:pt x="388" y="10"/>
                    <a:pt x="413" y="0"/>
                  </a:cubicBezTo>
                  <a:cubicBezTo>
                    <a:pt x="418" y="11"/>
                    <a:pt x="524" y="160"/>
                    <a:pt x="569" y="221"/>
                  </a:cubicBezTo>
                  <a:cubicBezTo>
                    <a:pt x="569" y="343"/>
                    <a:pt x="569" y="343"/>
                    <a:pt x="569" y="343"/>
                  </a:cubicBezTo>
                  <a:cubicBezTo>
                    <a:pt x="233" y="343"/>
                    <a:pt x="233" y="343"/>
                    <a:pt x="233" y="343"/>
                  </a:cubicBezTo>
                  <a:cubicBezTo>
                    <a:pt x="233" y="343"/>
                    <a:pt x="233" y="343"/>
                    <a:pt x="233" y="343"/>
                  </a:cubicBezTo>
                  <a:lnTo>
                    <a:pt x="48" y="343"/>
                  </a:lnTo>
                  <a:close/>
                </a:path>
              </a:pathLst>
            </a:custGeom>
            <a:solidFill>
              <a:srgbClr val="0F37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" name="Freeform 124"/>
            <p:cNvSpPr>
              <a:spLocks/>
            </p:cNvSpPr>
            <p:nvPr/>
          </p:nvSpPr>
          <p:spPr bwMode="auto">
            <a:xfrm>
              <a:off x="8384391" y="6792532"/>
              <a:ext cx="269571" cy="408060"/>
            </a:xfrm>
            <a:custGeom>
              <a:avLst/>
              <a:gdLst>
                <a:gd name="T0" fmla="*/ 0 w 154"/>
                <a:gd name="T1" fmla="*/ 0 h 233"/>
                <a:gd name="T2" fmla="*/ 145 w 154"/>
                <a:gd name="T3" fmla="*/ 233 h 233"/>
                <a:gd name="T4" fmla="*/ 154 w 154"/>
                <a:gd name="T5" fmla="*/ 233 h 233"/>
                <a:gd name="T6" fmla="*/ 0 w 154"/>
                <a:gd name="T7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4" h="233">
                  <a:moveTo>
                    <a:pt x="0" y="0"/>
                  </a:moveTo>
                  <a:cubicBezTo>
                    <a:pt x="43" y="80"/>
                    <a:pt x="99" y="167"/>
                    <a:pt x="145" y="233"/>
                  </a:cubicBezTo>
                  <a:cubicBezTo>
                    <a:pt x="154" y="233"/>
                    <a:pt x="154" y="233"/>
                    <a:pt x="154" y="233"/>
                  </a:cubicBezTo>
                  <a:cubicBezTo>
                    <a:pt x="115" y="164"/>
                    <a:pt x="55" y="76"/>
                    <a:pt x="0" y="0"/>
                  </a:cubicBezTo>
                  <a:close/>
                </a:path>
              </a:pathLst>
            </a:custGeom>
            <a:solidFill>
              <a:srgbClr val="09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Freeform 125"/>
            <p:cNvSpPr>
              <a:spLocks noEditPoints="1"/>
            </p:cNvSpPr>
            <p:nvPr/>
          </p:nvSpPr>
          <p:spPr bwMode="auto">
            <a:xfrm>
              <a:off x="8379208" y="7014705"/>
              <a:ext cx="150338" cy="133305"/>
            </a:xfrm>
            <a:custGeom>
              <a:avLst/>
              <a:gdLst>
                <a:gd name="T0" fmla="*/ 43 w 86"/>
                <a:gd name="T1" fmla="*/ 0 h 76"/>
                <a:gd name="T2" fmla="*/ 61 w 86"/>
                <a:gd name="T3" fmla="*/ 4 h 76"/>
                <a:gd name="T4" fmla="*/ 77 w 86"/>
                <a:gd name="T5" fmla="*/ 55 h 76"/>
                <a:gd name="T6" fmla="*/ 43 w 86"/>
                <a:gd name="T7" fmla="*/ 76 h 76"/>
                <a:gd name="T8" fmla="*/ 43 w 86"/>
                <a:gd name="T9" fmla="*/ 67 h 76"/>
                <a:gd name="T10" fmla="*/ 69 w 86"/>
                <a:gd name="T11" fmla="*/ 51 h 76"/>
                <a:gd name="T12" fmla="*/ 57 w 86"/>
                <a:gd name="T13" fmla="*/ 12 h 76"/>
                <a:gd name="T14" fmla="*/ 43 w 86"/>
                <a:gd name="T15" fmla="*/ 9 h 76"/>
                <a:gd name="T16" fmla="*/ 43 w 86"/>
                <a:gd name="T17" fmla="*/ 0 h 76"/>
                <a:gd name="T18" fmla="*/ 25 w 86"/>
                <a:gd name="T19" fmla="*/ 71 h 76"/>
                <a:gd name="T20" fmla="*/ 10 w 86"/>
                <a:gd name="T21" fmla="*/ 20 h 76"/>
                <a:gd name="T22" fmla="*/ 43 w 86"/>
                <a:gd name="T23" fmla="*/ 0 h 76"/>
                <a:gd name="T24" fmla="*/ 43 w 86"/>
                <a:gd name="T25" fmla="*/ 9 h 76"/>
                <a:gd name="T26" fmla="*/ 17 w 86"/>
                <a:gd name="T27" fmla="*/ 24 h 76"/>
                <a:gd name="T28" fmla="*/ 30 w 86"/>
                <a:gd name="T29" fmla="*/ 63 h 76"/>
                <a:gd name="T30" fmla="*/ 43 w 86"/>
                <a:gd name="T31" fmla="*/ 67 h 76"/>
                <a:gd name="T32" fmla="*/ 43 w 86"/>
                <a:gd name="T33" fmla="*/ 76 h 76"/>
                <a:gd name="T34" fmla="*/ 25 w 86"/>
                <a:gd name="T35" fmla="*/ 71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" h="76">
                  <a:moveTo>
                    <a:pt x="43" y="0"/>
                  </a:moveTo>
                  <a:cubicBezTo>
                    <a:pt x="49" y="0"/>
                    <a:pt x="55" y="1"/>
                    <a:pt x="61" y="4"/>
                  </a:cubicBezTo>
                  <a:cubicBezTo>
                    <a:pt x="79" y="14"/>
                    <a:pt x="86" y="37"/>
                    <a:pt x="77" y="55"/>
                  </a:cubicBezTo>
                  <a:cubicBezTo>
                    <a:pt x="70" y="68"/>
                    <a:pt x="57" y="76"/>
                    <a:pt x="43" y="76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54" y="67"/>
                    <a:pt x="64" y="61"/>
                    <a:pt x="69" y="51"/>
                  </a:cubicBezTo>
                  <a:cubicBezTo>
                    <a:pt x="76" y="37"/>
                    <a:pt x="71" y="19"/>
                    <a:pt x="57" y="12"/>
                  </a:cubicBezTo>
                  <a:cubicBezTo>
                    <a:pt x="52" y="10"/>
                    <a:pt x="48" y="9"/>
                    <a:pt x="43" y="9"/>
                  </a:cubicBezTo>
                  <a:lnTo>
                    <a:pt x="43" y="0"/>
                  </a:lnTo>
                  <a:close/>
                  <a:moveTo>
                    <a:pt x="25" y="71"/>
                  </a:moveTo>
                  <a:cubicBezTo>
                    <a:pt x="7" y="61"/>
                    <a:pt x="0" y="38"/>
                    <a:pt x="10" y="20"/>
                  </a:cubicBezTo>
                  <a:cubicBezTo>
                    <a:pt x="16" y="7"/>
                    <a:pt x="30" y="0"/>
                    <a:pt x="43" y="0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33" y="9"/>
                    <a:pt x="23" y="14"/>
                    <a:pt x="17" y="24"/>
                  </a:cubicBezTo>
                  <a:cubicBezTo>
                    <a:pt x="10" y="38"/>
                    <a:pt x="15" y="56"/>
                    <a:pt x="30" y="63"/>
                  </a:cubicBezTo>
                  <a:cubicBezTo>
                    <a:pt x="34" y="66"/>
                    <a:pt x="39" y="67"/>
                    <a:pt x="43" y="67"/>
                  </a:cubicBezTo>
                  <a:cubicBezTo>
                    <a:pt x="43" y="76"/>
                    <a:pt x="43" y="76"/>
                    <a:pt x="43" y="76"/>
                  </a:cubicBezTo>
                  <a:cubicBezTo>
                    <a:pt x="37" y="76"/>
                    <a:pt x="31" y="74"/>
                    <a:pt x="25" y="71"/>
                  </a:cubicBezTo>
                  <a:close/>
                </a:path>
              </a:pathLst>
            </a:custGeom>
            <a:solidFill>
              <a:srgbClr val="09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" name="Freeform 126"/>
            <p:cNvSpPr>
              <a:spLocks/>
            </p:cNvSpPr>
            <p:nvPr/>
          </p:nvSpPr>
          <p:spPr bwMode="auto">
            <a:xfrm>
              <a:off x="8429567" y="7082839"/>
              <a:ext cx="30364" cy="29624"/>
            </a:xfrm>
            <a:custGeom>
              <a:avLst/>
              <a:gdLst>
                <a:gd name="T0" fmla="*/ 5 w 17"/>
                <a:gd name="T1" fmla="*/ 15 h 17"/>
                <a:gd name="T2" fmla="*/ 2 w 17"/>
                <a:gd name="T3" fmla="*/ 5 h 17"/>
                <a:gd name="T4" fmla="*/ 12 w 17"/>
                <a:gd name="T5" fmla="*/ 2 h 17"/>
                <a:gd name="T6" fmla="*/ 15 w 17"/>
                <a:gd name="T7" fmla="*/ 12 h 17"/>
                <a:gd name="T8" fmla="*/ 5 w 17"/>
                <a:gd name="T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5" y="15"/>
                  </a:moveTo>
                  <a:cubicBezTo>
                    <a:pt x="2" y="13"/>
                    <a:pt x="0" y="9"/>
                    <a:pt x="2" y="5"/>
                  </a:cubicBezTo>
                  <a:cubicBezTo>
                    <a:pt x="4" y="2"/>
                    <a:pt x="9" y="0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3" y="16"/>
                    <a:pt x="9" y="17"/>
                    <a:pt x="5" y="15"/>
                  </a:cubicBezTo>
                  <a:close/>
                </a:path>
              </a:pathLst>
            </a:custGeom>
            <a:solidFill>
              <a:srgbClr val="09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" name="Freeform 127"/>
            <p:cNvSpPr>
              <a:spLocks/>
            </p:cNvSpPr>
            <p:nvPr/>
          </p:nvSpPr>
          <p:spPr bwMode="auto">
            <a:xfrm>
              <a:off x="8448822" y="7048031"/>
              <a:ext cx="30364" cy="29624"/>
            </a:xfrm>
            <a:custGeom>
              <a:avLst/>
              <a:gdLst>
                <a:gd name="T0" fmla="*/ 5 w 17"/>
                <a:gd name="T1" fmla="*/ 15 h 17"/>
                <a:gd name="T2" fmla="*/ 2 w 17"/>
                <a:gd name="T3" fmla="*/ 5 h 17"/>
                <a:gd name="T4" fmla="*/ 12 w 17"/>
                <a:gd name="T5" fmla="*/ 2 h 17"/>
                <a:gd name="T6" fmla="*/ 15 w 17"/>
                <a:gd name="T7" fmla="*/ 12 h 17"/>
                <a:gd name="T8" fmla="*/ 5 w 17"/>
                <a:gd name="T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5" y="15"/>
                  </a:moveTo>
                  <a:cubicBezTo>
                    <a:pt x="2" y="13"/>
                    <a:pt x="0" y="9"/>
                    <a:pt x="2" y="5"/>
                  </a:cubicBezTo>
                  <a:cubicBezTo>
                    <a:pt x="4" y="1"/>
                    <a:pt x="8" y="0"/>
                    <a:pt x="12" y="2"/>
                  </a:cubicBezTo>
                  <a:cubicBezTo>
                    <a:pt x="15" y="4"/>
                    <a:pt x="17" y="8"/>
                    <a:pt x="15" y="12"/>
                  </a:cubicBezTo>
                  <a:cubicBezTo>
                    <a:pt x="13" y="15"/>
                    <a:pt x="9" y="17"/>
                    <a:pt x="5" y="15"/>
                  </a:cubicBezTo>
                  <a:close/>
                </a:path>
              </a:pathLst>
            </a:custGeom>
            <a:solidFill>
              <a:srgbClr val="09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Freeform 128"/>
            <p:cNvSpPr>
              <a:spLocks/>
            </p:cNvSpPr>
            <p:nvPr/>
          </p:nvSpPr>
          <p:spPr bwMode="auto">
            <a:xfrm>
              <a:off x="8473261" y="7139123"/>
              <a:ext cx="131824" cy="61468"/>
            </a:xfrm>
            <a:custGeom>
              <a:avLst/>
              <a:gdLst>
                <a:gd name="T0" fmla="*/ 0 w 75"/>
                <a:gd name="T1" fmla="*/ 35 h 35"/>
                <a:gd name="T2" fmla="*/ 18 w 75"/>
                <a:gd name="T3" fmla="*/ 11 h 35"/>
                <a:gd name="T4" fmla="*/ 70 w 75"/>
                <a:gd name="T5" fmla="*/ 24 h 35"/>
                <a:gd name="T6" fmla="*/ 75 w 75"/>
                <a:gd name="T7" fmla="*/ 35 h 35"/>
                <a:gd name="T8" fmla="*/ 65 w 75"/>
                <a:gd name="T9" fmla="*/ 35 h 35"/>
                <a:gd name="T10" fmla="*/ 62 w 75"/>
                <a:gd name="T11" fmla="*/ 29 h 35"/>
                <a:gd name="T12" fmla="*/ 23 w 75"/>
                <a:gd name="T13" fmla="*/ 19 h 35"/>
                <a:gd name="T14" fmla="*/ 10 w 75"/>
                <a:gd name="T15" fmla="*/ 35 h 35"/>
                <a:gd name="T16" fmla="*/ 0 w 75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5" h="35">
                  <a:moveTo>
                    <a:pt x="0" y="35"/>
                  </a:moveTo>
                  <a:cubicBezTo>
                    <a:pt x="3" y="25"/>
                    <a:pt x="9" y="16"/>
                    <a:pt x="18" y="11"/>
                  </a:cubicBezTo>
                  <a:cubicBezTo>
                    <a:pt x="36" y="0"/>
                    <a:pt x="59" y="6"/>
                    <a:pt x="70" y="24"/>
                  </a:cubicBezTo>
                  <a:cubicBezTo>
                    <a:pt x="72" y="28"/>
                    <a:pt x="74" y="32"/>
                    <a:pt x="75" y="35"/>
                  </a:cubicBezTo>
                  <a:cubicBezTo>
                    <a:pt x="65" y="35"/>
                    <a:pt x="65" y="35"/>
                    <a:pt x="65" y="35"/>
                  </a:cubicBezTo>
                  <a:cubicBezTo>
                    <a:pt x="65" y="33"/>
                    <a:pt x="64" y="31"/>
                    <a:pt x="62" y="29"/>
                  </a:cubicBezTo>
                  <a:cubicBezTo>
                    <a:pt x="54" y="15"/>
                    <a:pt x="36" y="10"/>
                    <a:pt x="23" y="19"/>
                  </a:cubicBezTo>
                  <a:cubicBezTo>
                    <a:pt x="16" y="22"/>
                    <a:pt x="12" y="29"/>
                    <a:pt x="10" y="35"/>
                  </a:cubicBezTo>
                  <a:lnTo>
                    <a:pt x="0" y="35"/>
                  </a:lnTo>
                  <a:close/>
                </a:path>
              </a:pathLst>
            </a:custGeom>
            <a:solidFill>
              <a:srgbClr val="09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" name="Freeform 129"/>
            <p:cNvSpPr>
              <a:spLocks/>
            </p:cNvSpPr>
            <p:nvPr/>
          </p:nvSpPr>
          <p:spPr bwMode="auto">
            <a:xfrm>
              <a:off x="8515474" y="7182818"/>
              <a:ext cx="26661" cy="17774"/>
            </a:xfrm>
            <a:custGeom>
              <a:avLst/>
              <a:gdLst>
                <a:gd name="T0" fmla="*/ 1 w 15"/>
                <a:gd name="T1" fmla="*/ 10 h 10"/>
                <a:gd name="T2" fmla="*/ 4 w 15"/>
                <a:gd name="T3" fmla="*/ 2 h 10"/>
                <a:gd name="T4" fmla="*/ 14 w 15"/>
                <a:gd name="T5" fmla="*/ 5 h 10"/>
                <a:gd name="T6" fmla="*/ 15 w 15"/>
                <a:gd name="T7" fmla="*/ 10 h 10"/>
                <a:gd name="T8" fmla="*/ 1 w 15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0">
                  <a:moveTo>
                    <a:pt x="1" y="10"/>
                  </a:moveTo>
                  <a:cubicBezTo>
                    <a:pt x="0" y="7"/>
                    <a:pt x="1" y="4"/>
                    <a:pt x="4" y="2"/>
                  </a:cubicBezTo>
                  <a:cubicBezTo>
                    <a:pt x="7" y="0"/>
                    <a:pt x="12" y="1"/>
                    <a:pt x="14" y="5"/>
                  </a:cubicBezTo>
                  <a:cubicBezTo>
                    <a:pt x="15" y="7"/>
                    <a:pt x="15" y="9"/>
                    <a:pt x="15" y="10"/>
                  </a:cubicBezTo>
                  <a:lnTo>
                    <a:pt x="1" y="10"/>
                  </a:lnTo>
                  <a:close/>
                </a:path>
              </a:pathLst>
            </a:custGeom>
            <a:solidFill>
              <a:srgbClr val="09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" name="Freeform 130"/>
            <p:cNvSpPr>
              <a:spLocks noEditPoints="1"/>
            </p:cNvSpPr>
            <p:nvPr/>
          </p:nvSpPr>
          <p:spPr bwMode="auto">
            <a:xfrm>
              <a:off x="8279229" y="6872514"/>
              <a:ext cx="148856" cy="133305"/>
            </a:xfrm>
            <a:custGeom>
              <a:avLst/>
              <a:gdLst>
                <a:gd name="T0" fmla="*/ 67 w 85"/>
                <a:gd name="T1" fmla="*/ 66 h 76"/>
                <a:gd name="T2" fmla="*/ 42 w 85"/>
                <a:gd name="T3" fmla="*/ 76 h 76"/>
                <a:gd name="T4" fmla="*/ 42 w 85"/>
                <a:gd name="T5" fmla="*/ 67 h 76"/>
                <a:gd name="T6" fmla="*/ 61 w 85"/>
                <a:gd name="T7" fmla="*/ 59 h 76"/>
                <a:gd name="T8" fmla="*/ 64 w 85"/>
                <a:gd name="T9" fmla="*/ 18 h 76"/>
                <a:gd name="T10" fmla="*/ 42 w 85"/>
                <a:gd name="T11" fmla="*/ 9 h 76"/>
                <a:gd name="T12" fmla="*/ 42 w 85"/>
                <a:gd name="T13" fmla="*/ 0 h 76"/>
                <a:gd name="T14" fmla="*/ 71 w 85"/>
                <a:gd name="T15" fmla="*/ 13 h 76"/>
                <a:gd name="T16" fmla="*/ 67 w 85"/>
                <a:gd name="T17" fmla="*/ 66 h 76"/>
                <a:gd name="T18" fmla="*/ 42 w 85"/>
                <a:gd name="T19" fmla="*/ 76 h 76"/>
                <a:gd name="T20" fmla="*/ 14 w 85"/>
                <a:gd name="T21" fmla="*/ 63 h 76"/>
                <a:gd name="T22" fmla="*/ 17 w 85"/>
                <a:gd name="T23" fmla="*/ 9 h 76"/>
                <a:gd name="T24" fmla="*/ 42 w 85"/>
                <a:gd name="T25" fmla="*/ 0 h 76"/>
                <a:gd name="T26" fmla="*/ 42 w 85"/>
                <a:gd name="T27" fmla="*/ 9 h 76"/>
                <a:gd name="T28" fmla="*/ 23 w 85"/>
                <a:gd name="T29" fmla="*/ 16 h 76"/>
                <a:gd name="T30" fmla="*/ 20 w 85"/>
                <a:gd name="T31" fmla="*/ 57 h 76"/>
                <a:gd name="T32" fmla="*/ 42 w 85"/>
                <a:gd name="T33" fmla="*/ 67 h 76"/>
                <a:gd name="T34" fmla="*/ 42 w 85"/>
                <a:gd name="T35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5" h="76">
                  <a:moveTo>
                    <a:pt x="67" y="66"/>
                  </a:moveTo>
                  <a:cubicBezTo>
                    <a:pt x="60" y="72"/>
                    <a:pt x="51" y="76"/>
                    <a:pt x="42" y="76"/>
                  </a:cubicBezTo>
                  <a:cubicBezTo>
                    <a:pt x="42" y="67"/>
                    <a:pt x="42" y="67"/>
                    <a:pt x="42" y="67"/>
                  </a:cubicBezTo>
                  <a:cubicBezTo>
                    <a:pt x="49" y="67"/>
                    <a:pt x="56" y="64"/>
                    <a:pt x="61" y="59"/>
                  </a:cubicBezTo>
                  <a:cubicBezTo>
                    <a:pt x="73" y="49"/>
                    <a:pt x="75" y="30"/>
                    <a:pt x="64" y="18"/>
                  </a:cubicBezTo>
                  <a:cubicBezTo>
                    <a:pt x="58" y="12"/>
                    <a:pt x="50" y="9"/>
                    <a:pt x="42" y="9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3" y="0"/>
                    <a:pt x="63" y="4"/>
                    <a:pt x="71" y="13"/>
                  </a:cubicBezTo>
                  <a:cubicBezTo>
                    <a:pt x="85" y="28"/>
                    <a:pt x="83" y="52"/>
                    <a:pt x="67" y="66"/>
                  </a:cubicBezTo>
                  <a:close/>
                  <a:moveTo>
                    <a:pt x="42" y="76"/>
                  </a:moveTo>
                  <a:cubicBezTo>
                    <a:pt x="32" y="76"/>
                    <a:pt x="21" y="71"/>
                    <a:pt x="14" y="63"/>
                  </a:cubicBezTo>
                  <a:cubicBezTo>
                    <a:pt x="0" y="47"/>
                    <a:pt x="1" y="23"/>
                    <a:pt x="17" y="9"/>
                  </a:cubicBezTo>
                  <a:cubicBezTo>
                    <a:pt x="24" y="3"/>
                    <a:pt x="33" y="0"/>
                    <a:pt x="42" y="0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35" y="9"/>
                    <a:pt x="29" y="11"/>
                    <a:pt x="23" y="16"/>
                  </a:cubicBezTo>
                  <a:cubicBezTo>
                    <a:pt x="11" y="26"/>
                    <a:pt x="10" y="45"/>
                    <a:pt x="20" y="57"/>
                  </a:cubicBezTo>
                  <a:cubicBezTo>
                    <a:pt x="26" y="63"/>
                    <a:pt x="34" y="67"/>
                    <a:pt x="42" y="67"/>
                  </a:cubicBezTo>
                  <a:lnTo>
                    <a:pt x="42" y="76"/>
                  </a:lnTo>
                  <a:close/>
                </a:path>
              </a:pathLst>
            </a:custGeom>
            <a:solidFill>
              <a:srgbClr val="09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" name="Freeform 131"/>
            <p:cNvSpPr>
              <a:spLocks/>
            </p:cNvSpPr>
            <p:nvPr/>
          </p:nvSpPr>
          <p:spPr bwMode="auto">
            <a:xfrm>
              <a:off x="8352547" y="6939168"/>
              <a:ext cx="28142" cy="28142"/>
            </a:xfrm>
            <a:custGeom>
              <a:avLst/>
              <a:gdLst>
                <a:gd name="T0" fmla="*/ 13 w 16"/>
                <a:gd name="T1" fmla="*/ 14 h 16"/>
                <a:gd name="T2" fmla="*/ 2 w 16"/>
                <a:gd name="T3" fmla="*/ 13 h 16"/>
                <a:gd name="T4" fmla="*/ 3 w 16"/>
                <a:gd name="T5" fmla="*/ 3 h 16"/>
                <a:gd name="T6" fmla="*/ 13 w 16"/>
                <a:gd name="T7" fmla="*/ 3 h 16"/>
                <a:gd name="T8" fmla="*/ 13 w 16"/>
                <a:gd name="T9" fmla="*/ 1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3" y="14"/>
                  </a:moveTo>
                  <a:cubicBezTo>
                    <a:pt x="10" y="16"/>
                    <a:pt x="5" y="16"/>
                    <a:pt x="2" y="13"/>
                  </a:cubicBezTo>
                  <a:cubicBezTo>
                    <a:pt x="0" y="10"/>
                    <a:pt x="0" y="5"/>
                    <a:pt x="3" y="3"/>
                  </a:cubicBezTo>
                  <a:cubicBezTo>
                    <a:pt x="6" y="0"/>
                    <a:pt x="11" y="0"/>
                    <a:pt x="13" y="3"/>
                  </a:cubicBezTo>
                  <a:cubicBezTo>
                    <a:pt x="16" y="6"/>
                    <a:pt x="16" y="11"/>
                    <a:pt x="13" y="14"/>
                  </a:cubicBezTo>
                  <a:close/>
                </a:path>
              </a:pathLst>
            </a:custGeom>
            <a:solidFill>
              <a:srgbClr val="09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Freeform 132"/>
            <p:cNvSpPr>
              <a:spLocks/>
            </p:cNvSpPr>
            <p:nvPr/>
          </p:nvSpPr>
          <p:spPr bwMode="auto">
            <a:xfrm>
              <a:off x="8326626" y="6909543"/>
              <a:ext cx="28142" cy="28142"/>
            </a:xfrm>
            <a:custGeom>
              <a:avLst/>
              <a:gdLst>
                <a:gd name="T0" fmla="*/ 12 w 16"/>
                <a:gd name="T1" fmla="*/ 13 h 16"/>
                <a:gd name="T2" fmla="*/ 2 w 16"/>
                <a:gd name="T3" fmla="*/ 13 h 16"/>
                <a:gd name="T4" fmla="*/ 3 w 16"/>
                <a:gd name="T5" fmla="*/ 2 h 16"/>
                <a:gd name="T6" fmla="*/ 13 w 16"/>
                <a:gd name="T7" fmla="*/ 3 h 16"/>
                <a:gd name="T8" fmla="*/ 12 w 16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2" y="13"/>
                  </a:moveTo>
                  <a:cubicBezTo>
                    <a:pt x="9" y="16"/>
                    <a:pt x="5" y="16"/>
                    <a:pt x="2" y="13"/>
                  </a:cubicBezTo>
                  <a:cubicBezTo>
                    <a:pt x="0" y="10"/>
                    <a:pt x="0" y="5"/>
                    <a:pt x="3" y="2"/>
                  </a:cubicBezTo>
                  <a:cubicBezTo>
                    <a:pt x="6" y="0"/>
                    <a:pt x="10" y="0"/>
                    <a:pt x="13" y="3"/>
                  </a:cubicBezTo>
                  <a:cubicBezTo>
                    <a:pt x="16" y="6"/>
                    <a:pt x="15" y="11"/>
                    <a:pt x="12" y="13"/>
                  </a:cubicBezTo>
                  <a:close/>
                </a:path>
              </a:pathLst>
            </a:custGeom>
            <a:solidFill>
              <a:srgbClr val="09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Freeform 161"/>
            <p:cNvSpPr>
              <a:spLocks/>
            </p:cNvSpPr>
            <p:nvPr/>
          </p:nvSpPr>
          <p:spPr bwMode="auto">
            <a:xfrm>
              <a:off x="7881540" y="6529621"/>
              <a:ext cx="628753" cy="406579"/>
            </a:xfrm>
            <a:custGeom>
              <a:avLst/>
              <a:gdLst>
                <a:gd name="T0" fmla="*/ 0 w 359"/>
                <a:gd name="T1" fmla="*/ 178 h 232"/>
                <a:gd name="T2" fmla="*/ 167 w 359"/>
                <a:gd name="T3" fmla="*/ 117 h 232"/>
                <a:gd name="T4" fmla="*/ 337 w 359"/>
                <a:gd name="T5" fmla="*/ 8 h 232"/>
                <a:gd name="T6" fmla="*/ 353 w 359"/>
                <a:gd name="T7" fmla="*/ 37 h 232"/>
                <a:gd name="T8" fmla="*/ 37 w 359"/>
                <a:gd name="T9" fmla="*/ 232 h 232"/>
                <a:gd name="T10" fmla="*/ 0 w 359"/>
                <a:gd name="T11" fmla="*/ 178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9" h="232">
                  <a:moveTo>
                    <a:pt x="0" y="178"/>
                  </a:moveTo>
                  <a:cubicBezTo>
                    <a:pt x="30" y="208"/>
                    <a:pt x="102" y="155"/>
                    <a:pt x="167" y="117"/>
                  </a:cubicBezTo>
                  <a:cubicBezTo>
                    <a:pt x="232" y="78"/>
                    <a:pt x="359" y="36"/>
                    <a:pt x="337" y="8"/>
                  </a:cubicBezTo>
                  <a:cubicBezTo>
                    <a:pt x="331" y="0"/>
                    <a:pt x="340" y="12"/>
                    <a:pt x="353" y="37"/>
                  </a:cubicBezTo>
                  <a:cubicBezTo>
                    <a:pt x="250" y="89"/>
                    <a:pt x="108" y="177"/>
                    <a:pt x="37" y="232"/>
                  </a:cubicBezTo>
                  <a:cubicBezTo>
                    <a:pt x="22" y="214"/>
                    <a:pt x="9" y="195"/>
                    <a:pt x="0" y="178"/>
                  </a:cubicBezTo>
                  <a:close/>
                </a:path>
              </a:pathLst>
            </a:custGeom>
            <a:solidFill>
              <a:srgbClr val="BD90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Freeform 10"/>
            <p:cNvSpPr>
              <a:spLocks/>
            </p:cNvSpPr>
            <p:nvPr/>
          </p:nvSpPr>
          <p:spPr bwMode="auto">
            <a:xfrm>
              <a:off x="4920698" y="5535026"/>
              <a:ext cx="56285" cy="56285"/>
            </a:xfrm>
            <a:custGeom>
              <a:avLst/>
              <a:gdLst>
                <a:gd name="T0" fmla="*/ 0 w 32"/>
                <a:gd name="T1" fmla="*/ 32 h 32"/>
                <a:gd name="T2" fmla="*/ 5 w 32"/>
                <a:gd name="T3" fmla="*/ 0 h 32"/>
                <a:gd name="T4" fmla="*/ 32 w 32"/>
                <a:gd name="T5" fmla="*/ 10 h 32"/>
                <a:gd name="T6" fmla="*/ 0 w 32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32">
                  <a:moveTo>
                    <a:pt x="0" y="32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21" y="9"/>
                    <a:pt x="32" y="10"/>
                  </a:cubicBezTo>
                  <a:cubicBezTo>
                    <a:pt x="24" y="16"/>
                    <a:pt x="14" y="22"/>
                    <a:pt x="0" y="32"/>
                  </a:cubicBezTo>
                  <a:close/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Freeform 18"/>
            <p:cNvSpPr>
              <a:spLocks/>
            </p:cNvSpPr>
            <p:nvPr/>
          </p:nvSpPr>
          <p:spPr bwMode="auto">
            <a:xfrm>
              <a:off x="4758511" y="5392835"/>
              <a:ext cx="602092" cy="420650"/>
            </a:xfrm>
            <a:custGeom>
              <a:avLst/>
              <a:gdLst>
                <a:gd name="T0" fmla="*/ 0 w 344"/>
                <a:gd name="T1" fmla="*/ 183 h 240"/>
                <a:gd name="T2" fmla="*/ 291 w 344"/>
                <a:gd name="T3" fmla="*/ 51 h 240"/>
                <a:gd name="T4" fmla="*/ 199 w 344"/>
                <a:gd name="T5" fmla="*/ 240 h 240"/>
                <a:gd name="T6" fmla="*/ 175 w 344"/>
                <a:gd name="T7" fmla="*/ 221 h 240"/>
                <a:gd name="T8" fmla="*/ 0 w 344"/>
                <a:gd name="T9" fmla="*/ 18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4" h="240">
                  <a:moveTo>
                    <a:pt x="0" y="183"/>
                  </a:moveTo>
                  <a:cubicBezTo>
                    <a:pt x="87" y="110"/>
                    <a:pt x="238" y="0"/>
                    <a:pt x="291" y="51"/>
                  </a:cubicBezTo>
                  <a:cubicBezTo>
                    <a:pt x="344" y="102"/>
                    <a:pt x="260" y="182"/>
                    <a:pt x="199" y="240"/>
                  </a:cubicBezTo>
                  <a:cubicBezTo>
                    <a:pt x="192" y="233"/>
                    <a:pt x="183" y="225"/>
                    <a:pt x="175" y="221"/>
                  </a:cubicBezTo>
                  <a:cubicBezTo>
                    <a:pt x="126" y="194"/>
                    <a:pt x="67" y="163"/>
                    <a:pt x="0" y="183"/>
                  </a:cubicBezTo>
                  <a:close/>
                </a:path>
              </a:pathLst>
            </a:custGeom>
            <a:solidFill>
              <a:srgbClr val="BD90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" name="Freeform 19"/>
            <p:cNvSpPr>
              <a:spLocks/>
            </p:cNvSpPr>
            <p:nvPr/>
          </p:nvSpPr>
          <p:spPr bwMode="auto">
            <a:xfrm>
              <a:off x="5034748" y="5435048"/>
              <a:ext cx="285124" cy="274755"/>
            </a:xfrm>
            <a:custGeom>
              <a:avLst/>
              <a:gdLst>
                <a:gd name="T0" fmla="*/ 39 w 163"/>
                <a:gd name="T1" fmla="*/ 127 h 157"/>
                <a:gd name="T2" fmla="*/ 18 w 163"/>
                <a:gd name="T3" fmla="*/ 59 h 157"/>
                <a:gd name="T4" fmla="*/ 127 w 163"/>
                <a:gd name="T5" fmla="*/ 35 h 157"/>
                <a:gd name="T6" fmla="*/ 97 w 163"/>
                <a:gd name="T7" fmla="*/ 135 h 157"/>
                <a:gd name="T8" fmla="*/ 39 w 163"/>
                <a:gd name="T9" fmla="*/ 12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157">
                  <a:moveTo>
                    <a:pt x="39" y="127"/>
                  </a:moveTo>
                  <a:cubicBezTo>
                    <a:pt x="21" y="102"/>
                    <a:pt x="0" y="76"/>
                    <a:pt x="18" y="59"/>
                  </a:cubicBezTo>
                  <a:cubicBezTo>
                    <a:pt x="35" y="43"/>
                    <a:pt x="91" y="0"/>
                    <a:pt x="127" y="35"/>
                  </a:cubicBezTo>
                  <a:cubicBezTo>
                    <a:pt x="163" y="70"/>
                    <a:pt x="128" y="113"/>
                    <a:pt x="97" y="135"/>
                  </a:cubicBezTo>
                  <a:cubicBezTo>
                    <a:pt x="65" y="157"/>
                    <a:pt x="59" y="151"/>
                    <a:pt x="39" y="127"/>
                  </a:cubicBezTo>
                  <a:close/>
                </a:path>
              </a:pathLst>
            </a:custGeom>
            <a:solidFill>
              <a:srgbClr val="DBBC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Freeform 20"/>
            <p:cNvSpPr>
              <a:spLocks noEditPoints="1"/>
            </p:cNvSpPr>
            <p:nvPr/>
          </p:nvSpPr>
          <p:spPr bwMode="auto">
            <a:xfrm>
              <a:off x="4852565" y="5663147"/>
              <a:ext cx="178480" cy="209585"/>
            </a:xfrm>
            <a:custGeom>
              <a:avLst/>
              <a:gdLst>
                <a:gd name="T0" fmla="*/ 46 w 102"/>
                <a:gd name="T1" fmla="*/ 109 h 120"/>
                <a:gd name="T2" fmla="*/ 61 w 102"/>
                <a:gd name="T3" fmla="*/ 120 h 120"/>
                <a:gd name="T4" fmla="*/ 46 w 102"/>
                <a:gd name="T5" fmla="*/ 102 h 120"/>
                <a:gd name="T6" fmla="*/ 46 w 102"/>
                <a:gd name="T7" fmla="*/ 109 h 120"/>
                <a:gd name="T8" fmla="*/ 46 w 102"/>
                <a:gd name="T9" fmla="*/ 15 h 120"/>
                <a:gd name="T10" fmla="*/ 46 w 102"/>
                <a:gd name="T11" fmla="*/ 9 h 120"/>
                <a:gd name="T12" fmla="*/ 102 w 102"/>
                <a:gd name="T13" fmla="*/ 88 h 120"/>
                <a:gd name="T14" fmla="*/ 46 w 102"/>
                <a:gd name="T15" fmla="*/ 15 h 120"/>
                <a:gd name="T16" fmla="*/ 0 w 102"/>
                <a:gd name="T17" fmla="*/ 37 h 120"/>
                <a:gd name="T18" fmla="*/ 46 w 102"/>
                <a:gd name="T19" fmla="*/ 109 h 120"/>
                <a:gd name="T20" fmla="*/ 46 w 102"/>
                <a:gd name="T21" fmla="*/ 102 h 120"/>
                <a:gd name="T22" fmla="*/ 0 w 102"/>
                <a:gd name="T23" fmla="*/ 37 h 120"/>
                <a:gd name="T24" fmla="*/ 46 w 102"/>
                <a:gd name="T25" fmla="*/ 9 h 120"/>
                <a:gd name="T26" fmla="*/ 46 w 102"/>
                <a:gd name="T27" fmla="*/ 15 h 120"/>
                <a:gd name="T28" fmla="*/ 32 w 102"/>
                <a:gd name="T29" fmla="*/ 0 h 120"/>
                <a:gd name="T30" fmla="*/ 46 w 102"/>
                <a:gd name="T31" fmla="*/ 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2" h="120">
                  <a:moveTo>
                    <a:pt x="46" y="109"/>
                  </a:moveTo>
                  <a:cubicBezTo>
                    <a:pt x="51" y="113"/>
                    <a:pt x="56" y="117"/>
                    <a:pt x="61" y="120"/>
                  </a:cubicBezTo>
                  <a:cubicBezTo>
                    <a:pt x="57" y="115"/>
                    <a:pt x="52" y="109"/>
                    <a:pt x="46" y="102"/>
                  </a:cubicBezTo>
                  <a:cubicBezTo>
                    <a:pt x="46" y="109"/>
                    <a:pt x="46" y="109"/>
                    <a:pt x="46" y="109"/>
                  </a:cubicBezTo>
                  <a:close/>
                  <a:moveTo>
                    <a:pt x="46" y="15"/>
                  </a:moveTo>
                  <a:cubicBezTo>
                    <a:pt x="46" y="9"/>
                    <a:pt x="46" y="9"/>
                    <a:pt x="46" y="9"/>
                  </a:cubicBezTo>
                  <a:cubicBezTo>
                    <a:pt x="70" y="26"/>
                    <a:pt x="93" y="58"/>
                    <a:pt x="102" y="88"/>
                  </a:cubicBezTo>
                  <a:cubicBezTo>
                    <a:pt x="85" y="63"/>
                    <a:pt x="63" y="34"/>
                    <a:pt x="46" y="15"/>
                  </a:cubicBezTo>
                  <a:close/>
                  <a:moveTo>
                    <a:pt x="0" y="37"/>
                  </a:moveTo>
                  <a:cubicBezTo>
                    <a:pt x="6" y="63"/>
                    <a:pt x="27" y="92"/>
                    <a:pt x="46" y="109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31" y="83"/>
                    <a:pt x="12" y="58"/>
                    <a:pt x="0" y="37"/>
                  </a:cubicBezTo>
                  <a:close/>
                  <a:moveTo>
                    <a:pt x="46" y="9"/>
                  </a:moveTo>
                  <a:cubicBezTo>
                    <a:pt x="46" y="15"/>
                    <a:pt x="46" y="15"/>
                    <a:pt x="46" y="15"/>
                  </a:cubicBezTo>
                  <a:cubicBezTo>
                    <a:pt x="41" y="9"/>
                    <a:pt x="36" y="4"/>
                    <a:pt x="32" y="0"/>
                  </a:cubicBezTo>
                  <a:cubicBezTo>
                    <a:pt x="37" y="2"/>
                    <a:pt x="42" y="5"/>
                    <a:pt x="46" y="9"/>
                  </a:cubicBezTo>
                  <a:close/>
                </a:path>
              </a:pathLst>
            </a:custGeom>
            <a:solidFill>
              <a:srgbClr val="AB82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" name="Oval 39"/>
            <p:cNvSpPr>
              <a:spLocks noChangeArrowheads="1"/>
            </p:cNvSpPr>
            <p:nvPr/>
          </p:nvSpPr>
          <p:spPr bwMode="auto">
            <a:xfrm>
              <a:off x="6041937" y="4342691"/>
              <a:ext cx="108125" cy="108125"/>
            </a:xfrm>
            <a:prstGeom prst="ellipse">
              <a:avLst/>
            </a:prstGeom>
            <a:solidFill>
              <a:srgbClr val="706F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" name="Freeform 48"/>
            <p:cNvSpPr>
              <a:spLocks/>
            </p:cNvSpPr>
            <p:nvPr/>
          </p:nvSpPr>
          <p:spPr bwMode="auto">
            <a:xfrm>
              <a:off x="7311292" y="5440231"/>
              <a:ext cx="231061" cy="345111"/>
            </a:xfrm>
            <a:custGeom>
              <a:avLst/>
              <a:gdLst>
                <a:gd name="T0" fmla="*/ 0 w 132"/>
                <a:gd name="T1" fmla="*/ 0 h 197"/>
                <a:gd name="T2" fmla="*/ 83 w 132"/>
                <a:gd name="T3" fmla="*/ 162 h 197"/>
                <a:gd name="T4" fmla="*/ 110 w 132"/>
                <a:gd name="T5" fmla="*/ 178 h 197"/>
                <a:gd name="T6" fmla="*/ 0 w 132"/>
                <a:gd name="T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2" h="197">
                  <a:moveTo>
                    <a:pt x="0" y="0"/>
                  </a:moveTo>
                  <a:cubicBezTo>
                    <a:pt x="14" y="22"/>
                    <a:pt x="67" y="130"/>
                    <a:pt x="83" y="162"/>
                  </a:cubicBezTo>
                  <a:cubicBezTo>
                    <a:pt x="100" y="194"/>
                    <a:pt x="132" y="197"/>
                    <a:pt x="110" y="178"/>
                  </a:cubicBezTo>
                  <a:cubicBezTo>
                    <a:pt x="88" y="159"/>
                    <a:pt x="45" y="64"/>
                    <a:pt x="0" y="0"/>
                  </a:cubicBezTo>
                  <a:close/>
                </a:path>
              </a:pathLst>
            </a:custGeom>
            <a:solidFill>
              <a:srgbClr val="8C6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" name="Freeform 49"/>
            <p:cNvSpPr>
              <a:spLocks/>
            </p:cNvSpPr>
            <p:nvPr/>
          </p:nvSpPr>
          <p:spPr bwMode="auto">
            <a:xfrm>
              <a:off x="7557905" y="5464671"/>
              <a:ext cx="227358" cy="266609"/>
            </a:xfrm>
            <a:custGeom>
              <a:avLst/>
              <a:gdLst>
                <a:gd name="T0" fmla="*/ 0 w 130"/>
                <a:gd name="T1" fmla="*/ 0 h 152"/>
                <a:gd name="T2" fmla="*/ 96 w 130"/>
                <a:gd name="T3" fmla="*/ 134 h 152"/>
                <a:gd name="T4" fmla="*/ 82 w 130"/>
                <a:gd name="T5" fmla="*/ 97 h 152"/>
                <a:gd name="T6" fmla="*/ 0 w 130"/>
                <a:gd name="T7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0" h="152">
                  <a:moveTo>
                    <a:pt x="0" y="0"/>
                  </a:moveTo>
                  <a:cubicBezTo>
                    <a:pt x="16" y="31"/>
                    <a:pt x="62" y="115"/>
                    <a:pt x="96" y="134"/>
                  </a:cubicBezTo>
                  <a:cubicBezTo>
                    <a:pt x="130" y="152"/>
                    <a:pt x="113" y="129"/>
                    <a:pt x="82" y="97"/>
                  </a:cubicBezTo>
                  <a:cubicBezTo>
                    <a:pt x="50" y="65"/>
                    <a:pt x="38" y="47"/>
                    <a:pt x="0" y="0"/>
                  </a:cubicBezTo>
                  <a:close/>
                </a:path>
              </a:pathLst>
            </a:custGeom>
            <a:solidFill>
              <a:srgbClr val="8C6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" name="Freeform 50"/>
            <p:cNvSpPr>
              <a:spLocks/>
            </p:cNvSpPr>
            <p:nvPr/>
          </p:nvSpPr>
          <p:spPr bwMode="auto">
            <a:xfrm>
              <a:off x="7845250" y="5492813"/>
              <a:ext cx="256982" cy="201438"/>
            </a:xfrm>
            <a:custGeom>
              <a:avLst/>
              <a:gdLst>
                <a:gd name="T0" fmla="*/ 0 w 147"/>
                <a:gd name="T1" fmla="*/ 0 h 115"/>
                <a:gd name="T2" fmla="*/ 105 w 147"/>
                <a:gd name="T3" fmla="*/ 112 h 115"/>
                <a:gd name="T4" fmla="*/ 87 w 147"/>
                <a:gd name="T5" fmla="*/ 84 h 115"/>
                <a:gd name="T6" fmla="*/ 0 w 147"/>
                <a:gd name="T7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7" h="115">
                  <a:moveTo>
                    <a:pt x="0" y="0"/>
                  </a:moveTo>
                  <a:cubicBezTo>
                    <a:pt x="20" y="38"/>
                    <a:pt x="63" y="108"/>
                    <a:pt x="105" y="112"/>
                  </a:cubicBezTo>
                  <a:cubicBezTo>
                    <a:pt x="147" y="115"/>
                    <a:pt x="104" y="95"/>
                    <a:pt x="87" y="84"/>
                  </a:cubicBezTo>
                  <a:cubicBezTo>
                    <a:pt x="69" y="73"/>
                    <a:pt x="43" y="52"/>
                    <a:pt x="0" y="0"/>
                  </a:cubicBezTo>
                  <a:close/>
                </a:path>
              </a:pathLst>
            </a:custGeom>
            <a:solidFill>
              <a:srgbClr val="8C6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Freeform 56"/>
            <p:cNvSpPr>
              <a:spLocks/>
            </p:cNvSpPr>
            <p:nvPr/>
          </p:nvSpPr>
          <p:spPr bwMode="auto">
            <a:xfrm>
              <a:off x="7388312" y="5351362"/>
              <a:ext cx="442867" cy="482858"/>
            </a:xfrm>
            <a:custGeom>
              <a:avLst/>
              <a:gdLst>
                <a:gd name="T0" fmla="*/ 23 w 253"/>
                <a:gd name="T1" fmla="*/ 20 h 276"/>
                <a:gd name="T2" fmla="*/ 71 w 253"/>
                <a:gd name="T3" fmla="*/ 176 h 276"/>
                <a:gd name="T4" fmla="*/ 219 w 253"/>
                <a:gd name="T5" fmla="*/ 240 h 276"/>
                <a:gd name="T6" fmla="*/ 126 w 253"/>
                <a:gd name="T7" fmla="*/ 114 h 276"/>
                <a:gd name="T8" fmla="*/ 23 w 253"/>
                <a:gd name="T9" fmla="*/ 20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3" h="276">
                  <a:moveTo>
                    <a:pt x="23" y="20"/>
                  </a:moveTo>
                  <a:cubicBezTo>
                    <a:pt x="0" y="33"/>
                    <a:pt x="48" y="125"/>
                    <a:pt x="71" y="176"/>
                  </a:cubicBezTo>
                  <a:cubicBezTo>
                    <a:pt x="93" y="228"/>
                    <a:pt x="253" y="276"/>
                    <a:pt x="219" y="240"/>
                  </a:cubicBezTo>
                  <a:cubicBezTo>
                    <a:pt x="184" y="204"/>
                    <a:pt x="155" y="145"/>
                    <a:pt x="126" y="114"/>
                  </a:cubicBezTo>
                  <a:cubicBezTo>
                    <a:pt x="98" y="83"/>
                    <a:pt x="61" y="0"/>
                    <a:pt x="23" y="20"/>
                  </a:cubicBezTo>
                  <a:close/>
                </a:path>
              </a:pathLst>
            </a:custGeom>
            <a:solidFill>
              <a:srgbClr val="C9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" name="Freeform 58"/>
            <p:cNvSpPr>
              <a:spLocks/>
            </p:cNvSpPr>
            <p:nvPr/>
          </p:nvSpPr>
          <p:spPr bwMode="auto">
            <a:xfrm>
              <a:off x="7624558" y="5386169"/>
              <a:ext cx="416206" cy="373253"/>
            </a:xfrm>
            <a:custGeom>
              <a:avLst/>
              <a:gdLst>
                <a:gd name="T0" fmla="*/ 27 w 238"/>
                <a:gd name="T1" fmla="*/ 11 h 213"/>
                <a:gd name="T2" fmla="*/ 59 w 238"/>
                <a:gd name="T3" fmla="*/ 127 h 213"/>
                <a:gd name="T4" fmla="*/ 175 w 238"/>
                <a:gd name="T5" fmla="*/ 201 h 213"/>
                <a:gd name="T6" fmla="*/ 185 w 238"/>
                <a:gd name="T7" fmla="*/ 141 h 213"/>
                <a:gd name="T8" fmla="*/ 27 w 238"/>
                <a:gd name="T9" fmla="*/ 11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8" h="213">
                  <a:moveTo>
                    <a:pt x="27" y="11"/>
                  </a:moveTo>
                  <a:cubicBezTo>
                    <a:pt x="0" y="20"/>
                    <a:pt x="21" y="84"/>
                    <a:pt x="59" y="127"/>
                  </a:cubicBezTo>
                  <a:cubicBezTo>
                    <a:pt x="97" y="169"/>
                    <a:pt x="144" y="213"/>
                    <a:pt x="175" y="201"/>
                  </a:cubicBezTo>
                  <a:cubicBezTo>
                    <a:pt x="206" y="190"/>
                    <a:pt x="238" y="190"/>
                    <a:pt x="185" y="141"/>
                  </a:cubicBezTo>
                  <a:cubicBezTo>
                    <a:pt x="132" y="92"/>
                    <a:pt x="52" y="0"/>
                    <a:pt x="27" y="11"/>
                  </a:cubicBezTo>
                  <a:close/>
                </a:path>
              </a:pathLst>
            </a:custGeom>
            <a:solidFill>
              <a:srgbClr val="C9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" name="Freeform 59"/>
            <p:cNvSpPr>
              <a:spLocks/>
            </p:cNvSpPr>
            <p:nvPr/>
          </p:nvSpPr>
          <p:spPr bwMode="auto">
            <a:xfrm>
              <a:off x="7904497" y="5431345"/>
              <a:ext cx="311785" cy="278458"/>
            </a:xfrm>
            <a:custGeom>
              <a:avLst/>
              <a:gdLst>
                <a:gd name="T0" fmla="*/ 27 w 178"/>
                <a:gd name="T1" fmla="*/ 7 h 159"/>
                <a:gd name="T2" fmla="*/ 75 w 178"/>
                <a:gd name="T3" fmla="*/ 131 h 159"/>
                <a:gd name="T4" fmla="*/ 147 w 178"/>
                <a:gd name="T5" fmla="*/ 109 h 159"/>
                <a:gd name="T6" fmla="*/ 27 w 178"/>
                <a:gd name="T7" fmla="*/ 7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8" h="159">
                  <a:moveTo>
                    <a:pt x="27" y="7"/>
                  </a:moveTo>
                  <a:cubicBezTo>
                    <a:pt x="0" y="27"/>
                    <a:pt x="30" y="103"/>
                    <a:pt x="75" y="131"/>
                  </a:cubicBezTo>
                  <a:cubicBezTo>
                    <a:pt x="119" y="159"/>
                    <a:pt x="178" y="150"/>
                    <a:pt x="147" y="109"/>
                  </a:cubicBezTo>
                  <a:cubicBezTo>
                    <a:pt x="115" y="68"/>
                    <a:pt x="43" y="0"/>
                    <a:pt x="27" y="7"/>
                  </a:cubicBezTo>
                  <a:close/>
                </a:path>
              </a:pathLst>
            </a:custGeom>
            <a:solidFill>
              <a:srgbClr val="C9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4920698" y="5545394"/>
              <a:ext cx="56285" cy="45916"/>
            </a:xfrm>
            <a:custGeom>
              <a:avLst/>
              <a:gdLst>
                <a:gd name="T0" fmla="*/ 0 w 32"/>
                <a:gd name="T1" fmla="*/ 26 h 26"/>
                <a:gd name="T2" fmla="*/ 3 w 32"/>
                <a:gd name="T3" fmla="*/ 10 h 26"/>
                <a:gd name="T4" fmla="*/ 17 w 32"/>
                <a:gd name="T5" fmla="*/ 0 h 26"/>
                <a:gd name="T6" fmla="*/ 32 w 32"/>
                <a:gd name="T7" fmla="*/ 4 h 26"/>
                <a:gd name="T8" fmla="*/ 0 w 32"/>
                <a:gd name="T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6">
                  <a:moveTo>
                    <a:pt x="0" y="26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7" y="7"/>
                    <a:pt x="12" y="3"/>
                    <a:pt x="17" y="0"/>
                  </a:cubicBezTo>
                  <a:cubicBezTo>
                    <a:pt x="22" y="2"/>
                    <a:pt x="27" y="4"/>
                    <a:pt x="32" y="4"/>
                  </a:cubicBezTo>
                  <a:cubicBezTo>
                    <a:pt x="24" y="10"/>
                    <a:pt x="14" y="16"/>
                    <a:pt x="0" y="26"/>
                  </a:cubicBezTo>
                  <a:close/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" name="Freeform 62"/>
            <p:cNvSpPr>
              <a:spLocks/>
            </p:cNvSpPr>
            <p:nvPr/>
          </p:nvSpPr>
          <p:spPr bwMode="auto">
            <a:xfrm>
              <a:off x="4020892" y="5431345"/>
              <a:ext cx="1281945" cy="1264912"/>
            </a:xfrm>
            <a:custGeom>
              <a:avLst/>
              <a:gdLst>
                <a:gd name="T0" fmla="*/ 181 w 732"/>
                <a:gd name="T1" fmla="*/ 718 h 722"/>
                <a:gd name="T2" fmla="*/ 199 w 732"/>
                <a:gd name="T3" fmla="*/ 701 h 722"/>
                <a:gd name="T4" fmla="*/ 294 w 732"/>
                <a:gd name="T5" fmla="*/ 602 h 722"/>
                <a:gd name="T6" fmla="*/ 316 w 732"/>
                <a:gd name="T7" fmla="*/ 577 h 722"/>
                <a:gd name="T8" fmla="*/ 332 w 732"/>
                <a:gd name="T9" fmla="*/ 554 h 722"/>
                <a:gd name="T10" fmla="*/ 348 w 732"/>
                <a:gd name="T11" fmla="*/ 521 h 722"/>
                <a:gd name="T12" fmla="*/ 349 w 732"/>
                <a:gd name="T13" fmla="*/ 517 h 722"/>
                <a:gd name="T14" fmla="*/ 364 w 732"/>
                <a:gd name="T15" fmla="*/ 473 h 722"/>
                <a:gd name="T16" fmla="*/ 371 w 732"/>
                <a:gd name="T17" fmla="*/ 448 h 722"/>
                <a:gd name="T18" fmla="*/ 373 w 732"/>
                <a:gd name="T19" fmla="*/ 454 h 722"/>
                <a:gd name="T20" fmla="*/ 429 w 732"/>
                <a:gd name="T21" fmla="*/ 380 h 722"/>
                <a:gd name="T22" fmla="*/ 551 w 732"/>
                <a:gd name="T23" fmla="*/ 277 h 722"/>
                <a:gd name="T24" fmla="*/ 551 w 732"/>
                <a:gd name="T25" fmla="*/ 276 h 722"/>
                <a:gd name="T26" fmla="*/ 642 w 732"/>
                <a:gd name="T27" fmla="*/ 198 h 722"/>
                <a:gd name="T28" fmla="*/ 697 w 732"/>
                <a:gd name="T29" fmla="*/ 135 h 722"/>
                <a:gd name="T30" fmla="*/ 704 w 732"/>
                <a:gd name="T31" fmla="*/ 134 h 722"/>
                <a:gd name="T32" fmla="*/ 729 w 732"/>
                <a:gd name="T33" fmla="*/ 58 h 722"/>
                <a:gd name="T34" fmla="*/ 680 w 732"/>
                <a:gd name="T35" fmla="*/ 15 h 722"/>
                <a:gd name="T36" fmla="*/ 322 w 732"/>
                <a:gd name="T37" fmla="*/ 240 h 722"/>
                <a:gd name="T38" fmla="*/ 181 w 732"/>
                <a:gd name="T39" fmla="*/ 718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32" h="722">
                  <a:moveTo>
                    <a:pt x="181" y="718"/>
                  </a:moveTo>
                  <a:cubicBezTo>
                    <a:pt x="187" y="713"/>
                    <a:pt x="193" y="707"/>
                    <a:pt x="199" y="701"/>
                  </a:cubicBezTo>
                  <a:cubicBezTo>
                    <a:pt x="223" y="666"/>
                    <a:pt x="261" y="636"/>
                    <a:pt x="294" y="602"/>
                  </a:cubicBezTo>
                  <a:cubicBezTo>
                    <a:pt x="301" y="594"/>
                    <a:pt x="309" y="586"/>
                    <a:pt x="316" y="577"/>
                  </a:cubicBezTo>
                  <a:cubicBezTo>
                    <a:pt x="322" y="570"/>
                    <a:pt x="327" y="562"/>
                    <a:pt x="332" y="554"/>
                  </a:cubicBezTo>
                  <a:cubicBezTo>
                    <a:pt x="338" y="544"/>
                    <a:pt x="343" y="533"/>
                    <a:pt x="348" y="521"/>
                  </a:cubicBezTo>
                  <a:cubicBezTo>
                    <a:pt x="348" y="519"/>
                    <a:pt x="348" y="518"/>
                    <a:pt x="349" y="517"/>
                  </a:cubicBezTo>
                  <a:cubicBezTo>
                    <a:pt x="354" y="500"/>
                    <a:pt x="359" y="485"/>
                    <a:pt x="364" y="473"/>
                  </a:cubicBezTo>
                  <a:cubicBezTo>
                    <a:pt x="369" y="458"/>
                    <a:pt x="371" y="448"/>
                    <a:pt x="371" y="448"/>
                  </a:cubicBezTo>
                  <a:cubicBezTo>
                    <a:pt x="371" y="448"/>
                    <a:pt x="372" y="450"/>
                    <a:pt x="373" y="454"/>
                  </a:cubicBezTo>
                  <a:cubicBezTo>
                    <a:pt x="392" y="419"/>
                    <a:pt x="411" y="402"/>
                    <a:pt x="429" y="380"/>
                  </a:cubicBezTo>
                  <a:cubicBezTo>
                    <a:pt x="442" y="364"/>
                    <a:pt x="495" y="323"/>
                    <a:pt x="551" y="277"/>
                  </a:cubicBezTo>
                  <a:cubicBezTo>
                    <a:pt x="551" y="276"/>
                    <a:pt x="551" y="276"/>
                    <a:pt x="551" y="276"/>
                  </a:cubicBezTo>
                  <a:cubicBezTo>
                    <a:pt x="551" y="276"/>
                    <a:pt x="601" y="237"/>
                    <a:pt x="642" y="198"/>
                  </a:cubicBezTo>
                  <a:cubicBezTo>
                    <a:pt x="683" y="160"/>
                    <a:pt x="697" y="135"/>
                    <a:pt x="697" y="135"/>
                  </a:cubicBezTo>
                  <a:cubicBezTo>
                    <a:pt x="697" y="135"/>
                    <a:pt x="700" y="135"/>
                    <a:pt x="704" y="134"/>
                  </a:cubicBezTo>
                  <a:cubicBezTo>
                    <a:pt x="728" y="100"/>
                    <a:pt x="732" y="76"/>
                    <a:pt x="729" y="58"/>
                  </a:cubicBezTo>
                  <a:cubicBezTo>
                    <a:pt x="714" y="43"/>
                    <a:pt x="694" y="28"/>
                    <a:pt x="680" y="15"/>
                  </a:cubicBezTo>
                  <a:cubicBezTo>
                    <a:pt x="570" y="0"/>
                    <a:pt x="391" y="166"/>
                    <a:pt x="322" y="240"/>
                  </a:cubicBezTo>
                  <a:cubicBezTo>
                    <a:pt x="0" y="401"/>
                    <a:pt x="128" y="722"/>
                    <a:pt x="181" y="718"/>
                  </a:cubicBezTo>
                  <a:close/>
                </a:path>
              </a:pathLst>
            </a:custGeom>
            <a:solidFill>
              <a:srgbClr val="BD90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Freeform 63"/>
            <p:cNvSpPr>
              <a:spLocks noEditPoints="1"/>
            </p:cNvSpPr>
            <p:nvPr/>
          </p:nvSpPr>
          <p:spPr bwMode="auto">
            <a:xfrm>
              <a:off x="4670382" y="5914944"/>
              <a:ext cx="315487" cy="311785"/>
            </a:xfrm>
            <a:custGeom>
              <a:avLst/>
              <a:gdLst>
                <a:gd name="T0" fmla="*/ 0 w 180"/>
                <a:gd name="T1" fmla="*/ 172 h 178"/>
                <a:gd name="T2" fmla="*/ 2 w 180"/>
                <a:gd name="T3" fmla="*/ 178 h 178"/>
                <a:gd name="T4" fmla="*/ 57 w 180"/>
                <a:gd name="T5" fmla="*/ 105 h 178"/>
                <a:gd name="T6" fmla="*/ 0 w 180"/>
                <a:gd name="T7" fmla="*/ 172 h 178"/>
                <a:gd name="T8" fmla="*/ 180 w 180"/>
                <a:gd name="T9" fmla="*/ 1 h 178"/>
                <a:gd name="T10" fmla="*/ 180 w 180"/>
                <a:gd name="T11" fmla="*/ 0 h 178"/>
                <a:gd name="T12" fmla="*/ 93 w 180"/>
                <a:gd name="T13" fmla="*/ 72 h 178"/>
                <a:gd name="T14" fmla="*/ 180 w 180"/>
                <a:gd name="T15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0" h="178">
                  <a:moveTo>
                    <a:pt x="0" y="172"/>
                  </a:moveTo>
                  <a:cubicBezTo>
                    <a:pt x="0" y="172"/>
                    <a:pt x="1" y="174"/>
                    <a:pt x="2" y="178"/>
                  </a:cubicBezTo>
                  <a:cubicBezTo>
                    <a:pt x="20" y="144"/>
                    <a:pt x="40" y="126"/>
                    <a:pt x="57" y="105"/>
                  </a:cubicBezTo>
                  <a:cubicBezTo>
                    <a:pt x="33" y="128"/>
                    <a:pt x="12" y="152"/>
                    <a:pt x="0" y="172"/>
                  </a:cubicBezTo>
                  <a:close/>
                  <a:moveTo>
                    <a:pt x="180" y="1"/>
                  </a:moveTo>
                  <a:cubicBezTo>
                    <a:pt x="180" y="0"/>
                    <a:pt x="180" y="0"/>
                    <a:pt x="180" y="0"/>
                  </a:cubicBezTo>
                  <a:cubicBezTo>
                    <a:pt x="162" y="14"/>
                    <a:pt x="128" y="41"/>
                    <a:pt x="93" y="72"/>
                  </a:cubicBezTo>
                  <a:cubicBezTo>
                    <a:pt x="116" y="53"/>
                    <a:pt x="147" y="28"/>
                    <a:pt x="180" y="1"/>
                  </a:cubicBezTo>
                  <a:close/>
                </a:path>
              </a:pathLst>
            </a:custGeom>
            <a:solidFill>
              <a:srgbClr val="AB82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" name="Freeform 64"/>
            <p:cNvSpPr>
              <a:spLocks noEditPoints="1"/>
            </p:cNvSpPr>
            <p:nvPr/>
          </p:nvSpPr>
          <p:spPr bwMode="auto">
            <a:xfrm>
              <a:off x="4425249" y="5456524"/>
              <a:ext cx="751689" cy="500633"/>
            </a:xfrm>
            <a:custGeom>
              <a:avLst/>
              <a:gdLst>
                <a:gd name="T0" fmla="*/ 0 w 429"/>
                <a:gd name="T1" fmla="*/ 286 h 286"/>
                <a:gd name="T2" fmla="*/ 1 w 429"/>
                <a:gd name="T3" fmla="*/ 284 h 286"/>
                <a:gd name="T4" fmla="*/ 74 w 429"/>
                <a:gd name="T5" fmla="*/ 235 h 286"/>
                <a:gd name="T6" fmla="*/ 0 w 429"/>
                <a:gd name="T7" fmla="*/ 286 h 286"/>
                <a:gd name="T8" fmla="*/ 429 w 429"/>
                <a:gd name="T9" fmla="*/ 0 h 286"/>
                <a:gd name="T10" fmla="*/ 241 w 429"/>
                <a:gd name="T11" fmla="*/ 107 h 286"/>
                <a:gd name="T12" fmla="*/ 124 w 429"/>
                <a:gd name="T13" fmla="*/ 203 h 286"/>
                <a:gd name="T14" fmla="*/ 94 w 429"/>
                <a:gd name="T15" fmla="*/ 223 h 286"/>
                <a:gd name="T16" fmla="*/ 429 w 429"/>
                <a:gd name="T17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286">
                  <a:moveTo>
                    <a:pt x="0" y="286"/>
                  </a:moveTo>
                  <a:cubicBezTo>
                    <a:pt x="0" y="285"/>
                    <a:pt x="0" y="285"/>
                    <a:pt x="1" y="284"/>
                  </a:cubicBezTo>
                  <a:cubicBezTo>
                    <a:pt x="22" y="266"/>
                    <a:pt x="46" y="250"/>
                    <a:pt x="74" y="235"/>
                  </a:cubicBezTo>
                  <a:cubicBezTo>
                    <a:pt x="48" y="250"/>
                    <a:pt x="25" y="263"/>
                    <a:pt x="0" y="286"/>
                  </a:cubicBezTo>
                  <a:close/>
                  <a:moveTo>
                    <a:pt x="429" y="0"/>
                  </a:moveTo>
                  <a:cubicBezTo>
                    <a:pt x="394" y="13"/>
                    <a:pt x="352" y="24"/>
                    <a:pt x="241" y="107"/>
                  </a:cubicBezTo>
                  <a:cubicBezTo>
                    <a:pt x="191" y="145"/>
                    <a:pt x="155" y="182"/>
                    <a:pt x="124" y="203"/>
                  </a:cubicBezTo>
                  <a:cubicBezTo>
                    <a:pt x="113" y="210"/>
                    <a:pt x="103" y="217"/>
                    <a:pt x="94" y="223"/>
                  </a:cubicBezTo>
                  <a:cubicBezTo>
                    <a:pt x="166" y="150"/>
                    <a:pt x="323" y="2"/>
                    <a:pt x="429" y="0"/>
                  </a:cubicBezTo>
                  <a:close/>
                </a:path>
              </a:pathLst>
            </a:custGeom>
            <a:solidFill>
              <a:srgbClr val="8C6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Freeform 65"/>
            <p:cNvSpPr>
              <a:spLocks/>
            </p:cNvSpPr>
            <p:nvPr/>
          </p:nvSpPr>
          <p:spPr bwMode="auto">
            <a:xfrm>
              <a:off x="4143828" y="5753498"/>
              <a:ext cx="782794" cy="890178"/>
            </a:xfrm>
            <a:custGeom>
              <a:avLst/>
              <a:gdLst>
                <a:gd name="T0" fmla="*/ 79 w 447"/>
                <a:gd name="T1" fmla="*/ 508 h 508"/>
                <a:gd name="T2" fmla="*/ 181 w 447"/>
                <a:gd name="T3" fmla="*/ 362 h 508"/>
                <a:gd name="T4" fmla="*/ 366 w 447"/>
                <a:gd name="T5" fmla="*/ 124 h 508"/>
                <a:gd name="T6" fmla="*/ 414 w 447"/>
                <a:gd name="T7" fmla="*/ 46 h 508"/>
                <a:gd name="T8" fmla="*/ 310 w 447"/>
                <a:gd name="T9" fmla="*/ 51 h 508"/>
                <a:gd name="T10" fmla="*/ 148 w 447"/>
                <a:gd name="T11" fmla="*/ 126 h 508"/>
                <a:gd name="T12" fmla="*/ 79 w 447"/>
                <a:gd name="T13" fmla="*/ 508 h 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7" h="508">
                  <a:moveTo>
                    <a:pt x="79" y="508"/>
                  </a:moveTo>
                  <a:cubicBezTo>
                    <a:pt x="118" y="462"/>
                    <a:pt x="155" y="412"/>
                    <a:pt x="181" y="362"/>
                  </a:cubicBezTo>
                  <a:cubicBezTo>
                    <a:pt x="247" y="232"/>
                    <a:pt x="285" y="175"/>
                    <a:pt x="366" y="124"/>
                  </a:cubicBezTo>
                  <a:cubicBezTo>
                    <a:pt x="447" y="73"/>
                    <a:pt x="434" y="68"/>
                    <a:pt x="414" y="46"/>
                  </a:cubicBezTo>
                  <a:cubicBezTo>
                    <a:pt x="394" y="23"/>
                    <a:pt x="366" y="0"/>
                    <a:pt x="310" y="51"/>
                  </a:cubicBezTo>
                  <a:cubicBezTo>
                    <a:pt x="256" y="100"/>
                    <a:pt x="178" y="145"/>
                    <a:pt x="148" y="126"/>
                  </a:cubicBezTo>
                  <a:cubicBezTo>
                    <a:pt x="0" y="261"/>
                    <a:pt x="35" y="441"/>
                    <a:pt x="79" y="508"/>
                  </a:cubicBezTo>
                  <a:close/>
                </a:path>
              </a:pathLst>
            </a:custGeom>
            <a:solidFill>
              <a:srgbClr val="C9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" name="Freeform 66"/>
            <p:cNvSpPr>
              <a:spLocks/>
            </p:cNvSpPr>
            <p:nvPr/>
          </p:nvSpPr>
          <p:spPr bwMode="auto">
            <a:xfrm>
              <a:off x="4758511" y="5382467"/>
              <a:ext cx="612460" cy="431018"/>
            </a:xfrm>
            <a:custGeom>
              <a:avLst/>
              <a:gdLst>
                <a:gd name="T0" fmla="*/ 0 w 350"/>
                <a:gd name="T1" fmla="*/ 189 h 246"/>
                <a:gd name="T2" fmla="*/ 291 w 350"/>
                <a:gd name="T3" fmla="*/ 57 h 246"/>
                <a:gd name="T4" fmla="*/ 199 w 350"/>
                <a:gd name="T5" fmla="*/ 246 h 246"/>
                <a:gd name="T6" fmla="*/ 175 w 350"/>
                <a:gd name="T7" fmla="*/ 227 h 246"/>
                <a:gd name="T8" fmla="*/ 0 w 350"/>
                <a:gd name="T9" fmla="*/ 18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0" h="246">
                  <a:moveTo>
                    <a:pt x="0" y="189"/>
                  </a:moveTo>
                  <a:cubicBezTo>
                    <a:pt x="87" y="116"/>
                    <a:pt x="232" y="0"/>
                    <a:pt x="291" y="57"/>
                  </a:cubicBezTo>
                  <a:cubicBezTo>
                    <a:pt x="350" y="114"/>
                    <a:pt x="260" y="188"/>
                    <a:pt x="199" y="246"/>
                  </a:cubicBezTo>
                  <a:cubicBezTo>
                    <a:pt x="192" y="239"/>
                    <a:pt x="183" y="231"/>
                    <a:pt x="175" y="227"/>
                  </a:cubicBezTo>
                  <a:cubicBezTo>
                    <a:pt x="126" y="200"/>
                    <a:pt x="67" y="169"/>
                    <a:pt x="0" y="189"/>
                  </a:cubicBezTo>
                  <a:close/>
                </a:path>
              </a:pathLst>
            </a:custGeom>
            <a:solidFill>
              <a:srgbClr val="BD90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" name="Freeform 67"/>
            <p:cNvSpPr>
              <a:spLocks/>
            </p:cNvSpPr>
            <p:nvPr/>
          </p:nvSpPr>
          <p:spPr bwMode="auto">
            <a:xfrm>
              <a:off x="5034748" y="5435048"/>
              <a:ext cx="285124" cy="274755"/>
            </a:xfrm>
            <a:custGeom>
              <a:avLst/>
              <a:gdLst>
                <a:gd name="T0" fmla="*/ 39 w 163"/>
                <a:gd name="T1" fmla="*/ 127 h 157"/>
                <a:gd name="T2" fmla="*/ 18 w 163"/>
                <a:gd name="T3" fmla="*/ 59 h 157"/>
                <a:gd name="T4" fmla="*/ 127 w 163"/>
                <a:gd name="T5" fmla="*/ 35 h 157"/>
                <a:gd name="T6" fmla="*/ 97 w 163"/>
                <a:gd name="T7" fmla="*/ 135 h 157"/>
                <a:gd name="T8" fmla="*/ 39 w 163"/>
                <a:gd name="T9" fmla="*/ 12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157">
                  <a:moveTo>
                    <a:pt x="39" y="127"/>
                  </a:moveTo>
                  <a:cubicBezTo>
                    <a:pt x="21" y="102"/>
                    <a:pt x="0" y="76"/>
                    <a:pt x="18" y="59"/>
                  </a:cubicBezTo>
                  <a:cubicBezTo>
                    <a:pt x="35" y="43"/>
                    <a:pt x="91" y="0"/>
                    <a:pt x="127" y="35"/>
                  </a:cubicBezTo>
                  <a:cubicBezTo>
                    <a:pt x="163" y="70"/>
                    <a:pt x="128" y="113"/>
                    <a:pt x="97" y="135"/>
                  </a:cubicBezTo>
                  <a:cubicBezTo>
                    <a:pt x="65" y="157"/>
                    <a:pt x="59" y="151"/>
                    <a:pt x="39" y="127"/>
                  </a:cubicBezTo>
                  <a:close/>
                </a:path>
              </a:pathLst>
            </a:custGeom>
            <a:solidFill>
              <a:srgbClr val="DBBC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" name="Freeform 68"/>
            <p:cNvSpPr>
              <a:spLocks noEditPoints="1"/>
            </p:cNvSpPr>
            <p:nvPr/>
          </p:nvSpPr>
          <p:spPr bwMode="auto">
            <a:xfrm>
              <a:off x="4852565" y="5663147"/>
              <a:ext cx="178480" cy="209585"/>
            </a:xfrm>
            <a:custGeom>
              <a:avLst/>
              <a:gdLst>
                <a:gd name="T0" fmla="*/ 46 w 102"/>
                <a:gd name="T1" fmla="*/ 109 h 120"/>
                <a:gd name="T2" fmla="*/ 61 w 102"/>
                <a:gd name="T3" fmla="*/ 120 h 120"/>
                <a:gd name="T4" fmla="*/ 46 w 102"/>
                <a:gd name="T5" fmla="*/ 102 h 120"/>
                <a:gd name="T6" fmla="*/ 46 w 102"/>
                <a:gd name="T7" fmla="*/ 109 h 120"/>
                <a:gd name="T8" fmla="*/ 46 w 102"/>
                <a:gd name="T9" fmla="*/ 15 h 120"/>
                <a:gd name="T10" fmla="*/ 46 w 102"/>
                <a:gd name="T11" fmla="*/ 9 h 120"/>
                <a:gd name="T12" fmla="*/ 102 w 102"/>
                <a:gd name="T13" fmla="*/ 88 h 120"/>
                <a:gd name="T14" fmla="*/ 46 w 102"/>
                <a:gd name="T15" fmla="*/ 15 h 120"/>
                <a:gd name="T16" fmla="*/ 0 w 102"/>
                <a:gd name="T17" fmla="*/ 37 h 120"/>
                <a:gd name="T18" fmla="*/ 46 w 102"/>
                <a:gd name="T19" fmla="*/ 109 h 120"/>
                <a:gd name="T20" fmla="*/ 46 w 102"/>
                <a:gd name="T21" fmla="*/ 102 h 120"/>
                <a:gd name="T22" fmla="*/ 0 w 102"/>
                <a:gd name="T23" fmla="*/ 37 h 120"/>
                <a:gd name="T24" fmla="*/ 46 w 102"/>
                <a:gd name="T25" fmla="*/ 9 h 120"/>
                <a:gd name="T26" fmla="*/ 46 w 102"/>
                <a:gd name="T27" fmla="*/ 15 h 120"/>
                <a:gd name="T28" fmla="*/ 32 w 102"/>
                <a:gd name="T29" fmla="*/ 0 h 120"/>
                <a:gd name="T30" fmla="*/ 46 w 102"/>
                <a:gd name="T31" fmla="*/ 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2" h="120">
                  <a:moveTo>
                    <a:pt x="46" y="109"/>
                  </a:moveTo>
                  <a:cubicBezTo>
                    <a:pt x="51" y="113"/>
                    <a:pt x="56" y="117"/>
                    <a:pt x="61" y="120"/>
                  </a:cubicBezTo>
                  <a:cubicBezTo>
                    <a:pt x="57" y="115"/>
                    <a:pt x="52" y="109"/>
                    <a:pt x="46" y="102"/>
                  </a:cubicBezTo>
                  <a:cubicBezTo>
                    <a:pt x="46" y="109"/>
                    <a:pt x="46" y="109"/>
                    <a:pt x="46" y="109"/>
                  </a:cubicBezTo>
                  <a:close/>
                  <a:moveTo>
                    <a:pt x="46" y="15"/>
                  </a:moveTo>
                  <a:cubicBezTo>
                    <a:pt x="46" y="9"/>
                    <a:pt x="46" y="9"/>
                    <a:pt x="46" y="9"/>
                  </a:cubicBezTo>
                  <a:cubicBezTo>
                    <a:pt x="70" y="26"/>
                    <a:pt x="93" y="58"/>
                    <a:pt x="102" y="88"/>
                  </a:cubicBezTo>
                  <a:cubicBezTo>
                    <a:pt x="85" y="63"/>
                    <a:pt x="63" y="34"/>
                    <a:pt x="46" y="15"/>
                  </a:cubicBezTo>
                  <a:close/>
                  <a:moveTo>
                    <a:pt x="0" y="37"/>
                  </a:moveTo>
                  <a:cubicBezTo>
                    <a:pt x="6" y="63"/>
                    <a:pt x="27" y="92"/>
                    <a:pt x="46" y="109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31" y="83"/>
                    <a:pt x="12" y="58"/>
                    <a:pt x="0" y="37"/>
                  </a:cubicBezTo>
                  <a:close/>
                  <a:moveTo>
                    <a:pt x="46" y="9"/>
                  </a:moveTo>
                  <a:cubicBezTo>
                    <a:pt x="46" y="15"/>
                    <a:pt x="46" y="15"/>
                    <a:pt x="46" y="15"/>
                  </a:cubicBezTo>
                  <a:cubicBezTo>
                    <a:pt x="41" y="9"/>
                    <a:pt x="36" y="4"/>
                    <a:pt x="32" y="0"/>
                  </a:cubicBezTo>
                  <a:cubicBezTo>
                    <a:pt x="37" y="2"/>
                    <a:pt x="42" y="5"/>
                    <a:pt x="46" y="9"/>
                  </a:cubicBezTo>
                  <a:close/>
                </a:path>
              </a:pathLst>
            </a:custGeom>
            <a:solidFill>
              <a:srgbClr val="8C6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439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1" name="TextBox 140"/>
          <p:cNvSpPr txBox="1"/>
          <p:nvPr/>
        </p:nvSpPr>
        <p:spPr>
          <a:xfrm>
            <a:off x="1731239" y="1625607"/>
            <a:ext cx="1624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Description 1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897006" y="1927697"/>
            <a:ext cx="2453072" cy="609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Lorem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Ipsum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comes from section Contrary to popular.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076397" y="1612720"/>
            <a:ext cx="1638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Description 3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9076397" y="1923015"/>
            <a:ext cx="2496721" cy="609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Lorem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Ipsum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comes from section Contrary to popular.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715209" y="3095724"/>
            <a:ext cx="1640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Description 2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897006" y="3397814"/>
            <a:ext cx="2453072" cy="609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Lorem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Ipsum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comes from section Contrary to popular.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076397" y="3087519"/>
            <a:ext cx="1641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Description 4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9076397" y="3397814"/>
            <a:ext cx="2496721" cy="609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Lorem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Ipsum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comes from section Contrary to popular.</a:t>
            </a:r>
          </a:p>
        </p:txBody>
      </p:sp>
      <p:sp>
        <p:nvSpPr>
          <p:cNvPr id="149" name="Freeform 14"/>
          <p:cNvSpPr>
            <a:spLocks/>
          </p:cNvSpPr>
          <p:nvPr/>
        </p:nvSpPr>
        <p:spPr bwMode="auto">
          <a:xfrm>
            <a:off x="5725138" y="4805006"/>
            <a:ext cx="741724" cy="741724"/>
          </a:xfrm>
          <a:custGeom>
            <a:avLst/>
            <a:gdLst>
              <a:gd name="T0" fmla="*/ 316 w 632"/>
              <a:gd name="T1" fmla="*/ 0 h 632"/>
              <a:gd name="T2" fmla="*/ 0 w 632"/>
              <a:gd name="T3" fmla="*/ 316 h 632"/>
              <a:gd name="T4" fmla="*/ 100 w 632"/>
              <a:gd name="T5" fmla="*/ 546 h 632"/>
              <a:gd name="T6" fmla="*/ 100 w 632"/>
              <a:gd name="T7" fmla="*/ 346 h 632"/>
              <a:gd name="T8" fmla="*/ 112 w 632"/>
              <a:gd name="T9" fmla="*/ 253 h 632"/>
              <a:gd name="T10" fmla="*/ 151 w 632"/>
              <a:gd name="T11" fmla="*/ 185 h 632"/>
              <a:gd name="T12" fmla="*/ 228 w 632"/>
              <a:gd name="T13" fmla="*/ 130 h 632"/>
              <a:gd name="T14" fmla="*/ 324 w 632"/>
              <a:gd name="T15" fmla="*/ 110 h 632"/>
              <a:gd name="T16" fmla="*/ 474 w 632"/>
              <a:gd name="T17" fmla="*/ 170 h 632"/>
              <a:gd name="T18" fmla="*/ 535 w 632"/>
              <a:gd name="T19" fmla="*/ 319 h 632"/>
              <a:gd name="T20" fmla="*/ 481 w 632"/>
              <a:gd name="T21" fmla="*/ 459 h 632"/>
              <a:gd name="T22" fmla="*/ 330 w 632"/>
              <a:gd name="T23" fmla="*/ 509 h 632"/>
              <a:gd name="T24" fmla="*/ 303 w 632"/>
              <a:gd name="T25" fmla="*/ 509 h 632"/>
              <a:gd name="T26" fmla="*/ 303 w 632"/>
              <a:gd name="T27" fmla="*/ 354 h 632"/>
              <a:gd name="T28" fmla="*/ 356 w 632"/>
              <a:gd name="T29" fmla="*/ 314 h 632"/>
              <a:gd name="T30" fmla="*/ 316 w 632"/>
              <a:gd name="T31" fmla="*/ 277 h 632"/>
              <a:gd name="T32" fmla="*/ 275 w 632"/>
              <a:gd name="T33" fmla="*/ 328 h 632"/>
              <a:gd name="T34" fmla="*/ 275 w 632"/>
              <a:gd name="T35" fmla="*/ 629 h 632"/>
              <a:gd name="T36" fmla="*/ 316 w 632"/>
              <a:gd name="T37" fmla="*/ 632 h 632"/>
              <a:gd name="T38" fmla="*/ 632 w 632"/>
              <a:gd name="T39" fmla="*/ 316 h 632"/>
              <a:gd name="T40" fmla="*/ 316 w 632"/>
              <a:gd name="T41" fmla="*/ 0 h 6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632" h="632">
                <a:moveTo>
                  <a:pt x="316" y="0"/>
                </a:moveTo>
                <a:cubicBezTo>
                  <a:pt x="142" y="0"/>
                  <a:pt x="0" y="141"/>
                  <a:pt x="0" y="316"/>
                </a:cubicBezTo>
                <a:cubicBezTo>
                  <a:pt x="0" y="407"/>
                  <a:pt x="39" y="489"/>
                  <a:pt x="100" y="546"/>
                </a:cubicBezTo>
                <a:cubicBezTo>
                  <a:pt x="100" y="346"/>
                  <a:pt x="100" y="346"/>
                  <a:pt x="100" y="346"/>
                </a:cubicBezTo>
                <a:cubicBezTo>
                  <a:pt x="100" y="308"/>
                  <a:pt x="104" y="277"/>
                  <a:pt x="112" y="253"/>
                </a:cubicBezTo>
                <a:cubicBezTo>
                  <a:pt x="119" y="228"/>
                  <a:pt x="132" y="206"/>
                  <a:pt x="151" y="185"/>
                </a:cubicBezTo>
                <a:cubicBezTo>
                  <a:pt x="171" y="162"/>
                  <a:pt x="197" y="143"/>
                  <a:pt x="228" y="130"/>
                </a:cubicBezTo>
                <a:cubicBezTo>
                  <a:pt x="259" y="116"/>
                  <a:pt x="291" y="110"/>
                  <a:pt x="324" y="110"/>
                </a:cubicBezTo>
                <a:cubicBezTo>
                  <a:pt x="384" y="110"/>
                  <a:pt x="434" y="130"/>
                  <a:pt x="474" y="170"/>
                </a:cubicBezTo>
                <a:cubicBezTo>
                  <a:pt x="515" y="210"/>
                  <a:pt x="535" y="260"/>
                  <a:pt x="535" y="319"/>
                </a:cubicBezTo>
                <a:cubicBezTo>
                  <a:pt x="535" y="377"/>
                  <a:pt x="517" y="424"/>
                  <a:pt x="481" y="459"/>
                </a:cubicBezTo>
                <a:cubicBezTo>
                  <a:pt x="447" y="492"/>
                  <a:pt x="397" y="509"/>
                  <a:pt x="330" y="509"/>
                </a:cubicBezTo>
                <a:cubicBezTo>
                  <a:pt x="303" y="509"/>
                  <a:pt x="303" y="509"/>
                  <a:pt x="303" y="509"/>
                </a:cubicBezTo>
                <a:cubicBezTo>
                  <a:pt x="303" y="354"/>
                  <a:pt x="303" y="354"/>
                  <a:pt x="303" y="354"/>
                </a:cubicBezTo>
                <a:cubicBezTo>
                  <a:pt x="339" y="354"/>
                  <a:pt x="356" y="341"/>
                  <a:pt x="356" y="314"/>
                </a:cubicBezTo>
                <a:cubicBezTo>
                  <a:pt x="356" y="289"/>
                  <a:pt x="343" y="277"/>
                  <a:pt x="316" y="277"/>
                </a:cubicBezTo>
                <a:cubicBezTo>
                  <a:pt x="288" y="277"/>
                  <a:pt x="275" y="294"/>
                  <a:pt x="275" y="328"/>
                </a:cubicBezTo>
                <a:cubicBezTo>
                  <a:pt x="275" y="629"/>
                  <a:pt x="275" y="629"/>
                  <a:pt x="275" y="629"/>
                </a:cubicBezTo>
                <a:cubicBezTo>
                  <a:pt x="288" y="631"/>
                  <a:pt x="302" y="632"/>
                  <a:pt x="316" y="632"/>
                </a:cubicBezTo>
                <a:cubicBezTo>
                  <a:pt x="490" y="632"/>
                  <a:pt x="632" y="490"/>
                  <a:pt x="632" y="316"/>
                </a:cubicBezTo>
                <a:cubicBezTo>
                  <a:pt x="632" y="141"/>
                  <a:pt x="490" y="0"/>
                  <a:pt x="31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0" name="TextBox 149"/>
          <p:cNvSpPr txBox="1"/>
          <p:nvPr/>
        </p:nvSpPr>
        <p:spPr>
          <a:xfrm>
            <a:off x="4113741" y="357089"/>
            <a:ext cx="39645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Infographic</a:t>
            </a:r>
            <a:r>
              <a:rPr lang="en-US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Slide</a:t>
            </a:r>
            <a:endParaRPr 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30650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2364393"/>
            <a:ext cx="12192000" cy="4493606"/>
            <a:chOff x="0" y="2364393"/>
            <a:chExt cx="12192000" cy="4493606"/>
          </a:xfrm>
        </p:grpSpPr>
        <p:sp>
          <p:nvSpPr>
            <p:cNvPr id="4" name="Rectangle 3"/>
            <p:cNvSpPr/>
            <p:nvPr/>
          </p:nvSpPr>
          <p:spPr>
            <a:xfrm>
              <a:off x="0" y="5561046"/>
              <a:ext cx="12192000" cy="1296953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 4"/>
            <p:cNvSpPr>
              <a:spLocks noEditPoints="1"/>
            </p:cNvSpPr>
            <p:nvPr/>
          </p:nvSpPr>
          <p:spPr bwMode="auto">
            <a:xfrm>
              <a:off x="0" y="2364393"/>
              <a:ext cx="12192000" cy="3196653"/>
            </a:xfrm>
            <a:custGeom>
              <a:avLst/>
              <a:gdLst>
                <a:gd name="T0" fmla="*/ 4114 w 5380"/>
                <a:gd name="T1" fmla="*/ 505 h 1412"/>
                <a:gd name="T2" fmla="*/ 3912 w 5380"/>
                <a:gd name="T3" fmla="*/ 397 h 1412"/>
                <a:gd name="T4" fmla="*/ 3842 w 5380"/>
                <a:gd name="T5" fmla="*/ 826 h 1412"/>
                <a:gd name="T6" fmla="*/ 3656 w 5380"/>
                <a:gd name="T7" fmla="*/ 690 h 1412"/>
                <a:gd name="T8" fmla="*/ 3525 w 5380"/>
                <a:gd name="T9" fmla="*/ 444 h 1412"/>
                <a:gd name="T10" fmla="*/ 3445 w 5380"/>
                <a:gd name="T11" fmla="*/ 346 h 1412"/>
                <a:gd name="T12" fmla="*/ 3440 w 5380"/>
                <a:gd name="T13" fmla="*/ 973 h 1412"/>
                <a:gd name="T14" fmla="*/ 3239 w 5380"/>
                <a:gd name="T15" fmla="*/ 548 h 1412"/>
                <a:gd name="T16" fmla="*/ 3163 w 5380"/>
                <a:gd name="T17" fmla="*/ 659 h 1412"/>
                <a:gd name="T18" fmla="*/ 3144 w 5380"/>
                <a:gd name="T19" fmla="*/ 707 h 1412"/>
                <a:gd name="T20" fmla="*/ 3124 w 5380"/>
                <a:gd name="T21" fmla="*/ 638 h 1412"/>
                <a:gd name="T22" fmla="*/ 3117 w 5380"/>
                <a:gd name="T23" fmla="*/ 642 h 1412"/>
                <a:gd name="T24" fmla="*/ 3097 w 5380"/>
                <a:gd name="T25" fmla="*/ 636 h 1412"/>
                <a:gd name="T26" fmla="*/ 3055 w 5380"/>
                <a:gd name="T27" fmla="*/ 607 h 1412"/>
                <a:gd name="T28" fmla="*/ 2982 w 5380"/>
                <a:gd name="T29" fmla="*/ 481 h 1412"/>
                <a:gd name="T30" fmla="*/ 2980 w 5380"/>
                <a:gd name="T31" fmla="*/ 487 h 1412"/>
                <a:gd name="T32" fmla="*/ 2881 w 5380"/>
                <a:gd name="T33" fmla="*/ 623 h 1412"/>
                <a:gd name="T34" fmla="*/ 2863 w 5380"/>
                <a:gd name="T35" fmla="*/ 644 h 1412"/>
                <a:gd name="T36" fmla="*/ 2846 w 5380"/>
                <a:gd name="T37" fmla="*/ 622 h 1412"/>
                <a:gd name="T38" fmla="*/ 2838 w 5380"/>
                <a:gd name="T39" fmla="*/ 635 h 1412"/>
                <a:gd name="T40" fmla="*/ 2821 w 5380"/>
                <a:gd name="T41" fmla="*/ 649 h 1412"/>
                <a:gd name="T42" fmla="*/ 2723 w 5380"/>
                <a:gd name="T43" fmla="*/ 769 h 1412"/>
                <a:gd name="T44" fmla="*/ 2686 w 5380"/>
                <a:gd name="T45" fmla="*/ 551 h 1412"/>
                <a:gd name="T46" fmla="*/ 2521 w 5380"/>
                <a:gd name="T47" fmla="*/ 585 h 1412"/>
                <a:gd name="T48" fmla="*/ 1795 w 5380"/>
                <a:gd name="T49" fmla="*/ 689 h 1412"/>
                <a:gd name="T50" fmla="*/ 1680 w 5380"/>
                <a:gd name="T51" fmla="*/ 257 h 1412"/>
                <a:gd name="T52" fmla="*/ 1577 w 5380"/>
                <a:gd name="T53" fmla="*/ 400 h 1412"/>
                <a:gd name="T54" fmla="*/ 1459 w 5380"/>
                <a:gd name="T55" fmla="*/ 745 h 1412"/>
                <a:gd name="T56" fmla="*/ 1125 w 5380"/>
                <a:gd name="T57" fmla="*/ 951 h 1412"/>
                <a:gd name="T58" fmla="*/ 2027 w 5380"/>
                <a:gd name="T59" fmla="*/ 648 h 1412"/>
                <a:gd name="T60" fmla="*/ 2137 w 5380"/>
                <a:gd name="T61" fmla="*/ 854 h 1412"/>
                <a:gd name="T62" fmla="*/ 2205 w 5380"/>
                <a:gd name="T63" fmla="*/ 647 h 1412"/>
                <a:gd name="T64" fmla="*/ 2349 w 5380"/>
                <a:gd name="T65" fmla="*/ 778 h 1412"/>
                <a:gd name="T66" fmla="*/ 2444 w 5380"/>
                <a:gd name="T67" fmla="*/ 755 h 1412"/>
                <a:gd name="T68" fmla="*/ 2521 w 5380"/>
                <a:gd name="T69" fmla="*/ 853 h 1412"/>
                <a:gd name="T70" fmla="*/ 3518 w 5380"/>
                <a:gd name="T71" fmla="*/ 467 h 1412"/>
                <a:gd name="T72" fmla="*/ 4011 w 5380"/>
                <a:gd name="T73" fmla="*/ 660 h 1412"/>
                <a:gd name="T74" fmla="*/ 4003 w 5380"/>
                <a:gd name="T75" fmla="*/ 623 h 1412"/>
                <a:gd name="T76" fmla="*/ 3936 w 5380"/>
                <a:gd name="T77" fmla="*/ 693 h 1412"/>
                <a:gd name="T78" fmla="*/ 3963 w 5380"/>
                <a:gd name="T79" fmla="*/ 688 h 1412"/>
                <a:gd name="T80" fmla="*/ 3958 w 5380"/>
                <a:gd name="T81" fmla="*/ 511 h 1412"/>
                <a:gd name="T82" fmla="*/ 3922 w 5380"/>
                <a:gd name="T83" fmla="*/ 630 h 1412"/>
                <a:gd name="T84" fmla="*/ 3907 w 5380"/>
                <a:gd name="T85" fmla="*/ 790 h 1412"/>
                <a:gd name="T86" fmla="*/ 3998 w 5380"/>
                <a:gd name="T87" fmla="*/ 650 h 1412"/>
                <a:gd name="T88" fmla="*/ 4052 w 5380"/>
                <a:gd name="T89" fmla="*/ 667 h 1412"/>
                <a:gd name="T90" fmla="*/ 4074 w 5380"/>
                <a:gd name="T91" fmla="*/ 844 h 1412"/>
                <a:gd name="T92" fmla="*/ 4038 w 5380"/>
                <a:gd name="T93" fmla="*/ 637 h 1412"/>
                <a:gd name="T94" fmla="*/ 4089 w 5380"/>
                <a:gd name="T95" fmla="*/ 571 h 1412"/>
                <a:gd name="T96" fmla="*/ 4079 w 5380"/>
                <a:gd name="T97" fmla="*/ 456 h 1412"/>
                <a:gd name="T98" fmla="*/ 4059 w 5380"/>
                <a:gd name="T99" fmla="*/ 633 h 1412"/>
                <a:gd name="T100" fmla="*/ 4038 w 5380"/>
                <a:gd name="T101" fmla="*/ 401 h 1412"/>
                <a:gd name="T102" fmla="*/ 4004 w 5380"/>
                <a:gd name="T103" fmla="*/ 472 h 1412"/>
                <a:gd name="T104" fmla="*/ 3964 w 5380"/>
                <a:gd name="T105" fmla="*/ 463 h 1412"/>
                <a:gd name="T106" fmla="*/ 3921 w 5380"/>
                <a:gd name="T107" fmla="*/ 518 h 1412"/>
                <a:gd name="T108" fmla="*/ 3881 w 5380"/>
                <a:gd name="T109" fmla="*/ 726 h 1412"/>
                <a:gd name="T110" fmla="*/ 4096 w 5380"/>
                <a:gd name="T111" fmla="*/ 751 h 1412"/>
                <a:gd name="T112" fmla="*/ 4097 w 5380"/>
                <a:gd name="T113" fmla="*/ 467 h 1412"/>
                <a:gd name="T114" fmla="*/ 4095 w 5380"/>
                <a:gd name="T115" fmla="*/ 395 h 1412"/>
                <a:gd name="T116" fmla="*/ 4064 w 5380"/>
                <a:gd name="T117" fmla="*/ 448 h 1412"/>
                <a:gd name="T118" fmla="*/ 4023 w 5380"/>
                <a:gd name="T119" fmla="*/ 389 h 1412"/>
                <a:gd name="T120" fmla="*/ 3962 w 5380"/>
                <a:gd name="T121" fmla="*/ 368 h 1412"/>
                <a:gd name="T122" fmla="*/ 3906 w 5380"/>
                <a:gd name="T123" fmla="*/ 482 h 1412"/>
                <a:gd name="T124" fmla="*/ 3854 w 5380"/>
                <a:gd name="T125" fmla="*/ 807 h 1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380" h="1412">
                  <a:moveTo>
                    <a:pt x="4116" y="1071"/>
                  </a:moveTo>
                  <a:cubicBezTo>
                    <a:pt x="4118" y="1070"/>
                    <a:pt x="4120" y="1068"/>
                    <a:pt x="4123" y="1066"/>
                  </a:cubicBezTo>
                  <a:cubicBezTo>
                    <a:pt x="4104" y="1066"/>
                    <a:pt x="4104" y="1066"/>
                    <a:pt x="4104" y="1066"/>
                  </a:cubicBezTo>
                  <a:cubicBezTo>
                    <a:pt x="4104" y="1047"/>
                    <a:pt x="4104" y="1047"/>
                    <a:pt x="4104" y="1047"/>
                  </a:cubicBezTo>
                  <a:cubicBezTo>
                    <a:pt x="4104" y="1036"/>
                    <a:pt x="4104" y="1036"/>
                    <a:pt x="4104" y="1036"/>
                  </a:cubicBezTo>
                  <a:cubicBezTo>
                    <a:pt x="4104" y="1036"/>
                    <a:pt x="4104" y="1036"/>
                    <a:pt x="4104" y="1036"/>
                  </a:cubicBezTo>
                  <a:cubicBezTo>
                    <a:pt x="4103" y="1003"/>
                    <a:pt x="4103" y="1003"/>
                    <a:pt x="4103" y="1003"/>
                  </a:cubicBezTo>
                  <a:cubicBezTo>
                    <a:pt x="4096" y="1003"/>
                    <a:pt x="4096" y="1003"/>
                    <a:pt x="4096" y="1003"/>
                  </a:cubicBezTo>
                  <a:cubicBezTo>
                    <a:pt x="4104" y="917"/>
                    <a:pt x="4104" y="917"/>
                    <a:pt x="4104" y="917"/>
                  </a:cubicBezTo>
                  <a:cubicBezTo>
                    <a:pt x="4105" y="905"/>
                    <a:pt x="4105" y="905"/>
                    <a:pt x="4105" y="905"/>
                  </a:cubicBezTo>
                  <a:cubicBezTo>
                    <a:pt x="4105" y="875"/>
                    <a:pt x="4105" y="875"/>
                    <a:pt x="4105" y="875"/>
                  </a:cubicBezTo>
                  <a:cubicBezTo>
                    <a:pt x="4105" y="860"/>
                    <a:pt x="4105" y="860"/>
                    <a:pt x="4105" y="860"/>
                  </a:cubicBezTo>
                  <a:cubicBezTo>
                    <a:pt x="4105" y="860"/>
                    <a:pt x="4105" y="860"/>
                    <a:pt x="4105" y="860"/>
                  </a:cubicBezTo>
                  <a:cubicBezTo>
                    <a:pt x="4107" y="860"/>
                    <a:pt x="4109" y="858"/>
                    <a:pt x="4110" y="855"/>
                  </a:cubicBezTo>
                  <a:cubicBezTo>
                    <a:pt x="4110" y="853"/>
                    <a:pt x="4108" y="850"/>
                    <a:pt x="4105" y="850"/>
                  </a:cubicBezTo>
                  <a:cubicBezTo>
                    <a:pt x="4106" y="850"/>
                    <a:pt x="4106" y="850"/>
                    <a:pt x="4106" y="850"/>
                  </a:cubicBezTo>
                  <a:cubicBezTo>
                    <a:pt x="4106" y="818"/>
                    <a:pt x="4106" y="818"/>
                    <a:pt x="4106" y="818"/>
                  </a:cubicBezTo>
                  <a:cubicBezTo>
                    <a:pt x="4108" y="768"/>
                    <a:pt x="4108" y="768"/>
                    <a:pt x="4108" y="768"/>
                  </a:cubicBezTo>
                  <a:cubicBezTo>
                    <a:pt x="4108" y="765"/>
                    <a:pt x="4108" y="765"/>
                    <a:pt x="4108" y="765"/>
                  </a:cubicBezTo>
                  <a:cubicBezTo>
                    <a:pt x="4110" y="765"/>
                    <a:pt x="4113" y="764"/>
                    <a:pt x="4114" y="761"/>
                  </a:cubicBezTo>
                  <a:cubicBezTo>
                    <a:pt x="4115" y="758"/>
                    <a:pt x="4115" y="755"/>
                    <a:pt x="4113" y="754"/>
                  </a:cubicBezTo>
                  <a:cubicBezTo>
                    <a:pt x="4112" y="753"/>
                    <a:pt x="4112" y="753"/>
                    <a:pt x="4111" y="753"/>
                  </a:cubicBezTo>
                  <a:cubicBezTo>
                    <a:pt x="4110" y="752"/>
                    <a:pt x="4109" y="752"/>
                    <a:pt x="4108" y="751"/>
                  </a:cubicBezTo>
                  <a:cubicBezTo>
                    <a:pt x="4108" y="748"/>
                    <a:pt x="4108" y="748"/>
                    <a:pt x="4108" y="748"/>
                  </a:cubicBezTo>
                  <a:cubicBezTo>
                    <a:pt x="4109" y="722"/>
                    <a:pt x="4109" y="722"/>
                    <a:pt x="4109" y="722"/>
                  </a:cubicBezTo>
                  <a:cubicBezTo>
                    <a:pt x="4110" y="689"/>
                    <a:pt x="4110" y="689"/>
                    <a:pt x="4110" y="689"/>
                  </a:cubicBezTo>
                  <a:cubicBezTo>
                    <a:pt x="4110" y="674"/>
                    <a:pt x="4110" y="674"/>
                    <a:pt x="4110" y="674"/>
                  </a:cubicBezTo>
                  <a:cubicBezTo>
                    <a:pt x="4110" y="673"/>
                    <a:pt x="4110" y="673"/>
                    <a:pt x="4110" y="673"/>
                  </a:cubicBezTo>
                  <a:cubicBezTo>
                    <a:pt x="4111" y="673"/>
                    <a:pt x="4112" y="672"/>
                    <a:pt x="4113" y="672"/>
                  </a:cubicBezTo>
                  <a:cubicBezTo>
                    <a:pt x="4114" y="671"/>
                    <a:pt x="4114" y="671"/>
                    <a:pt x="4114" y="671"/>
                  </a:cubicBezTo>
                  <a:cubicBezTo>
                    <a:pt x="4115" y="670"/>
                    <a:pt x="4115" y="670"/>
                    <a:pt x="4115" y="669"/>
                  </a:cubicBezTo>
                  <a:cubicBezTo>
                    <a:pt x="4117" y="666"/>
                    <a:pt x="4116" y="663"/>
                    <a:pt x="4113" y="661"/>
                  </a:cubicBezTo>
                  <a:cubicBezTo>
                    <a:pt x="4111" y="660"/>
                    <a:pt x="4111" y="660"/>
                    <a:pt x="4111" y="660"/>
                  </a:cubicBezTo>
                  <a:cubicBezTo>
                    <a:pt x="4110" y="660"/>
                    <a:pt x="4110" y="660"/>
                    <a:pt x="4110" y="660"/>
                  </a:cubicBezTo>
                  <a:cubicBezTo>
                    <a:pt x="4111" y="643"/>
                    <a:pt x="4111" y="643"/>
                    <a:pt x="4111" y="643"/>
                  </a:cubicBezTo>
                  <a:cubicBezTo>
                    <a:pt x="4111" y="618"/>
                    <a:pt x="4111" y="618"/>
                    <a:pt x="4111" y="618"/>
                  </a:cubicBezTo>
                  <a:cubicBezTo>
                    <a:pt x="4112" y="608"/>
                    <a:pt x="4112" y="608"/>
                    <a:pt x="4112" y="608"/>
                  </a:cubicBezTo>
                  <a:cubicBezTo>
                    <a:pt x="4112" y="599"/>
                    <a:pt x="4112" y="599"/>
                    <a:pt x="4112" y="599"/>
                  </a:cubicBezTo>
                  <a:cubicBezTo>
                    <a:pt x="4112" y="584"/>
                    <a:pt x="4112" y="584"/>
                    <a:pt x="4112" y="584"/>
                  </a:cubicBezTo>
                  <a:cubicBezTo>
                    <a:pt x="4114" y="584"/>
                    <a:pt x="4116" y="583"/>
                    <a:pt x="4117" y="582"/>
                  </a:cubicBezTo>
                  <a:cubicBezTo>
                    <a:pt x="4117" y="581"/>
                    <a:pt x="4118" y="580"/>
                    <a:pt x="4118" y="579"/>
                  </a:cubicBezTo>
                  <a:cubicBezTo>
                    <a:pt x="4118" y="577"/>
                    <a:pt x="4117" y="575"/>
                    <a:pt x="4115" y="573"/>
                  </a:cubicBezTo>
                  <a:cubicBezTo>
                    <a:pt x="4114" y="573"/>
                    <a:pt x="4114" y="572"/>
                    <a:pt x="4113" y="571"/>
                  </a:cubicBezTo>
                  <a:cubicBezTo>
                    <a:pt x="4113" y="555"/>
                    <a:pt x="4113" y="555"/>
                    <a:pt x="4113" y="555"/>
                  </a:cubicBezTo>
                  <a:cubicBezTo>
                    <a:pt x="4113" y="547"/>
                    <a:pt x="4113" y="547"/>
                    <a:pt x="4113" y="547"/>
                  </a:cubicBezTo>
                  <a:cubicBezTo>
                    <a:pt x="4113" y="538"/>
                    <a:pt x="4113" y="538"/>
                    <a:pt x="4113" y="538"/>
                  </a:cubicBezTo>
                  <a:cubicBezTo>
                    <a:pt x="4114" y="528"/>
                    <a:pt x="4114" y="528"/>
                    <a:pt x="4114" y="528"/>
                  </a:cubicBezTo>
                  <a:cubicBezTo>
                    <a:pt x="4114" y="523"/>
                    <a:pt x="4114" y="523"/>
                    <a:pt x="4114" y="523"/>
                  </a:cubicBezTo>
                  <a:cubicBezTo>
                    <a:pt x="4114" y="505"/>
                    <a:pt x="4114" y="505"/>
                    <a:pt x="4114" y="505"/>
                  </a:cubicBezTo>
                  <a:cubicBezTo>
                    <a:pt x="4116" y="505"/>
                    <a:pt x="4117" y="504"/>
                    <a:pt x="4118" y="503"/>
                  </a:cubicBezTo>
                  <a:cubicBezTo>
                    <a:pt x="4120" y="501"/>
                    <a:pt x="4120" y="497"/>
                    <a:pt x="4118" y="494"/>
                  </a:cubicBezTo>
                  <a:cubicBezTo>
                    <a:pt x="4116" y="493"/>
                    <a:pt x="4116" y="493"/>
                    <a:pt x="4116" y="493"/>
                  </a:cubicBezTo>
                  <a:cubicBezTo>
                    <a:pt x="4115" y="492"/>
                    <a:pt x="4115" y="492"/>
                    <a:pt x="4115" y="492"/>
                  </a:cubicBezTo>
                  <a:cubicBezTo>
                    <a:pt x="4115" y="484"/>
                    <a:pt x="4115" y="484"/>
                    <a:pt x="4115" y="484"/>
                  </a:cubicBezTo>
                  <a:cubicBezTo>
                    <a:pt x="4115" y="474"/>
                    <a:pt x="4115" y="474"/>
                    <a:pt x="4115" y="474"/>
                  </a:cubicBezTo>
                  <a:cubicBezTo>
                    <a:pt x="4115" y="459"/>
                    <a:pt x="4115" y="459"/>
                    <a:pt x="4115" y="459"/>
                  </a:cubicBezTo>
                  <a:cubicBezTo>
                    <a:pt x="4116" y="445"/>
                    <a:pt x="4116" y="445"/>
                    <a:pt x="4116" y="445"/>
                  </a:cubicBezTo>
                  <a:cubicBezTo>
                    <a:pt x="4116" y="444"/>
                    <a:pt x="4116" y="444"/>
                    <a:pt x="4116" y="444"/>
                  </a:cubicBezTo>
                  <a:cubicBezTo>
                    <a:pt x="4116" y="438"/>
                    <a:pt x="4116" y="438"/>
                    <a:pt x="4116" y="438"/>
                  </a:cubicBezTo>
                  <a:cubicBezTo>
                    <a:pt x="4116" y="430"/>
                    <a:pt x="4116" y="430"/>
                    <a:pt x="4116" y="430"/>
                  </a:cubicBezTo>
                  <a:cubicBezTo>
                    <a:pt x="4118" y="430"/>
                    <a:pt x="4119" y="429"/>
                    <a:pt x="4120" y="428"/>
                  </a:cubicBezTo>
                  <a:cubicBezTo>
                    <a:pt x="4123" y="426"/>
                    <a:pt x="4122" y="422"/>
                    <a:pt x="4120" y="419"/>
                  </a:cubicBezTo>
                  <a:cubicBezTo>
                    <a:pt x="4119" y="418"/>
                    <a:pt x="4118" y="417"/>
                    <a:pt x="4116" y="416"/>
                  </a:cubicBezTo>
                  <a:cubicBezTo>
                    <a:pt x="4116" y="416"/>
                    <a:pt x="4116" y="416"/>
                    <a:pt x="4116" y="416"/>
                  </a:cubicBezTo>
                  <a:cubicBezTo>
                    <a:pt x="4117" y="404"/>
                    <a:pt x="4117" y="404"/>
                    <a:pt x="4117" y="404"/>
                  </a:cubicBezTo>
                  <a:cubicBezTo>
                    <a:pt x="4117" y="395"/>
                    <a:pt x="4117" y="395"/>
                    <a:pt x="4117" y="395"/>
                  </a:cubicBezTo>
                  <a:cubicBezTo>
                    <a:pt x="4117" y="380"/>
                    <a:pt x="4117" y="380"/>
                    <a:pt x="4117" y="380"/>
                  </a:cubicBezTo>
                  <a:cubicBezTo>
                    <a:pt x="4118" y="369"/>
                    <a:pt x="4118" y="369"/>
                    <a:pt x="4118" y="369"/>
                  </a:cubicBezTo>
                  <a:cubicBezTo>
                    <a:pt x="4118" y="366"/>
                    <a:pt x="4118" y="366"/>
                    <a:pt x="4118" y="366"/>
                  </a:cubicBezTo>
                  <a:cubicBezTo>
                    <a:pt x="4118" y="361"/>
                    <a:pt x="4118" y="361"/>
                    <a:pt x="4118" y="361"/>
                  </a:cubicBezTo>
                  <a:cubicBezTo>
                    <a:pt x="4118" y="357"/>
                    <a:pt x="4118" y="357"/>
                    <a:pt x="4118" y="357"/>
                  </a:cubicBezTo>
                  <a:cubicBezTo>
                    <a:pt x="4119" y="357"/>
                    <a:pt x="4121" y="357"/>
                    <a:pt x="4122" y="356"/>
                  </a:cubicBezTo>
                  <a:cubicBezTo>
                    <a:pt x="4124" y="353"/>
                    <a:pt x="4124" y="349"/>
                    <a:pt x="4122" y="347"/>
                  </a:cubicBezTo>
                  <a:cubicBezTo>
                    <a:pt x="4120" y="346"/>
                    <a:pt x="4119" y="345"/>
                    <a:pt x="4118" y="344"/>
                  </a:cubicBezTo>
                  <a:cubicBezTo>
                    <a:pt x="4116" y="342"/>
                    <a:pt x="4116" y="342"/>
                    <a:pt x="4116" y="342"/>
                  </a:cubicBezTo>
                  <a:cubicBezTo>
                    <a:pt x="4113" y="339"/>
                    <a:pt x="4109" y="336"/>
                    <a:pt x="4105" y="333"/>
                  </a:cubicBezTo>
                  <a:cubicBezTo>
                    <a:pt x="4102" y="331"/>
                    <a:pt x="4100" y="329"/>
                    <a:pt x="4097" y="327"/>
                  </a:cubicBezTo>
                  <a:cubicBezTo>
                    <a:pt x="4095" y="326"/>
                    <a:pt x="4095" y="326"/>
                    <a:pt x="4095" y="326"/>
                  </a:cubicBezTo>
                  <a:cubicBezTo>
                    <a:pt x="4096" y="324"/>
                    <a:pt x="4097" y="322"/>
                    <a:pt x="4097" y="320"/>
                  </a:cubicBezTo>
                  <a:cubicBezTo>
                    <a:pt x="4098" y="312"/>
                    <a:pt x="4098" y="312"/>
                    <a:pt x="4098" y="312"/>
                  </a:cubicBezTo>
                  <a:cubicBezTo>
                    <a:pt x="4098" y="308"/>
                    <a:pt x="4098" y="308"/>
                    <a:pt x="4098" y="308"/>
                  </a:cubicBezTo>
                  <a:cubicBezTo>
                    <a:pt x="4098" y="306"/>
                    <a:pt x="4098" y="306"/>
                    <a:pt x="4098" y="306"/>
                  </a:cubicBezTo>
                  <a:cubicBezTo>
                    <a:pt x="4099" y="300"/>
                    <a:pt x="4098" y="295"/>
                    <a:pt x="4097" y="290"/>
                  </a:cubicBezTo>
                  <a:cubicBezTo>
                    <a:pt x="4096" y="287"/>
                    <a:pt x="4095" y="285"/>
                    <a:pt x="4094" y="283"/>
                  </a:cubicBezTo>
                  <a:cubicBezTo>
                    <a:pt x="4091" y="277"/>
                    <a:pt x="4086" y="271"/>
                    <a:pt x="4080" y="266"/>
                  </a:cubicBezTo>
                  <a:cubicBezTo>
                    <a:pt x="4076" y="262"/>
                    <a:pt x="4072" y="259"/>
                    <a:pt x="4067" y="256"/>
                  </a:cubicBezTo>
                  <a:cubicBezTo>
                    <a:pt x="4059" y="252"/>
                    <a:pt x="4051" y="249"/>
                    <a:pt x="4042" y="247"/>
                  </a:cubicBezTo>
                  <a:cubicBezTo>
                    <a:pt x="4038" y="246"/>
                    <a:pt x="4033" y="245"/>
                    <a:pt x="4029" y="245"/>
                  </a:cubicBezTo>
                  <a:cubicBezTo>
                    <a:pt x="3987" y="241"/>
                    <a:pt x="3951" y="262"/>
                    <a:pt x="3948" y="292"/>
                  </a:cubicBezTo>
                  <a:cubicBezTo>
                    <a:pt x="3947" y="306"/>
                    <a:pt x="3947" y="306"/>
                    <a:pt x="3947" y="306"/>
                  </a:cubicBezTo>
                  <a:cubicBezTo>
                    <a:pt x="3947" y="309"/>
                    <a:pt x="3948" y="312"/>
                    <a:pt x="3949" y="315"/>
                  </a:cubicBezTo>
                  <a:cubicBezTo>
                    <a:pt x="3940" y="318"/>
                    <a:pt x="3932" y="321"/>
                    <a:pt x="3926" y="324"/>
                  </a:cubicBezTo>
                  <a:cubicBezTo>
                    <a:pt x="3924" y="325"/>
                    <a:pt x="3922" y="326"/>
                    <a:pt x="3919" y="327"/>
                  </a:cubicBezTo>
                  <a:cubicBezTo>
                    <a:pt x="3916" y="328"/>
                    <a:pt x="3915" y="332"/>
                    <a:pt x="3916" y="335"/>
                  </a:cubicBezTo>
                  <a:cubicBezTo>
                    <a:pt x="3917" y="337"/>
                    <a:pt x="3919" y="339"/>
                    <a:pt x="3921" y="339"/>
                  </a:cubicBezTo>
                  <a:cubicBezTo>
                    <a:pt x="3919" y="351"/>
                    <a:pt x="3919" y="351"/>
                    <a:pt x="3919" y="351"/>
                  </a:cubicBezTo>
                  <a:cubicBezTo>
                    <a:pt x="3913" y="385"/>
                    <a:pt x="3913" y="385"/>
                    <a:pt x="3913" y="385"/>
                  </a:cubicBezTo>
                  <a:cubicBezTo>
                    <a:pt x="3912" y="397"/>
                    <a:pt x="3912" y="397"/>
                    <a:pt x="3912" y="397"/>
                  </a:cubicBezTo>
                  <a:cubicBezTo>
                    <a:pt x="3910" y="398"/>
                    <a:pt x="3909" y="398"/>
                    <a:pt x="3908" y="399"/>
                  </a:cubicBezTo>
                  <a:cubicBezTo>
                    <a:pt x="3904" y="400"/>
                    <a:pt x="3903" y="404"/>
                    <a:pt x="3904" y="407"/>
                  </a:cubicBezTo>
                  <a:cubicBezTo>
                    <a:pt x="3905" y="409"/>
                    <a:pt x="3907" y="410"/>
                    <a:pt x="3909" y="411"/>
                  </a:cubicBezTo>
                  <a:cubicBezTo>
                    <a:pt x="3909" y="411"/>
                    <a:pt x="3909" y="411"/>
                    <a:pt x="3909" y="411"/>
                  </a:cubicBezTo>
                  <a:cubicBezTo>
                    <a:pt x="3904" y="443"/>
                    <a:pt x="3904" y="443"/>
                    <a:pt x="3904" y="443"/>
                  </a:cubicBezTo>
                  <a:cubicBezTo>
                    <a:pt x="3902" y="454"/>
                    <a:pt x="3902" y="454"/>
                    <a:pt x="3902" y="454"/>
                  </a:cubicBezTo>
                  <a:cubicBezTo>
                    <a:pt x="3899" y="472"/>
                    <a:pt x="3899" y="472"/>
                    <a:pt x="3899" y="472"/>
                  </a:cubicBezTo>
                  <a:cubicBezTo>
                    <a:pt x="3898" y="472"/>
                    <a:pt x="3897" y="472"/>
                    <a:pt x="3896" y="473"/>
                  </a:cubicBezTo>
                  <a:cubicBezTo>
                    <a:pt x="3893" y="474"/>
                    <a:pt x="3891" y="478"/>
                    <a:pt x="3893" y="481"/>
                  </a:cubicBezTo>
                  <a:cubicBezTo>
                    <a:pt x="3893" y="481"/>
                    <a:pt x="3893" y="481"/>
                    <a:pt x="3893" y="481"/>
                  </a:cubicBezTo>
                  <a:cubicBezTo>
                    <a:pt x="3893" y="482"/>
                    <a:pt x="3894" y="483"/>
                    <a:pt x="3895" y="484"/>
                  </a:cubicBezTo>
                  <a:cubicBezTo>
                    <a:pt x="3896" y="484"/>
                    <a:pt x="3896" y="485"/>
                    <a:pt x="3897" y="485"/>
                  </a:cubicBezTo>
                  <a:cubicBezTo>
                    <a:pt x="3895" y="497"/>
                    <a:pt x="3895" y="497"/>
                    <a:pt x="3895" y="497"/>
                  </a:cubicBezTo>
                  <a:cubicBezTo>
                    <a:pt x="3893" y="513"/>
                    <a:pt x="3893" y="513"/>
                    <a:pt x="3893" y="513"/>
                  </a:cubicBezTo>
                  <a:cubicBezTo>
                    <a:pt x="3889" y="534"/>
                    <a:pt x="3889" y="534"/>
                    <a:pt x="3889" y="534"/>
                  </a:cubicBezTo>
                  <a:cubicBezTo>
                    <a:pt x="3889" y="537"/>
                    <a:pt x="3889" y="537"/>
                    <a:pt x="3889" y="537"/>
                  </a:cubicBezTo>
                  <a:cubicBezTo>
                    <a:pt x="3887" y="550"/>
                    <a:pt x="3887" y="550"/>
                    <a:pt x="3887" y="550"/>
                  </a:cubicBezTo>
                  <a:cubicBezTo>
                    <a:pt x="3885" y="550"/>
                    <a:pt x="3884" y="551"/>
                    <a:pt x="3884" y="551"/>
                  </a:cubicBezTo>
                  <a:cubicBezTo>
                    <a:pt x="3880" y="552"/>
                    <a:pt x="3879" y="555"/>
                    <a:pt x="3880" y="559"/>
                  </a:cubicBezTo>
                  <a:cubicBezTo>
                    <a:pt x="3880" y="560"/>
                    <a:pt x="3880" y="560"/>
                    <a:pt x="3881" y="561"/>
                  </a:cubicBezTo>
                  <a:cubicBezTo>
                    <a:pt x="3882" y="562"/>
                    <a:pt x="3883" y="563"/>
                    <a:pt x="3885" y="563"/>
                  </a:cubicBezTo>
                  <a:cubicBezTo>
                    <a:pt x="3885" y="563"/>
                    <a:pt x="3885" y="563"/>
                    <a:pt x="3885" y="563"/>
                  </a:cubicBezTo>
                  <a:cubicBezTo>
                    <a:pt x="3884" y="566"/>
                    <a:pt x="3884" y="566"/>
                    <a:pt x="3884" y="566"/>
                  </a:cubicBezTo>
                  <a:cubicBezTo>
                    <a:pt x="3882" y="579"/>
                    <a:pt x="3882" y="579"/>
                    <a:pt x="3882" y="579"/>
                  </a:cubicBezTo>
                  <a:cubicBezTo>
                    <a:pt x="3879" y="595"/>
                    <a:pt x="3879" y="595"/>
                    <a:pt x="3879" y="595"/>
                  </a:cubicBezTo>
                  <a:cubicBezTo>
                    <a:pt x="3878" y="605"/>
                    <a:pt x="3878" y="605"/>
                    <a:pt x="3878" y="605"/>
                  </a:cubicBezTo>
                  <a:cubicBezTo>
                    <a:pt x="3876" y="619"/>
                    <a:pt x="3876" y="619"/>
                    <a:pt x="3876" y="619"/>
                  </a:cubicBezTo>
                  <a:cubicBezTo>
                    <a:pt x="3873" y="637"/>
                    <a:pt x="3873" y="637"/>
                    <a:pt x="3873" y="637"/>
                  </a:cubicBezTo>
                  <a:cubicBezTo>
                    <a:pt x="3871" y="638"/>
                    <a:pt x="3871" y="638"/>
                    <a:pt x="3870" y="638"/>
                  </a:cubicBezTo>
                  <a:cubicBezTo>
                    <a:pt x="3867" y="638"/>
                    <a:pt x="3864" y="642"/>
                    <a:pt x="3865" y="645"/>
                  </a:cubicBezTo>
                  <a:cubicBezTo>
                    <a:pt x="3865" y="646"/>
                    <a:pt x="3866" y="647"/>
                    <a:pt x="3867" y="648"/>
                  </a:cubicBezTo>
                  <a:cubicBezTo>
                    <a:pt x="3868" y="649"/>
                    <a:pt x="3869" y="650"/>
                    <a:pt x="3871" y="650"/>
                  </a:cubicBezTo>
                  <a:cubicBezTo>
                    <a:pt x="3870" y="651"/>
                    <a:pt x="3870" y="651"/>
                    <a:pt x="3870" y="651"/>
                  </a:cubicBezTo>
                  <a:cubicBezTo>
                    <a:pt x="3870" y="652"/>
                    <a:pt x="3870" y="652"/>
                    <a:pt x="3870" y="652"/>
                  </a:cubicBezTo>
                  <a:cubicBezTo>
                    <a:pt x="3868" y="668"/>
                    <a:pt x="3868" y="668"/>
                    <a:pt x="3868" y="668"/>
                  </a:cubicBezTo>
                  <a:cubicBezTo>
                    <a:pt x="3865" y="685"/>
                    <a:pt x="3865" y="685"/>
                    <a:pt x="3865" y="685"/>
                  </a:cubicBezTo>
                  <a:cubicBezTo>
                    <a:pt x="3863" y="697"/>
                    <a:pt x="3863" y="697"/>
                    <a:pt x="3863" y="697"/>
                  </a:cubicBezTo>
                  <a:cubicBezTo>
                    <a:pt x="3861" y="709"/>
                    <a:pt x="3861" y="709"/>
                    <a:pt x="3861" y="709"/>
                  </a:cubicBezTo>
                  <a:cubicBezTo>
                    <a:pt x="3858" y="729"/>
                    <a:pt x="3858" y="729"/>
                    <a:pt x="3858" y="729"/>
                  </a:cubicBezTo>
                  <a:cubicBezTo>
                    <a:pt x="3857" y="729"/>
                    <a:pt x="3857" y="729"/>
                    <a:pt x="3857" y="729"/>
                  </a:cubicBezTo>
                  <a:cubicBezTo>
                    <a:pt x="3854" y="729"/>
                    <a:pt x="3851" y="732"/>
                    <a:pt x="3852" y="736"/>
                  </a:cubicBezTo>
                  <a:cubicBezTo>
                    <a:pt x="3852" y="738"/>
                    <a:pt x="3854" y="740"/>
                    <a:pt x="3856" y="741"/>
                  </a:cubicBezTo>
                  <a:cubicBezTo>
                    <a:pt x="3856" y="741"/>
                    <a:pt x="3856" y="741"/>
                    <a:pt x="3856" y="741"/>
                  </a:cubicBezTo>
                  <a:cubicBezTo>
                    <a:pt x="3855" y="746"/>
                    <a:pt x="3855" y="746"/>
                    <a:pt x="3855" y="746"/>
                  </a:cubicBezTo>
                  <a:cubicBezTo>
                    <a:pt x="3853" y="758"/>
                    <a:pt x="3853" y="758"/>
                    <a:pt x="3853" y="758"/>
                  </a:cubicBezTo>
                  <a:cubicBezTo>
                    <a:pt x="3851" y="768"/>
                    <a:pt x="3851" y="768"/>
                    <a:pt x="3851" y="768"/>
                  </a:cubicBezTo>
                  <a:cubicBezTo>
                    <a:pt x="3850" y="776"/>
                    <a:pt x="3850" y="776"/>
                    <a:pt x="3850" y="776"/>
                  </a:cubicBezTo>
                  <a:cubicBezTo>
                    <a:pt x="3845" y="809"/>
                    <a:pt x="3845" y="809"/>
                    <a:pt x="3845" y="809"/>
                  </a:cubicBezTo>
                  <a:cubicBezTo>
                    <a:pt x="3842" y="826"/>
                    <a:pt x="3842" y="826"/>
                    <a:pt x="3842" y="826"/>
                  </a:cubicBezTo>
                  <a:cubicBezTo>
                    <a:pt x="3843" y="826"/>
                    <a:pt x="3843" y="826"/>
                    <a:pt x="3843" y="826"/>
                  </a:cubicBezTo>
                  <a:cubicBezTo>
                    <a:pt x="3841" y="825"/>
                    <a:pt x="3838" y="827"/>
                    <a:pt x="3838" y="830"/>
                  </a:cubicBezTo>
                  <a:cubicBezTo>
                    <a:pt x="3838" y="830"/>
                    <a:pt x="3838" y="830"/>
                    <a:pt x="3838" y="830"/>
                  </a:cubicBezTo>
                  <a:cubicBezTo>
                    <a:pt x="3838" y="833"/>
                    <a:pt x="3839" y="835"/>
                    <a:pt x="3842" y="835"/>
                  </a:cubicBezTo>
                  <a:cubicBezTo>
                    <a:pt x="3842" y="835"/>
                    <a:pt x="3842" y="835"/>
                    <a:pt x="3842" y="835"/>
                  </a:cubicBezTo>
                  <a:cubicBezTo>
                    <a:pt x="3840" y="847"/>
                    <a:pt x="3840" y="847"/>
                    <a:pt x="3840" y="847"/>
                  </a:cubicBezTo>
                  <a:cubicBezTo>
                    <a:pt x="3835" y="875"/>
                    <a:pt x="3835" y="875"/>
                    <a:pt x="3835" y="875"/>
                  </a:cubicBezTo>
                  <a:cubicBezTo>
                    <a:pt x="3835" y="876"/>
                    <a:pt x="3835" y="876"/>
                    <a:pt x="3835" y="876"/>
                  </a:cubicBezTo>
                  <a:cubicBezTo>
                    <a:pt x="3835" y="876"/>
                    <a:pt x="3835" y="877"/>
                    <a:pt x="3835" y="878"/>
                  </a:cubicBezTo>
                  <a:cubicBezTo>
                    <a:pt x="3834" y="894"/>
                    <a:pt x="3834" y="894"/>
                    <a:pt x="3834" y="894"/>
                  </a:cubicBezTo>
                  <a:cubicBezTo>
                    <a:pt x="3832" y="909"/>
                    <a:pt x="3832" y="909"/>
                    <a:pt x="3832" y="909"/>
                  </a:cubicBezTo>
                  <a:cubicBezTo>
                    <a:pt x="3831" y="924"/>
                    <a:pt x="3831" y="924"/>
                    <a:pt x="3831" y="924"/>
                  </a:cubicBezTo>
                  <a:cubicBezTo>
                    <a:pt x="3827" y="959"/>
                    <a:pt x="3827" y="959"/>
                    <a:pt x="3827" y="959"/>
                  </a:cubicBezTo>
                  <a:cubicBezTo>
                    <a:pt x="3825" y="987"/>
                    <a:pt x="3825" y="987"/>
                    <a:pt x="3825" y="987"/>
                  </a:cubicBezTo>
                  <a:cubicBezTo>
                    <a:pt x="3824" y="997"/>
                    <a:pt x="3824" y="997"/>
                    <a:pt x="3824" y="997"/>
                  </a:cubicBezTo>
                  <a:cubicBezTo>
                    <a:pt x="3823" y="1006"/>
                    <a:pt x="3823" y="1006"/>
                    <a:pt x="3823" y="1006"/>
                  </a:cubicBezTo>
                  <a:cubicBezTo>
                    <a:pt x="3814" y="1006"/>
                    <a:pt x="3814" y="1006"/>
                    <a:pt x="3814" y="1006"/>
                  </a:cubicBezTo>
                  <a:cubicBezTo>
                    <a:pt x="3809" y="1006"/>
                    <a:pt x="3809" y="1006"/>
                    <a:pt x="3809" y="1006"/>
                  </a:cubicBezTo>
                  <a:cubicBezTo>
                    <a:pt x="3809" y="1009"/>
                    <a:pt x="3809" y="1009"/>
                    <a:pt x="3809" y="1009"/>
                  </a:cubicBezTo>
                  <a:cubicBezTo>
                    <a:pt x="3809" y="1019"/>
                    <a:pt x="3809" y="1019"/>
                    <a:pt x="3809" y="1019"/>
                  </a:cubicBezTo>
                  <a:cubicBezTo>
                    <a:pt x="3809" y="1019"/>
                    <a:pt x="3809" y="1019"/>
                    <a:pt x="3809" y="1019"/>
                  </a:cubicBezTo>
                  <a:cubicBezTo>
                    <a:pt x="3810" y="1068"/>
                    <a:pt x="3810" y="1068"/>
                    <a:pt x="3810" y="1068"/>
                  </a:cubicBezTo>
                  <a:cubicBezTo>
                    <a:pt x="3810" y="1092"/>
                    <a:pt x="3810" y="1092"/>
                    <a:pt x="3810" y="1092"/>
                  </a:cubicBezTo>
                  <a:cubicBezTo>
                    <a:pt x="3791" y="1092"/>
                    <a:pt x="3791" y="1092"/>
                    <a:pt x="3791" y="1092"/>
                  </a:cubicBezTo>
                  <a:cubicBezTo>
                    <a:pt x="3791" y="1063"/>
                    <a:pt x="3791" y="1063"/>
                    <a:pt x="3791" y="1063"/>
                  </a:cubicBezTo>
                  <a:cubicBezTo>
                    <a:pt x="3770" y="1063"/>
                    <a:pt x="3770" y="1063"/>
                    <a:pt x="3770" y="1063"/>
                  </a:cubicBezTo>
                  <a:cubicBezTo>
                    <a:pt x="3770" y="916"/>
                    <a:pt x="3770" y="916"/>
                    <a:pt x="3770" y="916"/>
                  </a:cubicBezTo>
                  <a:cubicBezTo>
                    <a:pt x="3730" y="916"/>
                    <a:pt x="3730" y="916"/>
                    <a:pt x="3730" y="916"/>
                  </a:cubicBezTo>
                  <a:cubicBezTo>
                    <a:pt x="3730" y="1020"/>
                    <a:pt x="3730" y="1020"/>
                    <a:pt x="3730" y="1020"/>
                  </a:cubicBezTo>
                  <a:cubicBezTo>
                    <a:pt x="3718" y="1020"/>
                    <a:pt x="3718" y="1020"/>
                    <a:pt x="3718" y="1020"/>
                  </a:cubicBezTo>
                  <a:cubicBezTo>
                    <a:pt x="3718" y="1053"/>
                    <a:pt x="3718" y="1053"/>
                    <a:pt x="3718" y="1053"/>
                  </a:cubicBezTo>
                  <a:cubicBezTo>
                    <a:pt x="3689" y="1053"/>
                    <a:pt x="3689" y="1053"/>
                    <a:pt x="3689" y="1053"/>
                  </a:cubicBezTo>
                  <a:cubicBezTo>
                    <a:pt x="3689" y="954"/>
                    <a:pt x="3689" y="954"/>
                    <a:pt x="3689" y="954"/>
                  </a:cubicBezTo>
                  <a:cubicBezTo>
                    <a:pt x="3674" y="954"/>
                    <a:pt x="3674" y="954"/>
                    <a:pt x="3674" y="954"/>
                  </a:cubicBezTo>
                  <a:cubicBezTo>
                    <a:pt x="3674" y="940"/>
                    <a:pt x="3674" y="940"/>
                    <a:pt x="3674" y="940"/>
                  </a:cubicBezTo>
                  <a:cubicBezTo>
                    <a:pt x="3645" y="932"/>
                    <a:pt x="3645" y="932"/>
                    <a:pt x="3645" y="932"/>
                  </a:cubicBezTo>
                  <a:cubicBezTo>
                    <a:pt x="3645" y="931"/>
                    <a:pt x="3644" y="930"/>
                    <a:pt x="3643" y="929"/>
                  </a:cubicBezTo>
                  <a:cubicBezTo>
                    <a:pt x="3642" y="927"/>
                    <a:pt x="3641" y="925"/>
                    <a:pt x="3641" y="923"/>
                  </a:cubicBezTo>
                  <a:cubicBezTo>
                    <a:pt x="3641" y="890"/>
                    <a:pt x="3641" y="890"/>
                    <a:pt x="3641" y="890"/>
                  </a:cubicBezTo>
                  <a:cubicBezTo>
                    <a:pt x="3634" y="890"/>
                    <a:pt x="3634" y="890"/>
                    <a:pt x="3634" y="890"/>
                  </a:cubicBezTo>
                  <a:cubicBezTo>
                    <a:pt x="3634" y="889"/>
                    <a:pt x="3634" y="888"/>
                    <a:pt x="3634" y="887"/>
                  </a:cubicBezTo>
                  <a:cubicBezTo>
                    <a:pt x="3633" y="875"/>
                    <a:pt x="3631" y="862"/>
                    <a:pt x="3630" y="855"/>
                  </a:cubicBezTo>
                  <a:cubicBezTo>
                    <a:pt x="3630" y="848"/>
                    <a:pt x="3631" y="839"/>
                    <a:pt x="3631" y="839"/>
                  </a:cubicBezTo>
                  <a:cubicBezTo>
                    <a:pt x="3631" y="839"/>
                    <a:pt x="3637" y="836"/>
                    <a:pt x="3636" y="829"/>
                  </a:cubicBezTo>
                  <a:cubicBezTo>
                    <a:pt x="3634" y="823"/>
                    <a:pt x="3633" y="807"/>
                    <a:pt x="3633" y="807"/>
                  </a:cubicBezTo>
                  <a:cubicBezTo>
                    <a:pt x="3633" y="807"/>
                    <a:pt x="3636" y="808"/>
                    <a:pt x="3635" y="799"/>
                  </a:cubicBezTo>
                  <a:cubicBezTo>
                    <a:pt x="3634" y="790"/>
                    <a:pt x="3627" y="695"/>
                    <a:pt x="3627" y="695"/>
                  </a:cubicBezTo>
                  <a:cubicBezTo>
                    <a:pt x="3627" y="695"/>
                    <a:pt x="3633" y="696"/>
                    <a:pt x="3635" y="698"/>
                  </a:cubicBezTo>
                  <a:cubicBezTo>
                    <a:pt x="3638" y="700"/>
                    <a:pt x="3650" y="700"/>
                    <a:pt x="3656" y="690"/>
                  </a:cubicBezTo>
                  <a:cubicBezTo>
                    <a:pt x="3662" y="680"/>
                    <a:pt x="3664" y="672"/>
                    <a:pt x="3664" y="666"/>
                  </a:cubicBezTo>
                  <a:cubicBezTo>
                    <a:pt x="3665" y="661"/>
                    <a:pt x="3669" y="653"/>
                    <a:pt x="3669" y="648"/>
                  </a:cubicBezTo>
                  <a:cubicBezTo>
                    <a:pt x="3669" y="643"/>
                    <a:pt x="3670" y="631"/>
                    <a:pt x="3667" y="628"/>
                  </a:cubicBezTo>
                  <a:cubicBezTo>
                    <a:pt x="3664" y="624"/>
                    <a:pt x="3665" y="619"/>
                    <a:pt x="3664" y="615"/>
                  </a:cubicBezTo>
                  <a:cubicBezTo>
                    <a:pt x="3663" y="611"/>
                    <a:pt x="3663" y="610"/>
                    <a:pt x="3662" y="608"/>
                  </a:cubicBezTo>
                  <a:cubicBezTo>
                    <a:pt x="3660" y="606"/>
                    <a:pt x="3658" y="603"/>
                    <a:pt x="3658" y="603"/>
                  </a:cubicBezTo>
                  <a:cubicBezTo>
                    <a:pt x="3667" y="582"/>
                    <a:pt x="3667" y="582"/>
                    <a:pt x="3667" y="582"/>
                  </a:cubicBezTo>
                  <a:cubicBezTo>
                    <a:pt x="3659" y="567"/>
                    <a:pt x="3659" y="567"/>
                    <a:pt x="3659" y="567"/>
                  </a:cubicBezTo>
                  <a:cubicBezTo>
                    <a:pt x="3650" y="565"/>
                    <a:pt x="3650" y="565"/>
                    <a:pt x="3650" y="565"/>
                  </a:cubicBezTo>
                  <a:cubicBezTo>
                    <a:pt x="3642" y="582"/>
                    <a:pt x="3642" y="582"/>
                    <a:pt x="3642" y="582"/>
                  </a:cubicBezTo>
                  <a:cubicBezTo>
                    <a:pt x="3642" y="582"/>
                    <a:pt x="3639" y="581"/>
                    <a:pt x="3638" y="579"/>
                  </a:cubicBezTo>
                  <a:cubicBezTo>
                    <a:pt x="3636" y="578"/>
                    <a:pt x="3626" y="559"/>
                    <a:pt x="3624" y="553"/>
                  </a:cubicBezTo>
                  <a:cubicBezTo>
                    <a:pt x="3621" y="547"/>
                    <a:pt x="3617" y="542"/>
                    <a:pt x="3614" y="538"/>
                  </a:cubicBezTo>
                  <a:cubicBezTo>
                    <a:pt x="3610" y="534"/>
                    <a:pt x="3609" y="533"/>
                    <a:pt x="3606" y="532"/>
                  </a:cubicBezTo>
                  <a:cubicBezTo>
                    <a:pt x="3603" y="530"/>
                    <a:pt x="3607" y="529"/>
                    <a:pt x="3601" y="526"/>
                  </a:cubicBezTo>
                  <a:cubicBezTo>
                    <a:pt x="3595" y="523"/>
                    <a:pt x="3590" y="519"/>
                    <a:pt x="3588" y="514"/>
                  </a:cubicBezTo>
                  <a:cubicBezTo>
                    <a:pt x="3587" y="512"/>
                    <a:pt x="3587" y="511"/>
                    <a:pt x="3587" y="510"/>
                  </a:cubicBezTo>
                  <a:cubicBezTo>
                    <a:pt x="3587" y="510"/>
                    <a:pt x="3587" y="510"/>
                    <a:pt x="3587" y="510"/>
                  </a:cubicBezTo>
                  <a:cubicBezTo>
                    <a:pt x="3587" y="510"/>
                    <a:pt x="3587" y="510"/>
                    <a:pt x="3587" y="510"/>
                  </a:cubicBezTo>
                  <a:cubicBezTo>
                    <a:pt x="3587" y="510"/>
                    <a:pt x="3590" y="511"/>
                    <a:pt x="3590" y="508"/>
                  </a:cubicBezTo>
                  <a:cubicBezTo>
                    <a:pt x="3591" y="506"/>
                    <a:pt x="3588" y="500"/>
                    <a:pt x="3588" y="500"/>
                  </a:cubicBezTo>
                  <a:cubicBezTo>
                    <a:pt x="3588" y="500"/>
                    <a:pt x="3590" y="493"/>
                    <a:pt x="3589" y="489"/>
                  </a:cubicBezTo>
                  <a:cubicBezTo>
                    <a:pt x="3588" y="485"/>
                    <a:pt x="3585" y="483"/>
                    <a:pt x="3585" y="483"/>
                  </a:cubicBezTo>
                  <a:cubicBezTo>
                    <a:pt x="3584" y="477"/>
                    <a:pt x="3584" y="477"/>
                    <a:pt x="3584" y="477"/>
                  </a:cubicBezTo>
                  <a:cubicBezTo>
                    <a:pt x="3584" y="477"/>
                    <a:pt x="3585" y="480"/>
                    <a:pt x="3587" y="477"/>
                  </a:cubicBezTo>
                  <a:cubicBezTo>
                    <a:pt x="3589" y="474"/>
                    <a:pt x="3588" y="472"/>
                    <a:pt x="3587" y="467"/>
                  </a:cubicBezTo>
                  <a:cubicBezTo>
                    <a:pt x="3586" y="466"/>
                    <a:pt x="3586" y="464"/>
                    <a:pt x="3585" y="462"/>
                  </a:cubicBezTo>
                  <a:cubicBezTo>
                    <a:pt x="3616" y="455"/>
                    <a:pt x="3616" y="455"/>
                    <a:pt x="3616" y="455"/>
                  </a:cubicBezTo>
                  <a:cubicBezTo>
                    <a:pt x="3581" y="456"/>
                    <a:pt x="3581" y="456"/>
                    <a:pt x="3581" y="456"/>
                  </a:cubicBezTo>
                  <a:cubicBezTo>
                    <a:pt x="3580" y="454"/>
                    <a:pt x="3579" y="452"/>
                    <a:pt x="3577" y="450"/>
                  </a:cubicBezTo>
                  <a:cubicBezTo>
                    <a:pt x="3600" y="432"/>
                    <a:pt x="3600" y="432"/>
                    <a:pt x="3600" y="432"/>
                  </a:cubicBezTo>
                  <a:cubicBezTo>
                    <a:pt x="3572" y="445"/>
                    <a:pt x="3572" y="445"/>
                    <a:pt x="3572" y="445"/>
                  </a:cubicBezTo>
                  <a:cubicBezTo>
                    <a:pt x="3571" y="444"/>
                    <a:pt x="3570" y="443"/>
                    <a:pt x="3569" y="442"/>
                  </a:cubicBezTo>
                  <a:cubicBezTo>
                    <a:pt x="3567" y="442"/>
                    <a:pt x="3566" y="441"/>
                    <a:pt x="3564" y="440"/>
                  </a:cubicBezTo>
                  <a:cubicBezTo>
                    <a:pt x="3567" y="420"/>
                    <a:pt x="3567" y="420"/>
                    <a:pt x="3567" y="420"/>
                  </a:cubicBezTo>
                  <a:cubicBezTo>
                    <a:pt x="3569" y="412"/>
                    <a:pt x="3569" y="412"/>
                    <a:pt x="3569" y="412"/>
                  </a:cubicBezTo>
                  <a:cubicBezTo>
                    <a:pt x="3560" y="430"/>
                    <a:pt x="3560" y="430"/>
                    <a:pt x="3560" y="430"/>
                  </a:cubicBezTo>
                  <a:cubicBezTo>
                    <a:pt x="3556" y="438"/>
                    <a:pt x="3556" y="438"/>
                    <a:pt x="3556" y="438"/>
                  </a:cubicBezTo>
                  <a:cubicBezTo>
                    <a:pt x="3556" y="437"/>
                    <a:pt x="3555" y="437"/>
                    <a:pt x="3555" y="437"/>
                  </a:cubicBezTo>
                  <a:cubicBezTo>
                    <a:pt x="3552" y="437"/>
                    <a:pt x="3550" y="436"/>
                    <a:pt x="3547" y="436"/>
                  </a:cubicBezTo>
                  <a:cubicBezTo>
                    <a:pt x="3544" y="432"/>
                    <a:pt x="3544" y="432"/>
                    <a:pt x="3544" y="432"/>
                  </a:cubicBezTo>
                  <a:cubicBezTo>
                    <a:pt x="3539" y="424"/>
                    <a:pt x="3539" y="424"/>
                    <a:pt x="3539" y="424"/>
                  </a:cubicBezTo>
                  <a:cubicBezTo>
                    <a:pt x="3526" y="405"/>
                    <a:pt x="3526" y="405"/>
                    <a:pt x="3526" y="405"/>
                  </a:cubicBezTo>
                  <a:cubicBezTo>
                    <a:pt x="3536" y="429"/>
                    <a:pt x="3536" y="429"/>
                    <a:pt x="3536" y="429"/>
                  </a:cubicBezTo>
                  <a:cubicBezTo>
                    <a:pt x="3540" y="437"/>
                    <a:pt x="3540" y="437"/>
                    <a:pt x="3540" y="437"/>
                  </a:cubicBezTo>
                  <a:cubicBezTo>
                    <a:pt x="3537" y="438"/>
                    <a:pt x="3534" y="439"/>
                    <a:pt x="3531" y="441"/>
                  </a:cubicBezTo>
                  <a:cubicBezTo>
                    <a:pt x="3528" y="440"/>
                    <a:pt x="3528" y="440"/>
                    <a:pt x="3528" y="440"/>
                  </a:cubicBezTo>
                  <a:cubicBezTo>
                    <a:pt x="3497" y="424"/>
                    <a:pt x="3497" y="424"/>
                    <a:pt x="3497" y="424"/>
                  </a:cubicBezTo>
                  <a:cubicBezTo>
                    <a:pt x="3525" y="444"/>
                    <a:pt x="3525" y="444"/>
                    <a:pt x="3525" y="444"/>
                  </a:cubicBezTo>
                  <a:cubicBezTo>
                    <a:pt x="3528" y="446"/>
                    <a:pt x="3528" y="446"/>
                    <a:pt x="3528" y="446"/>
                  </a:cubicBezTo>
                  <a:cubicBezTo>
                    <a:pt x="3526" y="448"/>
                    <a:pt x="3525" y="451"/>
                    <a:pt x="3524" y="453"/>
                  </a:cubicBezTo>
                  <a:cubicBezTo>
                    <a:pt x="3518" y="454"/>
                    <a:pt x="3518" y="454"/>
                    <a:pt x="3518" y="454"/>
                  </a:cubicBezTo>
                  <a:cubicBezTo>
                    <a:pt x="3499" y="456"/>
                    <a:pt x="3499" y="456"/>
                    <a:pt x="3499" y="456"/>
                  </a:cubicBezTo>
                  <a:cubicBezTo>
                    <a:pt x="3499" y="456"/>
                    <a:pt x="3499" y="456"/>
                    <a:pt x="3499" y="456"/>
                  </a:cubicBezTo>
                  <a:cubicBezTo>
                    <a:pt x="3498" y="450"/>
                    <a:pt x="3493" y="431"/>
                    <a:pt x="3486" y="416"/>
                  </a:cubicBezTo>
                  <a:cubicBezTo>
                    <a:pt x="3480" y="401"/>
                    <a:pt x="3481" y="403"/>
                    <a:pt x="3478" y="393"/>
                  </a:cubicBezTo>
                  <a:cubicBezTo>
                    <a:pt x="3475" y="382"/>
                    <a:pt x="3476" y="379"/>
                    <a:pt x="3473" y="373"/>
                  </a:cubicBezTo>
                  <a:cubicBezTo>
                    <a:pt x="3471" y="366"/>
                    <a:pt x="3469" y="360"/>
                    <a:pt x="3466" y="356"/>
                  </a:cubicBezTo>
                  <a:cubicBezTo>
                    <a:pt x="3463" y="352"/>
                    <a:pt x="3462" y="352"/>
                    <a:pt x="3462" y="352"/>
                  </a:cubicBezTo>
                  <a:cubicBezTo>
                    <a:pt x="3463" y="344"/>
                    <a:pt x="3463" y="344"/>
                    <a:pt x="3463" y="344"/>
                  </a:cubicBezTo>
                  <a:cubicBezTo>
                    <a:pt x="3463" y="344"/>
                    <a:pt x="3466" y="343"/>
                    <a:pt x="3466" y="342"/>
                  </a:cubicBezTo>
                  <a:cubicBezTo>
                    <a:pt x="3466" y="340"/>
                    <a:pt x="3464" y="338"/>
                    <a:pt x="3464" y="338"/>
                  </a:cubicBezTo>
                  <a:cubicBezTo>
                    <a:pt x="3464" y="338"/>
                    <a:pt x="3476" y="336"/>
                    <a:pt x="3476" y="334"/>
                  </a:cubicBezTo>
                  <a:cubicBezTo>
                    <a:pt x="3476" y="332"/>
                    <a:pt x="3480" y="331"/>
                    <a:pt x="3478" y="328"/>
                  </a:cubicBezTo>
                  <a:cubicBezTo>
                    <a:pt x="3477" y="325"/>
                    <a:pt x="3474" y="323"/>
                    <a:pt x="3476" y="320"/>
                  </a:cubicBezTo>
                  <a:cubicBezTo>
                    <a:pt x="3477" y="318"/>
                    <a:pt x="3479" y="316"/>
                    <a:pt x="3479" y="316"/>
                  </a:cubicBezTo>
                  <a:cubicBezTo>
                    <a:pt x="3476" y="316"/>
                    <a:pt x="3476" y="316"/>
                    <a:pt x="3476" y="316"/>
                  </a:cubicBezTo>
                  <a:cubicBezTo>
                    <a:pt x="3477" y="313"/>
                    <a:pt x="3477" y="313"/>
                    <a:pt x="3477" y="313"/>
                  </a:cubicBezTo>
                  <a:cubicBezTo>
                    <a:pt x="3472" y="314"/>
                    <a:pt x="3472" y="314"/>
                    <a:pt x="3472" y="314"/>
                  </a:cubicBezTo>
                  <a:cubicBezTo>
                    <a:pt x="3471" y="311"/>
                    <a:pt x="3471" y="311"/>
                    <a:pt x="3471" y="311"/>
                  </a:cubicBezTo>
                  <a:cubicBezTo>
                    <a:pt x="3463" y="312"/>
                    <a:pt x="3463" y="312"/>
                    <a:pt x="3463" y="312"/>
                  </a:cubicBezTo>
                  <a:cubicBezTo>
                    <a:pt x="3463" y="311"/>
                    <a:pt x="3463" y="310"/>
                    <a:pt x="3463" y="308"/>
                  </a:cubicBezTo>
                  <a:cubicBezTo>
                    <a:pt x="3463" y="308"/>
                    <a:pt x="3463" y="308"/>
                    <a:pt x="3463" y="308"/>
                  </a:cubicBezTo>
                  <a:cubicBezTo>
                    <a:pt x="3463" y="307"/>
                    <a:pt x="3462" y="305"/>
                    <a:pt x="3463" y="305"/>
                  </a:cubicBezTo>
                  <a:cubicBezTo>
                    <a:pt x="3465" y="305"/>
                    <a:pt x="3465" y="303"/>
                    <a:pt x="3467" y="299"/>
                  </a:cubicBezTo>
                  <a:cubicBezTo>
                    <a:pt x="3469" y="296"/>
                    <a:pt x="3477" y="289"/>
                    <a:pt x="3477" y="286"/>
                  </a:cubicBezTo>
                  <a:cubicBezTo>
                    <a:pt x="3478" y="283"/>
                    <a:pt x="3479" y="281"/>
                    <a:pt x="3478" y="279"/>
                  </a:cubicBezTo>
                  <a:cubicBezTo>
                    <a:pt x="3477" y="278"/>
                    <a:pt x="3474" y="283"/>
                    <a:pt x="3471" y="285"/>
                  </a:cubicBezTo>
                  <a:cubicBezTo>
                    <a:pt x="3468" y="287"/>
                    <a:pt x="3466" y="284"/>
                    <a:pt x="3463" y="286"/>
                  </a:cubicBezTo>
                  <a:cubicBezTo>
                    <a:pt x="3461" y="288"/>
                    <a:pt x="3464" y="279"/>
                    <a:pt x="3461" y="278"/>
                  </a:cubicBezTo>
                  <a:cubicBezTo>
                    <a:pt x="3458" y="276"/>
                    <a:pt x="3455" y="280"/>
                    <a:pt x="3452" y="284"/>
                  </a:cubicBezTo>
                  <a:cubicBezTo>
                    <a:pt x="3449" y="287"/>
                    <a:pt x="3447" y="284"/>
                    <a:pt x="3443" y="289"/>
                  </a:cubicBezTo>
                  <a:cubicBezTo>
                    <a:pt x="3439" y="294"/>
                    <a:pt x="3443" y="301"/>
                    <a:pt x="3445" y="305"/>
                  </a:cubicBezTo>
                  <a:cubicBezTo>
                    <a:pt x="3447" y="307"/>
                    <a:pt x="3447" y="308"/>
                    <a:pt x="3447" y="310"/>
                  </a:cubicBezTo>
                  <a:cubicBezTo>
                    <a:pt x="3444" y="308"/>
                    <a:pt x="3444" y="308"/>
                    <a:pt x="3444" y="308"/>
                  </a:cubicBezTo>
                  <a:cubicBezTo>
                    <a:pt x="3441" y="312"/>
                    <a:pt x="3441" y="312"/>
                    <a:pt x="3441" y="312"/>
                  </a:cubicBezTo>
                  <a:cubicBezTo>
                    <a:pt x="3435" y="311"/>
                    <a:pt x="3435" y="311"/>
                    <a:pt x="3435" y="311"/>
                  </a:cubicBezTo>
                  <a:cubicBezTo>
                    <a:pt x="3434" y="314"/>
                    <a:pt x="3434" y="314"/>
                    <a:pt x="3434" y="314"/>
                  </a:cubicBezTo>
                  <a:cubicBezTo>
                    <a:pt x="3430" y="313"/>
                    <a:pt x="3430" y="313"/>
                    <a:pt x="3430" y="313"/>
                  </a:cubicBezTo>
                  <a:cubicBezTo>
                    <a:pt x="3431" y="316"/>
                    <a:pt x="3431" y="316"/>
                    <a:pt x="3431" y="316"/>
                  </a:cubicBezTo>
                  <a:cubicBezTo>
                    <a:pt x="3428" y="316"/>
                    <a:pt x="3428" y="316"/>
                    <a:pt x="3428" y="316"/>
                  </a:cubicBezTo>
                  <a:cubicBezTo>
                    <a:pt x="3428" y="316"/>
                    <a:pt x="3432" y="318"/>
                    <a:pt x="3433" y="321"/>
                  </a:cubicBezTo>
                  <a:cubicBezTo>
                    <a:pt x="3432" y="322"/>
                    <a:pt x="3431" y="326"/>
                    <a:pt x="3430" y="327"/>
                  </a:cubicBezTo>
                  <a:cubicBezTo>
                    <a:pt x="3429" y="328"/>
                    <a:pt x="3429" y="330"/>
                    <a:pt x="3430" y="331"/>
                  </a:cubicBezTo>
                  <a:cubicBezTo>
                    <a:pt x="3432" y="332"/>
                    <a:pt x="3433" y="335"/>
                    <a:pt x="3436" y="336"/>
                  </a:cubicBezTo>
                  <a:cubicBezTo>
                    <a:pt x="3437" y="336"/>
                    <a:pt x="3438" y="337"/>
                    <a:pt x="3439" y="337"/>
                  </a:cubicBezTo>
                  <a:cubicBezTo>
                    <a:pt x="3438" y="338"/>
                    <a:pt x="3440" y="341"/>
                    <a:pt x="3443" y="342"/>
                  </a:cubicBezTo>
                  <a:cubicBezTo>
                    <a:pt x="3444" y="344"/>
                    <a:pt x="3445" y="346"/>
                    <a:pt x="3445" y="346"/>
                  </a:cubicBezTo>
                  <a:cubicBezTo>
                    <a:pt x="3445" y="349"/>
                    <a:pt x="3445" y="349"/>
                    <a:pt x="3445" y="349"/>
                  </a:cubicBezTo>
                  <a:cubicBezTo>
                    <a:pt x="3445" y="349"/>
                    <a:pt x="3442" y="349"/>
                    <a:pt x="3441" y="351"/>
                  </a:cubicBezTo>
                  <a:cubicBezTo>
                    <a:pt x="3441" y="354"/>
                    <a:pt x="3443" y="356"/>
                    <a:pt x="3443" y="356"/>
                  </a:cubicBezTo>
                  <a:cubicBezTo>
                    <a:pt x="3443" y="356"/>
                    <a:pt x="3442" y="356"/>
                    <a:pt x="3442" y="359"/>
                  </a:cubicBezTo>
                  <a:cubicBezTo>
                    <a:pt x="3442" y="362"/>
                    <a:pt x="3444" y="363"/>
                    <a:pt x="3444" y="363"/>
                  </a:cubicBezTo>
                  <a:cubicBezTo>
                    <a:pt x="3444" y="363"/>
                    <a:pt x="3441" y="365"/>
                    <a:pt x="3443" y="368"/>
                  </a:cubicBezTo>
                  <a:cubicBezTo>
                    <a:pt x="3444" y="371"/>
                    <a:pt x="3447" y="372"/>
                    <a:pt x="3447" y="372"/>
                  </a:cubicBezTo>
                  <a:cubicBezTo>
                    <a:pt x="3447" y="372"/>
                    <a:pt x="3448" y="380"/>
                    <a:pt x="3447" y="382"/>
                  </a:cubicBezTo>
                  <a:cubicBezTo>
                    <a:pt x="3446" y="385"/>
                    <a:pt x="3446" y="387"/>
                    <a:pt x="3446" y="387"/>
                  </a:cubicBezTo>
                  <a:cubicBezTo>
                    <a:pt x="3446" y="387"/>
                    <a:pt x="3444" y="388"/>
                    <a:pt x="3445" y="390"/>
                  </a:cubicBezTo>
                  <a:cubicBezTo>
                    <a:pt x="3446" y="392"/>
                    <a:pt x="3448" y="392"/>
                    <a:pt x="3448" y="396"/>
                  </a:cubicBezTo>
                  <a:cubicBezTo>
                    <a:pt x="3448" y="400"/>
                    <a:pt x="3449" y="401"/>
                    <a:pt x="3449" y="401"/>
                  </a:cubicBezTo>
                  <a:cubicBezTo>
                    <a:pt x="3449" y="401"/>
                    <a:pt x="3452" y="407"/>
                    <a:pt x="3454" y="407"/>
                  </a:cubicBezTo>
                  <a:cubicBezTo>
                    <a:pt x="3456" y="407"/>
                    <a:pt x="3458" y="404"/>
                    <a:pt x="3458" y="403"/>
                  </a:cubicBezTo>
                  <a:cubicBezTo>
                    <a:pt x="3458" y="401"/>
                    <a:pt x="3459" y="411"/>
                    <a:pt x="3460" y="417"/>
                  </a:cubicBezTo>
                  <a:cubicBezTo>
                    <a:pt x="3461" y="424"/>
                    <a:pt x="3464" y="445"/>
                    <a:pt x="3469" y="456"/>
                  </a:cubicBezTo>
                  <a:cubicBezTo>
                    <a:pt x="3473" y="467"/>
                    <a:pt x="3475" y="473"/>
                    <a:pt x="3477" y="479"/>
                  </a:cubicBezTo>
                  <a:cubicBezTo>
                    <a:pt x="3478" y="484"/>
                    <a:pt x="3479" y="489"/>
                    <a:pt x="3478" y="492"/>
                  </a:cubicBezTo>
                  <a:cubicBezTo>
                    <a:pt x="3476" y="496"/>
                    <a:pt x="3471" y="509"/>
                    <a:pt x="3471" y="519"/>
                  </a:cubicBezTo>
                  <a:cubicBezTo>
                    <a:pt x="3471" y="519"/>
                    <a:pt x="3471" y="519"/>
                    <a:pt x="3471" y="519"/>
                  </a:cubicBezTo>
                  <a:cubicBezTo>
                    <a:pt x="3470" y="525"/>
                    <a:pt x="3470" y="530"/>
                    <a:pt x="3471" y="533"/>
                  </a:cubicBezTo>
                  <a:cubicBezTo>
                    <a:pt x="3471" y="535"/>
                    <a:pt x="3472" y="535"/>
                    <a:pt x="3474" y="535"/>
                  </a:cubicBezTo>
                  <a:cubicBezTo>
                    <a:pt x="3479" y="535"/>
                    <a:pt x="3480" y="537"/>
                    <a:pt x="3481" y="537"/>
                  </a:cubicBezTo>
                  <a:cubicBezTo>
                    <a:pt x="3481" y="536"/>
                    <a:pt x="3482" y="537"/>
                    <a:pt x="3482" y="538"/>
                  </a:cubicBezTo>
                  <a:cubicBezTo>
                    <a:pt x="3482" y="540"/>
                    <a:pt x="3482" y="544"/>
                    <a:pt x="3484" y="546"/>
                  </a:cubicBezTo>
                  <a:cubicBezTo>
                    <a:pt x="3487" y="550"/>
                    <a:pt x="3488" y="547"/>
                    <a:pt x="3490" y="558"/>
                  </a:cubicBezTo>
                  <a:cubicBezTo>
                    <a:pt x="3491" y="568"/>
                    <a:pt x="3491" y="569"/>
                    <a:pt x="3494" y="577"/>
                  </a:cubicBezTo>
                  <a:cubicBezTo>
                    <a:pt x="3497" y="584"/>
                    <a:pt x="3498" y="586"/>
                    <a:pt x="3498" y="586"/>
                  </a:cubicBezTo>
                  <a:cubicBezTo>
                    <a:pt x="3498" y="586"/>
                    <a:pt x="3487" y="599"/>
                    <a:pt x="3483" y="617"/>
                  </a:cubicBezTo>
                  <a:cubicBezTo>
                    <a:pt x="3479" y="634"/>
                    <a:pt x="3479" y="650"/>
                    <a:pt x="3482" y="654"/>
                  </a:cubicBezTo>
                  <a:cubicBezTo>
                    <a:pt x="3484" y="658"/>
                    <a:pt x="3486" y="661"/>
                    <a:pt x="3486" y="661"/>
                  </a:cubicBezTo>
                  <a:cubicBezTo>
                    <a:pt x="3486" y="661"/>
                    <a:pt x="3483" y="676"/>
                    <a:pt x="3483" y="688"/>
                  </a:cubicBezTo>
                  <a:cubicBezTo>
                    <a:pt x="3484" y="700"/>
                    <a:pt x="3484" y="708"/>
                    <a:pt x="3486" y="714"/>
                  </a:cubicBezTo>
                  <a:cubicBezTo>
                    <a:pt x="3487" y="720"/>
                    <a:pt x="3488" y="723"/>
                    <a:pt x="3488" y="723"/>
                  </a:cubicBezTo>
                  <a:cubicBezTo>
                    <a:pt x="3488" y="723"/>
                    <a:pt x="3489" y="729"/>
                    <a:pt x="3490" y="733"/>
                  </a:cubicBezTo>
                  <a:cubicBezTo>
                    <a:pt x="3491" y="737"/>
                    <a:pt x="3491" y="741"/>
                    <a:pt x="3491" y="741"/>
                  </a:cubicBezTo>
                  <a:cubicBezTo>
                    <a:pt x="3491" y="741"/>
                    <a:pt x="3491" y="768"/>
                    <a:pt x="3493" y="777"/>
                  </a:cubicBezTo>
                  <a:cubicBezTo>
                    <a:pt x="3495" y="786"/>
                    <a:pt x="3495" y="791"/>
                    <a:pt x="3496" y="797"/>
                  </a:cubicBezTo>
                  <a:cubicBezTo>
                    <a:pt x="3497" y="803"/>
                    <a:pt x="3500" y="811"/>
                    <a:pt x="3502" y="819"/>
                  </a:cubicBezTo>
                  <a:cubicBezTo>
                    <a:pt x="3505" y="828"/>
                    <a:pt x="3508" y="837"/>
                    <a:pt x="3508" y="837"/>
                  </a:cubicBezTo>
                  <a:cubicBezTo>
                    <a:pt x="3508" y="837"/>
                    <a:pt x="3509" y="842"/>
                    <a:pt x="3508" y="853"/>
                  </a:cubicBezTo>
                  <a:cubicBezTo>
                    <a:pt x="3507" y="862"/>
                    <a:pt x="3505" y="886"/>
                    <a:pt x="3502" y="899"/>
                  </a:cubicBezTo>
                  <a:cubicBezTo>
                    <a:pt x="3471" y="899"/>
                    <a:pt x="3471" y="899"/>
                    <a:pt x="3471" y="899"/>
                  </a:cubicBezTo>
                  <a:cubicBezTo>
                    <a:pt x="3471" y="921"/>
                    <a:pt x="3471" y="921"/>
                    <a:pt x="3471" y="921"/>
                  </a:cubicBezTo>
                  <a:cubicBezTo>
                    <a:pt x="3442" y="921"/>
                    <a:pt x="3442" y="921"/>
                    <a:pt x="3442" y="921"/>
                  </a:cubicBezTo>
                  <a:cubicBezTo>
                    <a:pt x="3442" y="950"/>
                    <a:pt x="3442" y="950"/>
                    <a:pt x="3442" y="950"/>
                  </a:cubicBezTo>
                  <a:cubicBezTo>
                    <a:pt x="3434" y="956"/>
                    <a:pt x="3434" y="956"/>
                    <a:pt x="3434" y="956"/>
                  </a:cubicBezTo>
                  <a:cubicBezTo>
                    <a:pt x="3440" y="966"/>
                    <a:pt x="3440" y="966"/>
                    <a:pt x="3440" y="966"/>
                  </a:cubicBezTo>
                  <a:cubicBezTo>
                    <a:pt x="3440" y="973"/>
                    <a:pt x="3440" y="973"/>
                    <a:pt x="3440" y="973"/>
                  </a:cubicBezTo>
                  <a:cubicBezTo>
                    <a:pt x="3399" y="973"/>
                    <a:pt x="3399" y="973"/>
                    <a:pt x="3399" y="973"/>
                  </a:cubicBezTo>
                  <a:cubicBezTo>
                    <a:pt x="3399" y="927"/>
                    <a:pt x="3399" y="927"/>
                    <a:pt x="3399" y="927"/>
                  </a:cubicBezTo>
                  <a:cubicBezTo>
                    <a:pt x="3365" y="927"/>
                    <a:pt x="3365" y="927"/>
                    <a:pt x="3365" y="927"/>
                  </a:cubicBezTo>
                  <a:cubicBezTo>
                    <a:pt x="3365" y="875"/>
                    <a:pt x="3365" y="875"/>
                    <a:pt x="3365" y="875"/>
                  </a:cubicBezTo>
                  <a:cubicBezTo>
                    <a:pt x="3356" y="866"/>
                    <a:pt x="3356" y="866"/>
                    <a:pt x="3356" y="866"/>
                  </a:cubicBezTo>
                  <a:cubicBezTo>
                    <a:pt x="3356" y="861"/>
                    <a:pt x="3356" y="861"/>
                    <a:pt x="3356" y="861"/>
                  </a:cubicBezTo>
                  <a:cubicBezTo>
                    <a:pt x="3350" y="861"/>
                    <a:pt x="3350" y="861"/>
                    <a:pt x="3350" y="861"/>
                  </a:cubicBezTo>
                  <a:cubicBezTo>
                    <a:pt x="3335" y="846"/>
                    <a:pt x="3335" y="846"/>
                    <a:pt x="3335" y="846"/>
                  </a:cubicBezTo>
                  <a:cubicBezTo>
                    <a:pt x="3324" y="861"/>
                    <a:pt x="3324" y="861"/>
                    <a:pt x="3324" y="861"/>
                  </a:cubicBezTo>
                  <a:cubicBezTo>
                    <a:pt x="3296" y="861"/>
                    <a:pt x="3296" y="861"/>
                    <a:pt x="3296" y="861"/>
                  </a:cubicBezTo>
                  <a:cubicBezTo>
                    <a:pt x="3296" y="830"/>
                    <a:pt x="3296" y="830"/>
                    <a:pt x="3296" y="830"/>
                  </a:cubicBezTo>
                  <a:cubicBezTo>
                    <a:pt x="3285" y="830"/>
                    <a:pt x="3285" y="830"/>
                    <a:pt x="3285" y="830"/>
                  </a:cubicBezTo>
                  <a:cubicBezTo>
                    <a:pt x="3284" y="765"/>
                    <a:pt x="3284" y="765"/>
                    <a:pt x="3284" y="765"/>
                  </a:cubicBezTo>
                  <a:cubicBezTo>
                    <a:pt x="3276" y="765"/>
                    <a:pt x="3276" y="765"/>
                    <a:pt x="3276" y="765"/>
                  </a:cubicBezTo>
                  <a:cubicBezTo>
                    <a:pt x="3274" y="711"/>
                    <a:pt x="3274" y="711"/>
                    <a:pt x="3274" y="711"/>
                  </a:cubicBezTo>
                  <a:cubicBezTo>
                    <a:pt x="3280" y="707"/>
                    <a:pt x="3280" y="707"/>
                    <a:pt x="3280" y="707"/>
                  </a:cubicBezTo>
                  <a:cubicBezTo>
                    <a:pt x="3280" y="703"/>
                    <a:pt x="3280" y="703"/>
                    <a:pt x="3280" y="703"/>
                  </a:cubicBezTo>
                  <a:cubicBezTo>
                    <a:pt x="3280" y="701"/>
                    <a:pt x="3278" y="700"/>
                    <a:pt x="3274" y="699"/>
                  </a:cubicBezTo>
                  <a:cubicBezTo>
                    <a:pt x="3272" y="649"/>
                    <a:pt x="3272" y="649"/>
                    <a:pt x="3272" y="649"/>
                  </a:cubicBezTo>
                  <a:cubicBezTo>
                    <a:pt x="3277" y="644"/>
                    <a:pt x="3277" y="644"/>
                    <a:pt x="3277" y="644"/>
                  </a:cubicBezTo>
                  <a:cubicBezTo>
                    <a:pt x="3277" y="641"/>
                    <a:pt x="3277" y="641"/>
                    <a:pt x="3277" y="641"/>
                  </a:cubicBezTo>
                  <a:cubicBezTo>
                    <a:pt x="3277" y="639"/>
                    <a:pt x="3275" y="637"/>
                    <a:pt x="3272" y="636"/>
                  </a:cubicBezTo>
                  <a:cubicBezTo>
                    <a:pt x="3270" y="579"/>
                    <a:pt x="3270" y="579"/>
                    <a:pt x="3270" y="579"/>
                  </a:cubicBezTo>
                  <a:cubicBezTo>
                    <a:pt x="3276" y="574"/>
                    <a:pt x="3276" y="574"/>
                    <a:pt x="3276" y="574"/>
                  </a:cubicBezTo>
                  <a:cubicBezTo>
                    <a:pt x="3276" y="571"/>
                    <a:pt x="3276" y="571"/>
                    <a:pt x="3276" y="571"/>
                  </a:cubicBezTo>
                  <a:cubicBezTo>
                    <a:pt x="3276" y="569"/>
                    <a:pt x="3273" y="567"/>
                    <a:pt x="3270" y="566"/>
                  </a:cubicBezTo>
                  <a:cubicBezTo>
                    <a:pt x="3269" y="552"/>
                    <a:pt x="3269" y="552"/>
                    <a:pt x="3269" y="552"/>
                  </a:cubicBezTo>
                  <a:cubicBezTo>
                    <a:pt x="3272" y="552"/>
                    <a:pt x="3272" y="552"/>
                    <a:pt x="3272" y="552"/>
                  </a:cubicBezTo>
                  <a:cubicBezTo>
                    <a:pt x="3276" y="548"/>
                    <a:pt x="3276" y="548"/>
                    <a:pt x="3276" y="548"/>
                  </a:cubicBezTo>
                  <a:cubicBezTo>
                    <a:pt x="3270" y="545"/>
                    <a:pt x="3270" y="545"/>
                    <a:pt x="3270" y="545"/>
                  </a:cubicBezTo>
                  <a:cubicBezTo>
                    <a:pt x="3270" y="542"/>
                    <a:pt x="3270" y="542"/>
                    <a:pt x="3270" y="542"/>
                  </a:cubicBezTo>
                  <a:cubicBezTo>
                    <a:pt x="3269" y="542"/>
                    <a:pt x="3269" y="542"/>
                    <a:pt x="3269" y="542"/>
                  </a:cubicBezTo>
                  <a:cubicBezTo>
                    <a:pt x="3269" y="542"/>
                    <a:pt x="3269" y="542"/>
                    <a:pt x="3269" y="542"/>
                  </a:cubicBezTo>
                  <a:cubicBezTo>
                    <a:pt x="3269" y="541"/>
                    <a:pt x="3269" y="540"/>
                    <a:pt x="3268" y="539"/>
                  </a:cubicBezTo>
                  <a:cubicBezTo>
                    <a:pt x="3268" y="537"/>
                    <a:pt x="3267" y="535"/>
                    <a:pt x="3265" y="534"/>
                  </a:cubicBezTo>
                  <a:cubicBezTo>
                    <a:pt x="3264" y="533"/>
                    <a:pt x="3263" y="533"/>
                    <a:pt x="3262" y="532"/>
                  </a:cubicBezTo>
                  <a:cubicBezTo>
                    <a:pt x="3262" y="531"/>
                    <a:pt x="3260" y="531"/>
                    <a:pt x="3259" y="530"/>
                  </a:cubicBezTo>
                  <a:cubicBezTo>
                    <a:pt x="3259" y="530"/>
                    <a:pt x="3259" y="530"/>
                    <a:pt x="3259" y="530"/>
                  </a:cubicBezTo>
                  <a:cubicBezTo>
                    <a:pt x="3259" y="530"/>
                    <a:pt x="3258" y="529"/>
                    <a:pt x="3258" y="529"/>
                  </a:cubicBezTo>
                  <a:cubicBezTo>
                    <a:pt x="3258" y="529"/>
                    <a:pt x="3258" y="529"/>
                    <a:pt x="3258" y="529"/>
                  </a:cubicBezTo>
                  <a:cubicBezTo>
                    <a:pt x="3257" y="529"/>
                    <a:pt x="3257" y="530"/>
                    <a:pt x="3257" y="530"/>
                  </a:cubicBezTo>
                  <a:cubicBezTo>
                    <a:pt x="3257" y="530"/>
                    <a:pt x="3257" y="530"/>
                    <a:pt x="3257" y="530"/>
                  </a:cubicBezTo>
                  <a:cubicBezTo>
                    <a:pt x="3255" y="531"/>
                    <a:pt x="3254" y="531"/>
                    <a:pt x="3253" y="532"/>
                  </a:cubicBezTo>
                  <a:cubicBezTo>
                    <a:pt x="3253" y="532"/>
                    <a:pt x="3253" y="532"/>
                    <a:pt x="3253" y="532"/>
                  </a:cubicBezTo>
                  <a:cubicBezTo>
                    <a:pt x="3253" y="532"/>
                    <a:pt x="3252" y="533"/>
                    <a:pt x="3252" y="533"/>
                  </a:cubicBezTo>
                  <a:cubicBezTo>
                    <a:pt x="3249" y="535"/>
                    <a:pt x="3247" y="538"/>
                    <a:pt x="3247" y="542"/>
                  </a:cubicBezTo>
                  <a:cubicBezTo>
                    <a:pt x="3245" y="542"/>
                    <a:pt x="3245" y="542"/>
                    <a:pt x="3245" y="542"/>
                  </a:cubicBezTo>
                  <a:cubicBezTo>
                    <a:pt x="3245" y="545"/>
                    <a:pt x="3245" y="545"/>
                    <a:pt x="3245" y="545"/>
                  </a:cubicBezTo>
                  <a:cubicBezTo>
                    <a:pt x="3239" y="548"/>
                    <a:pt x="3239" y="548"/>
                    <a:pt x="3239" y="548"/>
                  </a:cubicBezTo>
                  <a:cubicBezTo>
                    <a:pt x="3244" y="552"/>
                    <a:pt x="3244" y="552"/>
                    <a:pt x="3244" y="552"/>
                  </a:cubicBezTo>
                  <a:cubicBezTo>
                    <a:pt x="3247" y="552"/>
                    <a:pt x="3247" y="552"/>
                    <a:pt x="3247" y="552"/>
                  </a:cubicBezTo>
                  <a:cubicBezTo>
                    <a:pt x="3246" y="566"/>
                    <a:pt x="3246" y="566"/>
                    <a:pt x="3246" y="566"/>
                  </a:cubicBezTo>
                  <a:cubicBezTo>
                    <a:pt x="3243" y="567"/>
                    <a:pt x="3241" y="569"/>
                    <a:pt x="3240" y="570"/>
                  </a:cubicBezTo>
                  <a:cubicBezTo>
                    <a:pt x="3240" y="571"/>
                    <a:pt x="3240" y="571"/>
                    <a:pt x="3240" y="571"/>
                  </a:cubicBezTo>
                  <a:cubicBezTo>
                    <a:pt x="3240" y="575"/>
                    <a:pt x="3240" y="575"/>
                    <a:pt x="3240" y="575"/>
                  </a:cubicBezTo>
                  <a:cubicBezTo>
                    <a:pt x="3246" y="579"/>
                    <a:pt x="3246" y="579"/>
                    <a:pt x="3246" y="579"/>
                  </a:cubicBezTo>
                  <a:cubicBezTo>
                    <a:pt x="3246" y="581"/>
                    <a:pt x="3246" y="581"/>
                    <a:pt x="3246" y="581"/>
                  </a:cubicBezTo>
                  <a:cubicBezTo>
                    <a:pt x="3246" y="595"/>
                    <a:pt x="3246" y="595"/>
                    <a:pt x="3246" y="595"/>
                  </a:cubicBezTo>
                  <a:cubicBezTo>
                    <a:pt x="3245" y="631"/>
                    <a:pt x="3245" y="631"/>
                    <a:pt x="3245" y="631"/>
                  </a:cubicBezTo>
                  <a:cubicBezTo>
                    <a:pt x="3245" y="636"/>
                    <a:pt x="3245" y="636"/>
                    <a:pt x="3245" y="636"/>
                  </a:cubicBezTo>
                  <a:cubicBezTo>
                    <a:pt x="3245" y="636"/>
                    <a:pt x="3244" y="637"/>
                    <a:pt x="3244" y="637"/>
                  </a:cubicBezTo>
                  <a:cubicBezTo>
                    <a:pt x="3242" y="637"/>
                    <a:pt x="3241" y="638"/>
                    <a:pt x="3240" y="639"/>
                  </a:cubicBezTo>
                  <a:cubicBezTo>
                    <a:pt x="3240" y="640"/>
                    <a:pt x="3240" y="640"/>
                    <a:pt x="3240" y="640"/>
                  </a:cubicBezTo>
                  <a:cubicBezTo>
                    <a:pt x="3240" y="640"/>
                    <a:pt x="3240" y="640"/>
                    <a:pt x="3240" y="640"/>
                  </a:cubicBezTo>
                  <a:cubicBezTo>
                    <a:pt x="3240" y="641"/>
                    <a:pt x="3240" y="641"/>
                    <a:pt x="3240" y="641"/>
                  </a:cubicBezTo>
                  <a:cubicBezTo>
                    <a:pt x="3240" y="644"/>
                    <a:pt x="3240" y="644"/>
                    <a:pt x="3240" y="644"/>
                  </a:cubicBezTo>
                  <a:cubicBezTo>
                    <a:pt x="3240" y="645"/>
                    <a:pt x="3240" y="645"/>
                    <a:pt x="3240" y="645"/>
                  </a:cubicBezTo>
                  <a:cubicBezTo>
                    <a:pt x="3243" y="647"/>
                    <a:pt x="3243" y="647"/>
                    <a:pt x="3243" y="647"/>
                  </a:cubicBezTo>
                  <a:cubicBezTo>
                    <a:pt x="3245" y="649"/>
                    <a:pt x="3245" y="649"/>
                    <a:pt x="3245" y="649"/>
                  </a:cubicBezTo>
                  <a:cubicBezTo>
                    <a:pt x="3244" y="699"/>
                    <a:pt x="3244" y="699"/>
                    <a:pt x="3244" y="699"/>
                  </a:cubicBezTo>
                  <a:cubicBezTo>
                    <a:pt x="3240" y="700"/>
                    <a:pt x="3238" y="701"/>
                    <a:pt x="3238" y="703"/>
                  </a:cubicBezTo>
                  <a:cubicBezTo>
                    <a:pt x="3238" y="703"/>
                    <a:pt x="3238" y="703"/>
                    <a:pt x="3238" y="703"/>
                  </a:cubicBezTo>
                  <a:cubicBezTo>
                    <a:pt x="3238" y="703"/>
                    <a:pt x="3238" y="703"/>
                    <a:pt x="3238" y="703"/>
                  </a:cubicBezTo>
                  <a:cubicBezTo>
                    <a:pt x="3238" y="703"/>
                    <a:pt x="3237" y="703"/>
                    <a:pt x="3237" y="703"/>
                  </a:cubicBezTo>
                  <a:cubicBezTo>
                    <a:pt x="3238" y="707"/>
                    <a:pt x="3238" y="707"/>
                    <a:pt x="3238" y="707"/>
                  </a:cubicBezTo>
                  <a:cubicBezTo>
                    <a:pt x="3243" y="711"/>
                    <a:pt x="3243" y="711"/>
                    <a:pt x="3243" y="711"/>
                  </a:cubicBezTo>
                  <a:cubicBezTo>
                    <a:pt x="3243" y="711"/>
                    <a:pt x="3243" y="711"/>
                    <a:pt x="3243" y="711"/>
                  </a:cubicBezTo>
                  <a:cubicBezTo>
                    <a:pt x="3243" y="745"/>
                    <a:pt x="3243" y="745"/>
                    <a:pt x="3243" y="745"/>
                  </a:cubicBezTo>
                  <a:cubicBezTo>
                    <a:pt x="3242" y="760"/>
                    <a:pt x="3242" y="760"/>
                    <a:pt x="3242" y="760"/>
                  </a:cubicBezTo>
                  <a:cubicBezTo>
                    <a:pt x="3242" y="765"/>
                    <a:pt x="3242" y="765"/>
                    <a:pt x="3242" y="765"/>
                  </a:cubicBezTo>
                  <a:cubicBezTo>
                    <a:pt x="3242" y="765"/>
                    <a:pt x="3242" y="765"/>
                    <a:pt x="3242" y="765"/>
                  </a:cubicBezTo>
                  <a:cubicBezTo>
                    <a:pt x="3240" y="765"/>
                    <a:pt x="3240" y="765"/>
                    <a:pt x="3240" y="765"/>
                  </a:cubicBezTo>
                  <a:cubicBezTo>
                    <a:pt x="3236" y="766"/>
                    <a:pt x="3236" y="766"/>
                    <a:pt x="3236" y="766"/>
                  </a:cubicBezTo>
                  <a:cubicBezTo>
                    <a:pt x="3228" y="766"/>
                    <a:pt x="3228" y="766"/>
                    <a:pt x="3228" y="766"/>
                  </a:cubicBezTo>
                  <a:cubicBezTo>
                    <a:pt x="3225" y="766"/>
                    <a:pt x="3225" y="766"/>
                    <a:pt x="3225" y="766"/>
                  </a:cubicBezTo>
                  <a:cubicBezTo>
                    <a:pt x="3223" y="766"/>
                    <a:pt x="3223" y="766"/>
                    <a:pt x="3223" y="766"/>
                  </a:cubicBezTo>
                  <a:cubicBezTo>
                    <a:pt x="3163" y="766"/>
                    <a:pt x="3163" y="766"/>
                    <a:pt x="3163" y="766"/>
                  </a:cubicBezTo>
                  <a:cubicBezTo>
                    <a:pt x="3162" y="745"/>
                    <a:pt x="3162" y="745"/>
                    <a:pt x="3162" y="745"/>
                  </a:cubicBezTo>
                  <a:cubicBezTo>
                    <a:pt x="3166" y="743"/>
                    <a:pt x="3166" y="743"/>
                    <a:pt x="3166" y="743"/>
                  </a:cubicBezTo>
                  <a:cubicBezTo>
                    <a:pt x="3166" y="740"/>
                    <a:pt x="3166" y="740"/>
                    <a:pt x="3166" y="740"/>
                  </a:cubicBezTo>
                  <a:cubicBezTo>
                    <a:pt x="3166" y="739"/>
                    <a:pt x="3164" y="738"/>
                    <a:pt x="3162" y="738"/>
                  </a:cubicBezTo>
                  <a:cubicBezTo>
                    <a:pt x="3161" y="707"/>
                    <a:pt x="3161" y="707"/>
                    <a:pt x="3161" y="707"/>
                  </a:cubicBezTo>
                  <a:cubicBezTo>
                    <a:pt x="3164" y="704"/>
                    <a:pt x="3164" y="704"/>
                    <a:pt x="3164" y="704"/>
                  </a:cubicBezTo>
                  <a:cubicBezTo>
                    <a:pt x="3164" y="702"/>
                    <a:pt x="3164" y="702"/>
                    <a:pt x="3164" y="702"/>
                  </a:cubicBezTo>
                  <a:cubicBezTo>
                    <a:pt x="3164" y="701"/>
                    <a:pt x="3163" y="700"/>
                    <a:pt x="3160" y="699"/>
                  </a:cubicBezTo>
                  <a:cubicBezTo>
                    <a:pt x="3159" y="664"/>
                    <a:pt x="3159" y="664"/>
                    <a:pt x="3159" y="664"/>
                  </a:cubicBezTo>
                  <a:cubicBezTo>
                    <a:pt x="3163" y="661"/>
                    <a:pt x="3163" y="661"/>
                    <a:pt x="3163" y="661"/>
                  </a:cubicBezTo>
                  <a:cubicBezTo>
                    <a:pt x="3163" y="659"/>
                    <a:pt x="3163" y="659"/>
                    <a:pt x="3163" y="659"/>
                  </a:cubicBezTo>
                  <a:cubicBezTo>
                    <a:pt x="3163" y="658"/>
                    <a:pt x="3161" y="657"/>
                    <a:pt x="3159" y="656"/>
                  </a:cubicBezTo>
                  <a:cubicBezTo>
                    <a:pt x="3159" y="647"/>
                    <a:pt x="3159" y="647"/>
                    <a:pt x="3159" y="647"/>
                  </a:cubicBezTo>
                  <a:cubicBezTo>
                    <a:pt x="3160" y="647"/>
                    <a:pt x="3160" y="647"/>
                    <a:pt x="3160" y="647"/>
                  </a:cubicBezTo>
                  <a:cubicBezTo>
                    <a:pt x="3163" y="645"/>
                    <a:pt x="3163" y="645"/>
                    <a:pt x="3163" y="645"/>
                  </a:cubicBezTo>
                  <a:cubicBezTo>
                    <a:pt x="3159" y="643"/>
                    <a:pt x="3159" y="643"/>
                    <a:pt x="3159" y="643"/>
                  </a:cubicBezTo>
                  <a:cubicBezTo>
                    <a:pt x="3159" y="641"/>
                    <a:pt x="3159" y="641"/>
                    <a:pt x="3159" y="641"/>
                  </a:cubicBezTo>
                  <a:cubicBezTo>
                    <a:pt x="3159" y="641"/>
                    <a:pt x="3159" y="641"/>
                    <a:pt x="3159" y="641"/>
                  </a:cubicBezTo>
                  <a:cubicBezTo>
                    <a:pt x="3159" y="641"/>
                    <a:pt x="3159" y="641"/>
                    <a:pt x="3159" y="641"/>
                  </a:cubicBezTo>
                  <a:cubicBezTo>
                    <a:pt x="3159" y="640"/>
                    <a:pt x="3158" y="640"/>
                    <a:pt x="3158" y="639"/>
                  </a:cubicBezTo>
                  <a:cubicBezTo>
                    <a:pt x="3158" y="638"/>
                    <a:pt x="3157" y="637"/>
                    <a:pt x="3156" y="636"/>
                  </a:cubicBezTo>
                  <a:cubicBezTo>
                    <a:pt x="3156" y="636"/>
                    <a:pt x="3155" y="635"/>
                    <a:pt x="3154" y="635"/>
                  </a:cubicBezTo>
                  <a:cubicBezTo>
                    <a:pt x="3154" y="635"/>
                    <a:pt x="3153" y="634"/>
                    <a:pt x="3152" y="634"/>
                  </a:cubicBezTo>
                  <a:cubicBezTo>
                    <a:pt x="3152" y="634"/>
                    <a:pt x="3152" y="634"/>
                    <a:pt x="3152" y="634"/>
                  </a:cubicBezTo>
                  <a:cubicBezTo>
                    <a:pt x="3152" y="634"/>
                    <a:pt x="3152" y="633"/>
                    <a:pt x="3152" y="633"/>
                  </a:cubicBezTo>
                  <a:cubicBezTo>
                    <a:pt x="3152" y="633"/>
                    <a:pt x="3152" y="633"/>
                    <a:pt x="3152" y="633"/>
                  </a:cubicBezTo>
                  <a:cubicBezTo>
                    <a:pt x="3152" y="633"/>
                    <a:pt x="3152" y="633"/>
                    <a:pt x="3152" y="633"/>
                  </a:cubicBezTo>
                  <a:cubicBezTo>
                    <a:pt x="3152" y="633"/>
                    <a:pt x="3152" y="633"/>
                    <a:pt x="3152" y="633"/>
                  </a:cubicBezTo>
                  <a:cubicBezTo>
                    <a:pt x="3152" y="633"/>
                    <a:pt x="3152" y="633"/>
                    <a:pt x="3152" y="633"/>
                  </a:cubicBezTo>
                  <a:cubicBezTo>
                    <a:pt x="3152" y="633"/>
                    <a:pt x="3151" y="633"/>
                    <a:pt x="3151" y="633"/>
                  </a:cubicBezTo>
                  <a:cubicBezTo>
                    <a:pt x="3151" y="633"/>
                    <a:pt x="3152" y="633"/>
                    <a:pt x="3152" y="633"/>
                  </a:cubicBezTo>
                  <a:cubicBezTo>
                    <a:pt x="3152" y="633"/>
                    <a:pt x="3152" y="633"/>
                    <a:pt x="3152" y="633"/>
                  </a:cubicBezTo>
                  <a:cubicBezTo>
                    <a:pt x="3152" y="633"/>
                    <a:pt x="3152" y="633"/>
                    <a:pt x="3152" y="633"/>
                  </a:cubicBezTo>
                  <a:cubicBezTo>
                    <a:pt x="3151" y="633"/>
                    <a:pt x="3151" y="634"/>
                    <a:pt x="3151" y="634"/>
                  </a:cubicBezTo>
                  <a:cubicBezTo>
                    <a:pt x="3151" y="634"/>
                    <a:pt x="3151" y="634"/>
                    <a:pt x="3151" y="634"/>
                  </a:cubicBezTo>
                  <a:cubicBezTo>
                    <a:pt x="3150" y="634"/>
                    <a:pt x="3149" y="635"/>
                    <a:pt x="3149" y="635"/>
                  </a:cubicBezTo>
                  <a:cubicBezTo>
                    <a:pt x="3149" y="635"/>
                    <a:pt x="3149" y="635"/>
                    <a:pt x="3149" y="635"/>
                  </a:cubicBezTo>
                  <a:cubicBezTo>
                    <a:pt x="3147" y="636"/>
                    <a:pt x="3145" y="638"/>
                    <a:pt x="3145" y="641"/>
                  </a:cubicBezTo>
                  <a:cubicBezTo>
                    <a:pt x="3144" y="641"/>
                    <a:pt x="3144" y="641"/>
                    <a:pt x="3144" y="641"/>
                  </a:cubicBezTo>
                  <a:cubicBezTo>
                    <a:pt x="3144" y="643"/>
                    <a:pt x="3144" y="643"/>
                    <a:pt x="3144" y="643"/>
                  </a:cubicBezTo>
                  <a:cubicBezTo>
                    <a:pt x="3140" y="645"/>
                    <a:pt x="3140" y="645"/>
                    <a:pt x="3140" y="645"/>
                  </a:cubicBezTo>
                  <a:cubicBezTo>
                    <a:pt x="3143" y="647"/>
                    <a:pt x="3143" y="647"/>
                    <a:pt x="3143" y="647"/>
                  </a:cubicBezTo>
                  <a:cubicBezTo>
                    <a:pt x="3145" y="648"/>
                    <a:pt x="3145" y="648"/>
                    <a:pt x="3145" y="648"/>
                  </a:cubicBezTo>
                  <a:cubicBezTo>
                    <a:pt x="3145" y="656"/>
                    <a:pt x="3145" y="656"/>
                    <a:pt x="3145" y="656"/>
                  </a:cubicBezTo>
                  <a:cubicBezTo>
                    <a:pt x="3143" y="657"/>
                    <a:pt x="3141" y="658"/>
                    <a:pt x="3141" y="659"/>
                  </a:cubicBezTo>
                  <a:cubicBezTo>
                    <a:pt x="3141" y="659"/>
                    <a:pt x="3141" y="659"/>
                    <a:pt x="3141" y="659"/>
                  </a:cubicBezTo>
                  <a:cubicBezTo>
                    <a:pt x="3141" y="661"/>
                    <a:pt x="3141" y="661"/>
                    <a:pt x="3141" y="661"/>
                  </a:cubicBezTo>
                  <a:cubicBezTo>
                    <a:pt x="3144" y="664"/>
                    <a:pt x="3144" y="664"/>
                    <a:pt x="3144" y="664"/>
                  </a:cubicBezTo>
                  <a:cubicBezTo>
                    <a:pt x="3144" y="674"/>
                    <a:pt x="3144" y="674"/>
                    <a:pt x="3144" y="674"/>
                  </a:cubicBezTo>
                  <a:cubicBezTo>
                    <a:pt x="3144" y="696"/>
                    <a:pt x="3144" y="696"/>
                    <a:pt x="3144" y="696"/>
                  </a:cubicBezTo>
                  <a:cubicBezTo>
                    <a:pt x="3144" y="699"/>
                    <a:pt x="3144" y="699"/>
                    <a:pt x="3144" y="699"/>
                  </a:cubicBezTo>
                  <a:cubicBezTo>
                    <a:pt x="3143" y="699"/>
                    <a:pt x="3143" y="699"/>
                    <a:pt x="3143" y="699"/>
                  </a:cubicBezTo>
                  <a:cubicBezTo>
                    <a:pt x="3142" y="700"/>
                    <a:pt x="3141" y="701"/>
                    <a:pt x="3141" y="701"/>
                  </a:cubicBezTo>
                  <a:cubicBezTo>
                    <a:pt x="3141" y="701"/>
                    <a:pt x="3141" y="702"/>
                    <a:pt x="3141" y="702"/>
                  </a:cubicBezTo>
                  <a:cubicBezTo>
                    <a:pt x="3141" y="702"/>
                    <a:pt x="3141" y="702"/>
                    <a:pt x="3141" y="702"/>
                  </a:cubicBezTo>
                  <a:cubicBezTo>
                    <a:pt x="3141" y="702"/>
                    <a:pt x="3141" y="702"/>
                    <a:pt x="3141" y="702"/>
                  </a:cubicBezTo>
                  <a:cubicBezTo>
                    <a:pt x="3141" y="704"/>
                    <a:pt x="3141" y="704"/>
                    <a:pt x="3141" y="704"/>
                  </a:cubicBezTo>
                  <a:cubicBezTo>
                    <a:pt x="3141" y="704"/>
                    <a:pt x="3141" y="704"/>
                    <a:pt x="3141" y="704"/>
                  </a:cubicBezTo>
                  <a:cubicBezTo>
                    <a:pt x="3143" y="706"/>
                    <a:pt x="3143" y="706"/>
                    <a:pt x="3143" y="706"/>
                  </a:cubicBezTo>
                  <a:cubicBezTo>
                    <a:pt x="3144" y="707"/>
                    <a:pt x="3144" y="707"/>
                    <a:pt x="3144" y="707"/>
                  </a:cubicBezTo>
                  <a:cubicBezTo>
                    <a:pt x="3143" y="738"/>
                    <a:pt x="3143" y="738"/>
                    <a:pt x="3143" y="738"/>
                  </a:cubicBezTo>
                  <a:cubicBezTo>
                    <a:pt x="3141" y="738"/>
                    <a:pt x="3140" y="739"/>
                    <a:pt x="3139" y="740"/>
                  </a:cubicBezTo>
                  <a:cubicBezTo>
                    <a:pt x="3139" y="740"/>
                    <a:pt x="3139" y="740"/>
                    <a:pt x="3139" y="741"/>
                  </a:cubicBezTo>
                  <a:cubicBezTo>
                    <a:pt x="3139" y="743"/>
                    <a:pt x="3139" y="743"/>
                    <a:pt x="3139" y="743"/>
                  </a:cubicBezTo>
                  <a:cubicBezTo>
                    <a:pt x="3143" y="745"/>
                    <a:pt x="3143" y="745"/>
                    <a:pt x="3143" y="745"/>
                  </a:cubicBezTo>
                  <a:cubicBezTo>
                    <a:pt x="3143" y="745"/>
                    <a:pt x="3143" y="745"/>
                    <a:pt x="3143" y="745"/>
                  </a:cubicBezTo>
                  <a:cubicBezTo>
                    <a:pt x="3142" y="766"/>
                    <a:pt x="3142" y="766"/>
                    <a:pt x="3142" y="766"/>
                  </a:cubicBezTo>
                  <a:cubicBezTo>
                    <a:pt x="3140" y="766"/>
                    <a:pt x="3140" y="766"/>
                    <a:pt x="3140" y="766"/>
                  </a:cubicBezTo>
                  <a:cubicBezTo>
                    <a:pt x="3135" y="766"/>
                    <a:pt x="3135" y="766"/>
                    <a:pt x="3135" y="766"/>
                  </a:cubicBezTo>
                  <a:cubicBezTo>
                    <a:pt x="3133" y="766"/>
                    <a:pt x="3133" y="766"/>
                    <a:pt x="3133" y="766"/>
                  </a:cubicBezTo>
                  <a:cubicBezTo>
                    <a:pt x="3128" y="766"/>
                    <a:pt x="3128" y="766"/>
                    <a:pt x="3128" y="766"/>
                  </a:cubicBezTo>
                  <a:cubicBezTo>
                    <a:pt x="3128" y="659"/>
                    <a:pt x="3128" y="659"/>
                    <a:pt x="3128" y="659"/>
                  </a:cubicBezTo>
                  <a:cubicBezTo>
                    <a:pt x="3128" y="659"/>
                    <a:pt x="3128" y="659"/>
                    <a:pt x="3128" y="659"/>
                  </a:cubicBezTo>
                  <a:cubicBezTo>
                    <a:pt x="3127" y="643"/>
                    <a:pt x="3127" y="643"/>
                    <a:pt x="3127" y="643"/>
                  </a:cubicBezTo>
                  <a:cubicBezTo>
                    <a:pt x="3128" y="642"/>
                    <a:pt x="3128" y="642"/>
                    <a:pt x="3128" y="642"/>
                  </a:cubicBezTo>
                  <a:cubicBezTo>
                    <a:pt x="3128" y="642"/>
                    <a:pt x="3128" y="642"/>
                    <a:pt x="3127" y="641"/>
                  </a:cubicBezTo>
                  <a:cubicBezTo>
                    <a:pt x="3128" y="641"/>
                    <a:pt x="3128" y="641"/>
                    <a:pt x="3128" y="640"/>
                  </a:cubicBezTo>
                  <a:cubicBezTo>
                    <a:pt x="3128" y="638"/>
                    <a:pt x="3129" y="639"/>
                    <a:pt x="3129" y="638"/>
                  </a:cubicBezTo>
                  <a:cubicBezTo>
                    <a:pt x="3129" y="638"/>
                    <a:pt x="3129" y="638"/>
                    <a:pt x="3128" y="638"/>
                  </a:cubicBezTo>
                  <a:cubicBezTo>
                    <a:pt x="3128" y="638"/>
                    <a:pt x="3128" y="638"/>
                    <a:pt x="3128" y="637"/>
                  </a:cubicBezTo>
                  <a:cubicBezTo>
                    <a:pt x="3128" y="636"/>
                    <a:pt x="3127" y="636"/>
                    <a:pt x="3126" y="636"/>
                  </a:cubicBezTo>
                  <a:cubicBezTo>
                    <a:pt x="3126" y="635"/>
                    <a:pt x="3126" y="635"/>
                    <a:pt x="3126" y="635"/>
                  </a:cubicBezTo>
                  <a:cubicBezTo>
                    <a:pt x="3126" y="635"/>
                    <a:pt x="3126" y="635"/>
                    <a:pt x="3126" y="635"/>
                  </a:cubicBezTo>
                  <a:cubicBezTo>
                    <a:pt x="3126" y="635"/>
                    <a:pt x="3126" y="635"/>
                    <a:pt x="3126" y="634"/>
                  </a:cubicBezTo>
                  <a:cubicBezTo>
                    <a:pt x="3126" y="634"/>
                    <a:pt x="3127" y="634"/>
                    <a:pt x="3127" y="634"/>
                  </a:cubicBezTo>
                  <a:cubicBezTo>
                    <a:pt x="3127" y="634"/>
                    <a:pt x="3126" y="634"/>
                    <a:pt x="3126" y="634"/>
                  </a:cubicBezTo>
                  <a:cubicBezTo>
                    <a:pt x="3126" y="634"/>
                    <a:pt x="3126" y="634"/>
                    <a:pt x="3126" y="633"/>
                  </a:cubicBezTo>
                  <a:cubicBezTo>
                    <a:pt x="3126" y="633"/>
                    <a:pt x="3126" y="633"/>
                    <a:pt x="3126" y="633"/>
                  </a:cubicBezTo>
                  <a:cubicBezTo>
                    <a:pt x="3126" y="633"/>
                    <a:pt x="3126" y="633"/>
                    <a:pt x="3126" y="633"/>
                  </a:cubicBezTo>
                  <a:cubicBezTo>
                    <a:pt x="3126" y="633"/>
                    <a:pt x="3126" y="632"/>
                    <a:pt x="3126" y="632"/>
                  </a:cubicBezTo>
                  <a:cubicBezTo>
                    <a:pt x="3126" y="632"/>
                    <a:pt x="3126" y="632"/>
                    <a:pt x="3126" y="632"/>
                  </a:cubicBezTo>
                  <a:cubicBezTo>
                    <a:pt x="3126" y="632"/>
                    <a:pt x="3126" y="632"/>
                    <a:pt x="3126" y="632"/>
                  </a:cubicBezTo>
                  <a:cubicBezTo>
                    <a:pt x="3126" y="632"/>
                    <a:pt x="3126" y="632"/>
                    <a:pt x="3126" y="632"/>
                  </a:cubicBezTo>
                  <a:cubicBezTo>
                    <a:pt x="3126" y="631"/>
                    <a:pt x="3126" y="630"/>
                    <a:pt x="3126" y="630"/>
                  </a:cubicBezTo>
                  <a:cubicBezTo>
                    <a:pt x="3126" y="630"/>
                    <a:pt x="3126" y="631"/>
                    <a:pt x="3126" y="632"/>
                  </a:cubicBezTo>
                  <a:cubicBezTo>
                    <a:pt x="3126" y="632"/>
                    <a:pt x="3126" y="632"/>
                    <a:pt x="3126" y="632"/>
                  </a:cubicBezTo>
                  <a:cubicBezTo>
                    <a:pt x="3126" y="632"/>
                    <a:pt x="3126" y="632"/>
                    <a:pt x="3126" y="632"/>
                  </a:cubicBezTo>
                  <a:cubicBezTo>
                    <a:pt x="3126" y="632"/>
                    <a:pt x="3126" y="632"/>
                    <a:pt x="3126" y="632"/>
                  </a:cubicBezTo>
                  <a:cubicBezTo>
                    <a:pt x="3125" y="632"/>
                    <a:pt x="3125" y="633"/>
                    <a:pt x="3125" y="633"/>
                  </a:cubicBezTo>
                  <a:cubicBezTo>
                    <a:pt x="3125" y="633"/>
                    <a:pt x="3125" y="633"/>
                    <a:pt x="3126" y="633"/>
                  </a:cubicBezTo>
                  <a:cubicBezTo>
                    <a:pt x="3126" y="633"/>
                    <a:pt x="3125" y="633"/>
                    <a:pt x="3125" y="633"/>
                  </a:cubicBezTo>
                  <a:cubicBezTo>
                    <a:pt x="3126" y="634"/>
                    <a:pt x="3126" y="634"/>
                    <a:pt x="3126" y="634"/>
                  </a:cubicBezTo>
                  <a:cubicBezTo>
                    <a:pt x="3125" y="634"/>
                    <a:pt x="3125" y="634"/>
                    <a:pt x="3125" y="634"/>
                  </a:cubicBezTo>
                  <a:cubicBezTo>
                    <a:pt x="3125" y="634"/>
                    <a:pt x="3125" y="634"/>
                    <a:pt x="3126" y="634"/>
                  </a:cubicBezTo>
                  <a:cubicBezTo>
                    <a:pt x="3126" y="635"/>
                    <a:pt x="3126" y="635"/>
                    <a:pt x="3126" y="635"/>
                  </a:cubicBezTo>
                  <a:cubicBezTo>
                    <a:pt x="3126" y="635"/>
                    <a:pt x="3126" y="635"/>
                    <a:pt x="3126" y="635"/>
                  </a:cubicBezTo>
                  <a:cubicBezTo>
                    <a:pt x="3126" y="635"/>
                    <a:pt x="3126" y="635"/>
                    <a:pt x="3126" y="636"/>
                  </a:cubicBezTo>
                  <a:cubicBezTo>
                    <a:pt x="3125" y="636"/>
                    <a:pt x="3124" y="637"/>
                    <a:pt x="3124" y="637"/>
                  </a:cubicBezTo>
                  <a:cubicBezTo>
                    <a:pt x="3124" y="638"/>
                    <a:pt x="3124" y="638"/>
                    <a:pt x="3124" y="638"/>
                  </a:cubicBezTo>
                  <a:cubicBezTo>
                    <a:pt x="3123" y="638"/>
                    <a:pt x="3122" y="638"/>
                    <a:pt x="3122" y="638"/>
                  </a:cubicBezTo>
                  <a:cubicBezTo>
                    <a:pt x="3122" y="639"/>
                    <a:pt x="3124" y="638"/>
                    <a:pt x="3124" y="640"/>
                  </a:cubicBezTo>
                  <a:cubicBezTo>
                    <a:pt x="3124" y="641"/>
                    <a:pt x="3124" y="641"/>
                    <a:pt x="3125" y="641"/>
                  </a:cubicBezTo>
                  <a:cubicBezTo>
                    <a:pt x="3124" y="642"/>
                    <a:pt x="3124" y="642"/>
                    <a:pt x="3124" y="642"/>
                  </a:cubicBezTo>
                  <a:cubicBezTo>
                    <a:pt x="3124" y="642"/>
                    <a:pt x="3124" y="642"/>
                    <a:pt x="3124" y="643"/>
                  </a:cubicBezTo>
                  <a:cubicBezTo>
                    <a:pt x="3125" y="658"/>
                    <a:pt x="3125" y="658"/>
                    <a:pt x="3125" y="658"/>
                  </a:cubicBezTo>
                  <a:cubicBezTo>
                    <a:pt x="3120" y="657"/>
                    <a:pt x="3120" y="657"/>
                    <a:pt x="3120" y="657"/>
                  </a:cubicBezTo>
                  <a:cubicBezTo>
                    <a:pt x="3119" y="628"/>
                    <a:pt x="3119" y="628"/>
                    <a:pt x="3119" y="628"/>
                  </a:cubicBezTo>
                  <a:cubicBezTo>
                    <a:pt x="3120" y="628"/>
                    <a:pt x="3120" y="627"/>
                    <a:pt x="3120" y="627"/>
                  </a:cubicBezTo>
                  <a:cubicBezTo>
                    <a:pt x="3120" y="627"/>
                    <a:pt x="3120" y="627"/>
                    <a:pt x="3119" y="627"/>
                  </a:cubicBezTo>
                  <a:cubicBezTo>
                    <a:pt x="3120" y="626"/>
                    <a:pt x="3120" y="626"/>
                    <a:pt x="3120" y="625"/>
                  </a:cubicBezTo>
                  <a:cubicBezTo>
                    <a:pt x="3120" y="623"/>
                    <a:pt x="3121" y="624"/>
                    <a:pt x="3121" y="623"/>
                  </a:cubicBezTo>
                  <a:cubicBezTo>
                    <a:pt x="3121" y="623"/>
                    <a:pt x="3121" y="623"/>
                    <a:pt x="3120" y="623"/>
                  </a:cubicBezTo>
                  <a:cubicBezTo>
                    <a:pt x="3120" y="623"/>
                    <a:pt x="3120" y="623"/>
                    <a:pt x="3120" y="623"/>
                  </a:cubicBezTo>
                  <a:cubicBezTo>
                    <a:pt x="3120" y="622"/>
                    <a:pt x="3119" y="621"/>
                    <a:pt x="3118" y="621"/>
                  </a:cubicBezTo>
                  <a:cubicBezTo>
                    <a:pt x="3118" y="621"/>
                    <a:pt x="3118" y="620"/>
                    <a:pt x="3118" y="620"/>
                  </a:cubicBezTo>
                  <a:cubicBezTo>
                    <a:pt x="3118" y="620"/>
                    <a:pt x="3118" y="620"/>
                    <a:pt x="3118" y="620"/>
                  </a:cubicBezTo>
                  <a:cubicBezTo>
                    <a:pt x="3118" y="620"/>
                    <a:pt x="3118" y="620"/>
                    <a:pt x="3118" y="620"/>
                  </a:cubicBezTo>
                  <a:cubicBezTo>
                    <a:pt x="3118" y="620"/>
                    <a:pt x="3119" y="619"/>
                    <a:pt x="3119" y="619"/>
                  </a:cubicBezTo>
                  <a:cubicBezTo>
                    <a:pt x="3119" y="619"/>
                    <a:pt x="3118" y="619"/>
                    <a:pt x="3118" y="619"/>
                  </a:cubicBezTo>
                  <a:cubicBezTo>
                    <a:pt x="3118" y="619"/>
                    <a:pt x="3118" y="619"/>
                    <a:pt x="3118" y="619"/>
                  </a:cubicBezTo>
                  <a:cubicBezTo>
                    <a:pt x="3118" y="618"/>
                    <a:pt x="3118" y="618"/>
                    <a:pt x="3118" y="618"/>
                  </a:cubicBezTo>
                  <a:cubicBezTo>
                    <a:pt x="3118" y="618"/>
                    <a:pt x="3118" y="618"/>
                    <a:pt x="3118" y="618"/>
                  </a:cubicBezTo>
                  <a:cubicBezTo>
                    <a:pt x="3118" y="618"/>
                    <a:pt x="3118" y="618"/>
                    <a:pt x="3118" y="618"/>
                  </a:cubicBezTo>
                  <a:cubicBezTo>
                    <a:pt x="3118" y="618"/>
                    <a:pt x="3118" y="617"/>
                    <a:pt x="3118" y="617"/>
                  </a:cubicBezTo>
                  <a:cubicBezTo>
                    <a:pt x="3118" y="617"/>
                    <a:pt x="3118" y="617"/>
                    <a:pt x="3118" y="617"/>
                  </a:cubicBezTo>
                  <a:cubicBezTo>
                    <a:pt x="3118" y="617"/>
                    <a:pt x="3118" y="617"/>
                    <a:pt x="3118" y="617"/>
                  </a:cubicBezTo>
                  <a:cubicBezTo>
                    <a:pt x="3118" y="617"/>
                    <a:pt x="3118" y="615"/>
                    <a:pt x="3118" y="615"/>
                  </a:cubicBezTo>
                  <a:cubicBezTo>
                    <a:pt x="3118" y="615"/>
                    <a:pt x="3118" y="617"/>
                    <a:pt x="3118" y="617"/>
                  </a:cubicBezTo>
                  <a:cubicBezTo>
                    <a:pt x="3118" y="617"/>
                    <a:pt x="3118" y="617"/>
                    <a:pt x="3118" y="617"/>
                  </a:cubicBezTo>
                  <a:cubicBezTo>
                    <a:pt x="3118" y="617"/>
                    <a:pt x="3118" y="617"/>
                    <a:pt x="3118" y="617"/>
                  </a:cubicBezTo>
                  <a:cubicBezTo>
                    <a:pt x="3118" y="617"/>
                    <a:pt x="3118" y="618"/>
                    <a:pt x="3118" y="618"/>
                  </a:cubicBezTo>
                  <a:cubicBezTo>
                    <a:pt x="3117" y="618"/>
                    <a:pt x="3117" y="618"/>
                    <a:pt x="3117" y="618"/>
                  </a:cubicBezTo>
                  <a:cubicBezTo>
                    <a:pt x="3117" y="618"/>
                    <a:pt x="3117" y="618"/>
                    <a:pt x="3118" y="618"/>
                  </a:cubicBezTo>
                  <a:cubicBezTo>
                    <a:pt x="3118" y="618"/>
                    <a:pt x="3117" y="618"/>
                    <a:pt x="3118" y="619"/>
                  </a:cubicBezTo>
                  <a:cubicBezTo>
                    <a:pt x="3118" y="619"/>
                    <a:pt x="3118" y="619"/>
                    <a:pt x="3118" y="619"/>
                  </a:cubicBezTo>
                  <a:cubicBezTo>
                    <a:pt x="3117" y="619"/>
                    <a:pt x="3117" y="619"/>
                    <a:pt x="3117" y="619"/>
                  </a:cubicBezTo>
                  <a:cubicBezTo>
                    <a:pt x="3117" y="619"/>
                    <a:pt x="3117" y="620"/>
                    <a:pt x="3118" y="620"/>
                  </a:cubicBezTo>
                  <a:cubicBezTo>
                    <a:pt x="3118" y="620"/>
                    <a:pt x="3118" y="620"/>
                    <a:pt x="3118" y="620"/>
                  </a:cubicBezTo>
                  <a:cubicBezTo>
                    <a:pt x="3118" y="620"/>
                    <a:pt x="3118" y="620"/>
                    <a:pt x="3118" y="620"/>
                  </a:cubicBezTo>
                  <a:cubicBezTo>
                    <a:pt x="3118" y="620"/>
                    <a:pt x="3118" y="621"/>
                    <a:pt x="3118" y="621"/>
                  </a:cubicBezTo>
                  <a:cubicBezTo>
                    <a:pt x="3117" y="621"/>
                    <a:pt x="3116" y="622"/>
                    <a:pt x="3116" y="623"/>
                  </a:cubicBezTo>
                  <a:cubicBezTo>
                    <a:pt x="3116" y="623"/>
                    <a:pt x="3116" y="623"/>
                    <a:pt x="3116" y="623"/>
                  </a:cubicBezTo>
                  <a:cubicBezTo>
                    <a:pt x="3115" y="623"/>
                    <a:pt x="3114" y="623"/>
                    <a:pt x="3114" y="623"/>
                  </a:cubicBezTo>
                  <a:cubicBezTo>
                    <a:pt x="3114" y="624"/>
                    <a:pt x="3116" y="623"/>
                    <a:pt x="3116" y="626"/>
                  </a:cubicBezTo>
                  <a:cubicBezTo>
                    <a:pt x="3116" y="626"/>
                    <a:pt x="3116" y="626"/>
                    <a:pt x="3117" y="627"/>
                  </a:cubicBezTo>
                  <a:cubicBezTo>
                    <a:pt x="3116" y="627"/>
                    <a:pt x="3116" y="627"/>
                    <a:pt x="3116" y="627"/>
                  </a:cubicBezTo>
                  <a:cubicBezTo>
                    <a:pt x="3116" y="627"/>
                    <a:pt x="3116" y="628"/>
                    <a:pt x="3116" y="628"/>
                  </a:cubicBezTo>
                  <a:cubicBezTo>
                    <a:pt x="3117" y="642"/>
                    <a:pt x="3117" y="642"/>
                    <a:pt x="3117" y="642"/>
                  </a:cubicBezTo>
                  <a:cubicBezTo>
                    <a:pt x="3111" y="642"/>
                    <a:pt x="3111" y="642"/>
                    <a:pt x="3111" y="642"/>
                  </a:cubicBezTo>
                  <a:cubicBezTo>
                    <a:pt x="3110" y="642"/>
                    <a:pt x="3110" y="642"/>
                    <a:pt x="3110" y="642"/>
                  </a:cubicBezTo>
                  <a:cubicBezTo>
                    <a:pt x="3105" y="648"/>
                    <a:pt x="3105" y="648"/>
                    <a:pt x="3105" y="648"/>
                  </a:cubicBezTo>
                  <a:cubicBezTo>
                    <a:pt x="3105" y="646"/>
                    <a:pt x="3105" y="646"/>
                    <a:pt x="3105" y="646"/>
                  </a:cubicBezTo>
                  <a:cubicBezTo>
                    <a:pt x="3105" y="646"/>
                    <a:pt x="3105" y="645"/>
                    <a:pt x="3105" y="645"/>
                  </a:cubicBezTo>
                  <a:cubicBezTo>
                    <a:pt x="3105" y="645"/>
                    <a:pt x="3105" y="645"/>
                    <a:pt x="3104" y="645"/>
                  </a:cubicBezTo>
                  <a:cubicBezTo>
                    <a:pt x="3105" y="645"/>
                    <a:pt x="3105" y="644"/>
                    <a:pt x="3105" y="644"/>
                  </a:cubicBezTo>
                  <a:cubicBezTo>
                    <a:pt x="3105" y="642"/>
                    <a:pt x="3106" y="643"/>
                    <a:pt x="3106" y="643"/>
                  </a:cubicBezTo>
                  <a:cubicBezTo>
                    <a:pt x="3106" y="642"/>
                    <a:pt x="3106" y="642"/>
                    <a:pt x="3105" y="642"/>
                  </a:cubicBezTo>
                  <a:cubicBezTo>
                    <a:pt x="3105" y="642"/>
                    <a:pt x="3105" y="642"/>
                    <a:pt x="3105" y="642"/>
                  </a:cubicBezTo>
                  <a:cubicBezTo>
                    <a:pt x="3105" y="641"/>
                    <a:pt x="3104" y="641"/>
                    <a:pt x="3104" y="640"/>
                  </a:cubicBezTo>
                  <a:cubicBezTo>
                    <a:pt x="3104" y="640"/>
                    <a:pt x="3104" y="640"/>
                    <a:pt x="3104" y="640"/>
                  </a:cubicBezTo>
                  <a:cubicBezTo>
                    <a:pt x="3104" y="640"/>
                    <a:pt x="3104" y="640"/>
                    <a:pt x="3104" y="640"/>
                  </a:cubicBezTo>
                  <a:cubicBezTo>
                    <a:pt x="3104" y="640"/>
                    <a:pt x="3104" y="640"/>
                    <a:pt x="3104" y="640"/>
                  </a:cubicBezTo>
                  <a:cubicBezTo>
                    <a:pt x="3104" y="640"/>
                    <a:pt x="3104" y="640"/>
                    <a:pt x="3104" y="639"/>
                  </a:cubicBezTo>
                  <a:cubicBezTo>
                    <a:pt x="3104" y="639"/>
                    <a:pt x="3104" y="639"/>
                    <a:pt x="3104" y="639"/>
                  </a:cubicBezTo>
                  <a:cubicBezTo>
                    <a:pt x="3104" y="639"/>
                    <a:pt x="3104" y="639"/>
                    <a:pt x="3104" y="639"/>
                  </a:cubicBezTo>
                  <a:cubicBezTo>
                    <a:pt x="3104" y="639"/>
                    <a:pt x="3104" y="639"/>
                    <a:pt x="3104" y="639"/>
                  </a:cubicBezTo>
                  <a:cubicBezTo>
                    <a:pt x="3104" y="639"/>
                    <a:pt x="3104" y="639"/>
                    <a:pt x="3104" y="638"/>
                  </a:cubicBezTo>
                  <a:cubicBezTo>
                    <a:pt x="3104" y="638"/>
                    <a:pt x="3104" y="638"/>
                    <a:pt x="3104" y="638"/>
                  </a:cubicBezTo>
                  <a:cubicBezTo>
                    <a:pt x="3104" y="638"/>
                    <a:pt x="3104" y="638"/>
                    <a:pt x="3104" y="638"/>
                  </a:cubicBezTo>
                  <a:cubicBezTo>
                    <a:pt x="3104" y="638"/>
                    <a:pt x="3104" y="638"/>
                    <a:pt x="3104" y="638"/>
                  </a:cubicBezTo>
                  <a:cubicBezTo>
                    <a:pt x="3104" y="638"/>
                    <a:pt x="3104" y="638"/>
                    <a:pt x="3104" y="638"/>
                  </a:cubicBezTo>
                  <a:cubicBezTo>
                    <a:pt x="3104" y="637"/>
                    <a:pt x="3104" y="636"/>
                    <a:pt x="3103" y="636"/>
                  </a:cubicBezTo>
                  <a:cubicBezTo>
                    <a:pt x="3103" y="636"/>
                    <a:pt x="3103" y="637"/>
                    <a:pt x="3103" y="638"/>
                  </a:cubicBezTo>
                  <a:cubicBezTo>
                    <a:pt x="3103" y="638"/>
                    <a:pt x="3103" y="638"/>
                    <a:pt x="3103" y="638"/>
                  </a:cubicBezTo>
                  <a:cubicBezTo>
                    <a:pt x="3103" y="638"/>
                    <a:pt x="3103" y="638"/>
                    <a:pt x="3103" y="638"/>
                  </a:cubicBezTo>
                  <a:cubicBezTo>
                    <a:pt x="3103" y="638"/>
                    <a:pt x="3103" y="638"/>
                    <a:pt x="3103" y="638"/>
                  </a:cubicBezTo>
                  <a:cubicBezTo>
                    <a:pt x="3103" y="638"/>
                    <a:pt x="3103" y="638"/>
                    <a:pt x="3103" y="638"/>
                  </a:cubicBezTo>
                  <a:cubicBezTo>
                    <a:pt x="3103" y="639"/>
                    <a:pt x="3103" y="639"/>
                    <a:pt x="3103" y="639"/>
                  </a:cubicBezTo>
                  <a:cubicBezTo>
                    <a:pt x="3103" y="639"/>
                    <a:pt x="3103" y="639"/>
                    <a:pt x="3103" y="639"/>
                  </a:cubicBezTo>
                  <a:cubicBezTo>
                    <a:pt x="3103" y="639"/>
                    <a:pt x="3103" y="639"/>
                    <a:pt x="3103" y="639"/>
                  </a:cubicBezTo>
                  <a:cubicBezTo>
                    <a:pt x="3103" y="639"/>
                    <a:pt x="3103" y="639"/>
                    <a:pt x="3103" y="639"/>
                  </a:cubicBezTo>
                  <a:cubicBezTo>
                    <a:pt x="3103" y="640"/>
                    <a:pt x="3103" y="640"/>
                    <a:pt x="3103" y="640"/>
                  </a:cubicBezTo>
                  <a:cubicBezTo>
                    <a:pt x="3103" y="640"/>
                    <a:pt x="3103" y="640"/>
                    <a:pt x="3103" y="640"/>
                  </a:cubicBezTo>
                  <a:cubicBezTo>
                    <a:pt x="3103" y="640"/>
                    <a:pt x="3103" y="640"/>
                    <a:pt x="3103" y="640"/>
                  </a:cubicBezTo>
                  <a:cubicBezTo>
                    <a:pt x="3103" y="640"/>
                    <a:pt x="3103" y="640"/>
                    <a:pt x="3103" y="640"/>
                  </a:cubicBezTo>
                  <a:cubicBezTo>
                    <a:pt x="3103" y="641"/>
                    <a:pt x="3102" y="641"/>
                    <a:pt x="3102" y="642"/>
                  </a:cubicBezTo>
                  <a:cubicBezTo>
                    <a:pt x="3102" y="642"/>
                    <a:pt x="3102" y="642"/>
                    <a:pt x="3102" y="642"/>
                  </a:cubicBezTo>
                  <a:cubicBezTo>
                    <a:pt x="3101" y="642"/>
                    <a:pt x="3101" y="642"/>
                    <a:pt x="3101" y="643"/>
                  </a:cubicBezTo>
                  <a:cubicBezTo>
                    <a:pt x="3101" y="643"/>
                    <a:pt x="3102" y="642"/>
                    <a:pt x="3102" y="644"/>
                  </a:cubicBezTo>
                  <a:cubicBezTo>
                    <a:pt x="3102" y="644"/>
                    <a:pt x="3102" y="645"/>
                    <a:pt x="3103" y="645"/>
                  </a:cubicBezTo>
                  <a:cubicBezTo>
                    <a:pt x="3102" y="645"/>
                    <a:pt x="3102" y="645"/>
                    <a:pt x="3102" y="645"/>
                  </a:cubicBezTo>
                  <a:cubicBezTo>
                    <a:pt x="3102" y="646"/>
                    <a:pt x="3102" y="646"/>
                    <a:pt x="3102" y="646"/>
                  </a:cubicBezTo>
                  <a:cubicBezTo>
                    <a:pt x="3102" y="651"/>
                    <a:pt x="3102" y="651"/>
                    <a:pt x="3102" y="651"/>
                  </a:cubicBezTo>
                  <a:cubicBezTo>
                    <a:pt x="3101" y="653"/>
                    <a:pt x="3101" y="653"/>
                    <a:pt x="3101" y="653"/>
                  </a:cubicBezTo>
                  <a:cubicBezTo>
                    <a:pt x="3096" y="652"/>
                    <a:pt x="3096" y="652"/>
                    <a:pt x="3096" y="652"/>
                  </a:cubicBezTo>
                  <a:cubicBezTo>
                    <a:pt x="3096" y="636"/>
                    <a:pt x="3096" y="636"/>
                    <a:pt x="3096" y="636"/>
                  </a:cubicBezTo>
                  <a:cubicBezTo>
                    <a:pt x="3097" y="636"/>
                    <a:pt x="3097" y="636"/>
                    <a:pt x="3097" y="636"/>
                  </a:cubicBezTo>
                  <a:cubicBezTo>
                    <a:pt x="3097" y="635"/>
                    <a:pt x="3096" y="635"/>
                    <a:pt x="3096" y="635"/>
                  </a:cubicBezTo>
                  <a:cubicBezTo>
                    <a:pt x="3096" y="635"/>
                    <a:pt x="3096" y="634"/>
                    <a:pt x="3097" y="634"/>
                  </a:cubicBezTo>
                  <a:cubicBezTo>
                    <a:pt x="3097" y="632"/>
                    <a:pt x="3098" y="633"/>
                    <a:pt x="3098" y="632"/>
                  </a:cubicBezTo>
                  <a:cubicBezTo>
                    <a:pt x="3098" y="632"/>
                    <a:pt x="3098" y="631"/>
                    <a:pt x="3097" y="631"/>
                  </a:cubicBezTo>
                  <a:cubicBezTo>
                    <a:pt x="3097" y="631"/>
                    <a:pt x="3097" y="631"/>
                    <a:pt x="3097" y="631"/>
                  </a:cubicBezTo>
                  <a:cubicBezTo>
                    <a:pt x="3097" y="630"/>
                    <a:pt x="3096" y="629"/>
                    <a:pt x="3095" y="629"/>
                  </a:cubicBezTo>
                  <a:cubicBezTo>
                    <a:pt x="3095" y="629"/>
                    <a:pt x="3095" y="629"/>
                    <a:pt x="3095" y="629"/>
                  </a:cubicBezTo>
                  <a:cubicBezTo>
                    <a:pt x="3095" y="629"/>
                    <a:pt x="3095" y="629"/>
                    <a:pt x="3095" y="628"/>
                  </a:cubicBezTo>
                  <a:cubicBezTo>
                    <a:pt x="3095" y="628"/>
                    <a:pt x="3095" y="628"/>
                    <a:pt x="3095" y="628"/>
                  </a:cubicBezTo>
                  <a:cubicBezTo>
                    <a:pt x="3095" y="628"/>
                    <a:pt x="3095" y="628"/>
                    <a:pt x="3095" y="628"/>
                  </a:cubicBezTo>
                  <a:cubicBezTo>
                    <a:pt x="3095" y="628"/>
                    <a:pt x="3095" y="627"/>
                    <a:pt x="3095" y="627"/>
                  </a:cubicBezTo>
                  <a:cubicBezTo>
                    <a:pt x="3095" y="627"/>
                    <a:pt x="3095" y="627"/>
                    <a:pt x="3095" y="627"/>
                  </a:cubicBezTo>
                  <a:cubicBezTo>
                    <a:pt x="3095" y="627"/>
                    <a:pt x="3095" y="627"/>
                    <a:pt x="3095" y="627"/>
                  </a:cubicBezTo>
                  <a:cubicBezTo>
                    <a:pt x="3095" y="627"/>
                    <a:pt x="3095" y="627"/>
                    <a:pt x="3095" y="626"/>
                  </a:cubicBezTo>
                  <a:cubicBezTo>
                    <a:pt x="3095" y="626"/>
                    <a:pt x="3095" y="626"/>
                    <a:pt x="3095" y="626"/>
                  </a:cubicBezTo>
                  <a:cubicBezTo>
                    <a:pt x="3095" y="626"/>
                    <a:pt x="3095" y="626"/>
                    <a:pt x="3095" y="626"/>
                  </a:cubicBezTo>
                  <a:cubicBezTo>
                    <a:pt x="3095" y="626"/>
                    <a:pt x="3095" y="626"/>
                    <a:pt x="3095" y="626"/>
                  </a:cubicBezTo>
                  <a:cubicBezTo>
                    <a:pt x="3095" y="626"/>
                    <a:pt x="3095" y="625"/>
                    <a:pt x="3095" y="625"/>
                  </a:cubicBezTo>
                  <a:cubicBezTo>
                    <a:pt x="3095" y="625"/>
                    <a:pt x="3095" y="624"/>
                    <a:pt x="3095" y="624"/>
                  </a:cubicBezTo>
                  <a:cubicBezTo>
                    <a:pt x="3094" y="624"/>
                    <a:pt x="3094" y="625"/>
                    <a:pt x="3094" y="625"/>
                  </a:cubicBezTo>
                  <a:cubicBezTo>
                    <a:pt x="3094" y="625"/>
                    <a:pt x="3094" y="626"/>
                    <a:pt x="3094" y="626"/>
                  </a:cubicBezTo>
                  <a:cubicBezTo>
                    <a:pt x="3094" y="626"/>
                    <a:pt x="3094" y="626"/>
                    <a:pt x="3094" y="626"/>
                  </a:cubicBezTo>
                  <a:cubicBezTo>
                    <a:pt x="3094" y="626"/>
                    <a:pt x="3094" y="626"/>
                    <a:pt x="3094" y="626"/>
                  </a:cubicBezTo>
                  <a:cubicBezTo>
                    <a:pt x="3094" y="626"/>
                    <a:pt x="3094" y="626"/>
                    <a:pt x="3094" y="627"/>
                  </a:cubicBezTo>
                  <a:cubicBezTo>
                    <a:pt x="3094" y="627"/>
                    <a:pt x="3094" y="627"/>
                    <a:pt x="3094" y="627"/>
                  </a:cubicBezTo>
                  <a:cubicBezTo>
                    <a:pt x="3094" y="627"/>
                    <a:pt x="3094" y="627"/>
                    <a:pt x="3094" y="627"/>
                  </a:cubicBezTo>
                  <a:cubicBezTo>
                    <a:pt x="3094" y="627"/>
                    <a:pt x="3094" y="627"/>
                    <a:pt x="3094" y="627"/>
                  </a:cubicBezTo>
                  <a:cubicBezTo>
                    <a:pt x="3094" y="627"/>
                    <a:pt x="3094" y="628"/>
                    <a:pt x="3094" y="628"/>
                  </a:cubicBezTo>
                  <a:cubicBezTo>
                    <a:pt x="3094" y="628"/>
                    <a:pt x="3094" y="628"/>
                    <a:pt x="3094" y="628"/>
                  </a:cubicBezTo>
                  <a:cubicBezTo>
                    <a:pt x="3094" y="628"/>
                    <a:pt x="3094" y="628"/>
                    <a:pt x="3094" y="628"/>
                  </a:cubicBezTo>
                  <a:cubicBezTo>
                    <a:pt x="3094" y="629"/>
                    <a:pt x="3094" y="629"/>
                    <a:pt x="3094" y="629"/>
                  </a:cubicBezTo>
                  <a:cubicBezTo>
                    <a:pt x="3094" y="629"/>
                    <a:pt x="3094" y="629"/>
                    <a:pt x="3094" y="629"/>
                  </a:cubicBezTo>
                  <a:cubicBezTo>
                    <a:pt x="3093" y="629"/>
                    <a:pt x="3093" y="630"/>
                    <a:pt x="3093" y="631"/>
                  </a:cubicBezTo>
                  <a:cubicBezTo>
                    <a:pt x="3093" y="631"/>
                    <a:pt x="3093" y="631"/>
                    <a:pt x="3093" y="631"/>
                  </a:cubicBezTo>
                  <a:cubicBezTo>
                    <a:pt x="3092" y="631"/>
                    <a:pt x="3092" y="631"/>
                    <a:pt x="3092" y="632"/>
                  </a:cubicBezTo>
                  <a:cubicBezTo>
                    <a:pt x="3090" y="630"/>
                    <a:pt x="3090" y="630"/>
                    <a:pt x="3090" y="630"/>
                  </a:cubicBezTo>
                  <a:cubicBezTo>
                    <a:pt x="3085" y="627"/>
                    <a:pt x="3085" y="627"/>
                    <a:pt x="3085" y="627"/>
                  </a:cubicBezTo>
                  <a:cubicBezTo>
                    <a:pt x="3085" y="622"/>
                    <a:pt x="3085" y="622"/>
                    <a:pt x="3085" y="622"/>
                  </a:cubicBezTo>
                  <a:cubicBezTo>
                    <a:pt x="3082" y="622"/>
                    <a:pt x="3082" y="622"/>
                    <a:pt x="3082" y="622"/>
                  </a:cubicBezTo>
                  <a:cubicBezTo>
                    <a:pt x="3082" y="622"/>
                    <a:pt x="3082" y="622"/>
                    <a:pt x="3082" y="622"/>
                  </a:cubicBezTo>
                  <a:cubicBezTo>
                    <a:pt x="3082" y="616"/>
                    <a:pt x="3079" y="612"/>
                    <a:pt x="3074" y="609"/>
                  </a:cubicBezTo>
                  <a:cubicBezTo>
                    <a:pt x="3073" y="608"/>
                    <a:pt x="3072" y="607"/>
                    <a:pt x="3070" y="606"/>
                  </a:cubicBezTo>
                  <a:cubicBezTo>
                    <a:pt x="3069" y="605"/>
                    <a:pt x="3067" y="604"/>
                    <a:pt x="3064" y="603"/>
                  </a:cubicBezTo>
                  <a:cubicBezTo>
                    <a:pt x="3064" y="603"/>
                    <a:pt x="3064" y="603"/>
                    <a:pt x="3064" y="603"/>
                  </a:cubicBezTo>
                  <a:cubicBezTo>
                    <a:pt x="3064" y="602"/>
                    <a:pt x="3063" y="602"/>
                    <a:pt x="3062" y="602"/>
                  </a:cubicBezTo>
                  <a:cubicBezTo>
                    <a:pt x="3062" y="602"/>
                    <a:pt x="3061" y="602"/>
                    <a:pt x="3061" y="602"/>
                  </a:cubicBezTo>
                  <a:cubicBezTo>
                    <a:pt x="3061" y="602"/>
                    <a:pt x="3060" y="603"/>
                    <a:pt x="3060" y="603"/>
                  </a:cubicBezTo>
                  <a:cubicBezTo>
                    <a:pt x="3060" y="603"/>
                    <a:pt x="3060" y="603"/>
                    <a:pt x="3060" y="603"/>
                  </a:cubicBezTo>
                  <a:cubicBezTo>
                    <a:pt x="3058" y="604"/>
                    <a:pt x="3055" y="605"/>
                    <a:pt x="3055" y="607"/>
                  </a:cubicBezTo>
                  <a:cubicBezTo>
                    <a:pt x="3053" y="607"/>
                    <a:pt x="3052" y="608"/>
                    <a:pt x="3051" y="609"/>
                  </a:cubicBezTo>
                  <a:cubicBezTo>
                    <a:pt x="3047" y="611"/>
                    <a:pt x="3044" y="614"/>
                    <a:pt x="3043" y="619"/>
                  </a:cubicBezTo>
                  <a:cubicBezTo>
                    <a:pt x="3043" y="614"/>
                    <a:pt x="3043" y="614"/>
                    <a:pt x="3043" y="614"/>
                  </a:cubicBezTo>
                  <a:cubicBezTo>
                    <a:pt x="3046" y="607"/>
                    <a:pt x="3047" y="599"/>
                    <a:pt x="3047" y="591"/>
                  </a:cubicBezTo>
                  <a:cubicBezTo>
                    <a:pt x="3047" y="565"/>
                    <a:pt x="3032" y="543"/>
                    <a:pt x="3010" y="533"/>
                  </a:cubicBezTo>
                  <a:cubicBezTo>
                    <a:pt x="3011" y="533"/>
                    <a:pt x="3011" y="532"/>
                    <a:pt x="3011" y="532"/>
                  </a:cubicBezTo>
                  <a:cubicBezTo>
                    <a:pt x="3010" y="532"/>
                    <a:pt x="3010" y="532"/>
                    <a:pt x="3010" y="532"/>
                  </a:cubicBezTo>
                  <a:cubicBezTo>
                    <a:pt x="3010" y="532"/>
                    <a:pt x="3011" y="531"/>
                    <a:pt x="3011" y="530"/>
                  </a:cubicBezTo>
                  <a:cubicBezTo>
                    <a:pt x="3010" y="530"/>
                    <a:pt x="3009" y="530"/>
                    <a:pt x="3009" y="530"/>
                  </a:cubicBezTo>
                  <a:cubicBezTo>
                    <a:pt x="3009" y="530"/>
                    <a:pt x="3010" y="529"/>
                    <a:pt x="3010" y="528"/>
                  </a:cubicBezTo>
                  <a:cubicBezTo>
                    <a:pt x="3009" y="529"/>
                    <a:pt x="3007" y="529"/>
                    <a:pt x="3007" y="528"/>
                  </a:cubicBezTo>
                  <a:cubicBezTo>
                    <a:pt x="3007" y="528"/>
                    <a:pt x="3007" y="527"/>
                    <a:pt x="3007" y="526"/>
                  </a:cubicBezTo>
                  <a:cubicBezTo>
                    <a:pt x="3006" y="527"/>
                    <a:pt x="3004" y="527"/>
                    <a:pt x="3003" y="527"/>
                  </a:cubicBezTo>
                  <a:cubicBezTo>
                    <a:pt x="3004" y="526"/>
                    <a:pt x="3003" y="525"/>
                    <a:pt x="3003" y="525"/>
                  </a:cubicBezTo>
                  <a:cubicBezTo>
                    <a:pt x="2999" y="526"/>
                    <a:pt x="2997" y="522"/>
                    <a:pt x="2995" y="521"/>
                  </a:cubicBezTo>
                  <a:cubicBezTo>
                    <a:pt x="2994" y="519"/>
                    <a:pt x="2991" y="516"/>
                    <a:pt x="2989" y="515"/>
                  </a:cubicBezTo>
                  <a:cubicBezTo>
                    <a:pt x="2989" y="515"/>
                    <a:pt x="2989" y="515"/>
                    <a:pt x="2989" y="515"/>
                  </a:cubicBezTo>
                  <a:cubicBezTo>
                    <a:pt x="2989" y="514"/>
                    <a:pt x="2988" y="514"/>
                    <a:pt x="2987" y="513"/>
                  </a:cubicBezTo>
                  <a:cubicBezTo>
                    <a:pt x="2987" y="513"/>
                    <a:pt x="2986" y="512"/>
                    <a:pt x="2986" y="511"/>
                  </a:cubicBezTo>
                  <a:cubicBezTo>
                    <a:pt x="2985" y="510"/>
                    <a:pt x="2984" y="509"/>
                    <a:pt x="2983" y="509"/>
                  </a:cubicBezTo>
                  <a:cubicBezTo>
                    <a:pt x="2983" y="509"/>
                    <a:pt x="2983" y="508"/>
                    <a:pt x="2983" y="508"/>
                  </a:cubicBezTo>
                  <a:cubicBezTo>
                    <a:pt x="2985" y="508"/>
                    <a:pt x="2985" y="507"/>
                    <a:pt x="2985" y="506"/>
                  </a:cubicBezTo>
                  <a:cubicBezTo>
                    <a:pt x="2985" y="504"/>
                    <a:pt x="2984" y="503"/>
                    <a:pt x="2983" y="503"/>
                  </a:cubicBezTo>
                  <a:cubicBezTo>
                    <a:pt x="2983" y="503"/>
                    <a:pt x="2983" y="502"/>
                    <a:pt x="2983" y="502"/>
                  </a:cubicBezTo>
                  <a:cubicBezTo>
                    <a:pt x="2983" y="502"/>
                    <a:pt x="2983" y="502"/>
                    <a:pt x="2983" y="502"/>
                  </a:cubicBezTo>
                  <a:cubicBezTo>
                    <a:pt x="2985" y="502"/>
                    <a:pt x="2986" y="500"/>
                    <a:pt x="2986" y="498"/>
                  </a:cubicBezTo>
                  <a:cubicBezTo>
                    <a:pt x="2986" y="496"/>
                    <a:pt x="2983" y="494"/>
                    <a:pt x="2983" y="493"/>
                  </a:cubicBezTo>
                  <a:cubicBezTo>
                    <a:pt x="2983" y="492"/>
                    <a:pt x="2983" y="492"/>
                    <a:pt x="2983" y="492"/>
                  </a:cubicBezTo>
                  <a:cubicBezTo>
                    <a:pt x="2983" y="492"/>
                    <a:pt x="2983" y="492"/>
                    <a:pt x="2983" y="492"/>
                  </a:cubicBezTo>
                  <a:cubicBezTo>
                    <a:pt x="2983" y="492"/>
                    <a:pt x="2983" y="492"/>
                    <a:pt x="2983" y="492"/>
                  </a:cubicBezTo>
                  <a:cubicBezTo>
                    <a:pt x="2983" y="491"/>
                    <a:pt x="2983" y="491"/>
                    <a:pt x="2984" y="491"/>
                  </a:cubicBezTo>
                  <a:cubicBezTo>
                    <a:pt x="2984" y="490"/>
                    <a:pt x="2984" y="490"/>
                    <a:pt x="2983" y="490"/>
                  </a:cubicBezTo>
                  <a:cubicBezTo>
                    <a:pt x="2983" y="490"/>
                    <a:pt x="2983" y="490"/>
                    <a:pt x="2983" y="490"/>
                  </a:cubicBezTo>
                  <a:cubicBezTo>
                    <a:pt x="2983" y="490"/>
                    <a:pt x="2983" y="490"/>
                    <a:pt x="2983" y="490"/>
                  </a:cubicBezTo>
                  <a:cubicBezTo>
                    <a:pt x="2983" y="490"/>
                    <a:pt x="2983" y="490"/>
                    <a:pt x="2983" y="489"/>
                  </a:cubicBezTo>
                  <a:cubicBezTo>
                    <a:pt x="2983" y="489"/>
                    <a:pt x="2983" y="489"/>
                    <a:pt x="2983" y="489"/>
                  </a:cubicBezTo>
                  <a:cubicBezTo>
                    <a:pt x="2983" y="489"/>
                    <a:pt x="2983" y="489"/>
                    <a:pt x="2983" y="489"/>
                  </a:cubicBezTo>
                  <a:cubicBezTo>
                    <a:pt x="2983" y="489"/>
                    <a:pt x="2983" y="489"/>
                    <a:pt x="2983" y="489"/>
                  </a:cubicBezTo>
                  <a:cubicBezTo>
                    <a:pt x="2984" y="489"/>
                    <a:pt x="2985" y="488"/>
                    <a:pt x="2985" y="487"/>
                  </a:cubicBezTo>
                  <a:cubicBezTo>
                    <a:pt x="2985" y="486"/>
                    <a:pt x="2984" y="485"/>
                    <a:pt x="2983" y="485"/>
                  </a:cubicBezTo>
                  <a:cubicBezTo>
                    <a:pt x="2983" y="484"/>
                    <a:pt x="2983" y="484"/>
                    <a:pt x="2983" y="484"/>
                  </a:cubicBezTo>
                  <a:cubicBezTo>
                    <a:pt x="2983" y="484"/>
                    <a:pt x="2983" y="484"/>
                    <a:pt x="2982" y="484"/>
                  </a:cubicBezTo>
                  <a:cubicBezTo>
                    <a:pt x="2983" y="484"/>
                    <a:pt x="2983" y="483"/>
                    <a:pt x="2983" y="483"/>
                  </a:cubicBezTo>
                  <a:cubicBezTo>
                    <a:pt x="2983" y="483"/>
                    <a:pt x="2983" y="483"/>
                    <a:pt x="2982" y="482"/>
                  </a:cubicBezTo>
                  <a:cubicBezTo>
                    <a:pt x="2982" y="482"/>
                    <a:pt x="2982" y="482"/>
                    <a:pt x="2982" y="482"/>
                  </a:cubicBezTo>
                  <a:cubicBezTo>
                    <a:pt x="2982" y="482"/>
                    <a:pt x="2982" y="482"/>
                    <a:pt x="2982" y="482"/>
                  </a:cubicBezTo>
                  <a:cubicBezTo>
                    <a:pt x="2982" y="482"/>
                    <a:pt x="2983" y="482"/>
                    <a:pt x="2983" y="481"/>
                  </a:cubicBezTo>
                  <a:cubicBezTo>
                    <a:pt x="2983" y="481"/>
                    <a:pt x="2982" y="481"/>
                    <a:pt x="2982" y="481"/>
                  </a:cubicBezTo>
                  <a:cubicBezTo>
                    <a:pt x="2982" y="481"/>
                    <a:pt x="2982" y="481"/>
                    <a:pt x="2982" y="481"/>
                  </a:cubicBezTo>
                  <a:cubicBezTo>
                    <a:pt x="2982" y="481"/>
                    <a:pt x="2982" y="481"/>
                    <a:pt x="2982" y="481"/>
                  </a:cubicBezTo>
                  <a:cubicBezTo>
                    <a:pt x="2984" y="481"/>
                    <a:pt x="2986" y="479"/>
                    <a:pt x="2986" y="477"/>
                  </a:cubicBezTo>
                  <a:cubicBezTo>
                    <a:pt x="2986" y="477"/>
                    <a:pt x="2986" y="477"/>
                    <a:pt x="2986" y="477"/>
                  </a:cubicBezTo>
                  <a:cubicBezTo>
                    <a:pt x="2986" y="478"/>
                    <a:pt x="2984" y="480"/>
                    <a:pt x="2983" y="480"/>
                  </a:cubicBezTo>
                  <a:cubicBezTo>
                    <a:pt x="2983" y="480"/>
                    <a:pt x="2983" y="480"/>
                    <a:pt x="2983" y="480"/>
                  </a:cubicBezTo>
                  <a:cubicBezTo>
                    <a:pt x="2983" y="479"/>
                    <a:pt x="2983" y="479"/>
                    <a:pt x="2982" y="479"/>
                  </a:cubicBezTo>
                  <a:cubicBezTo>
                    <a:pt x="2982" y="479"/>
                    <a:pt x="2982" y="479"/>
                    <a:pt x="2982" y="479"/>
                  </a:cubicBezTo>
                  <a:cubicBezTo>
                    <a:pt x="2982" y="479"/>
                    <a:pt x="2982" y="479"/>
                    <a:pt x="2982" y="479"/>
                  </a:cubicBezTo>
                  <a:cubicBezTo>
                    <a:pt x="2983" y="478"/>
                    <a:pt x="2983" y="478"/>
                    <a:pt x="2983" y="477"/>
                  </a:cubicBezTo>
                  <a:cubicBezTo>
                    <a:pt x="2983" y="477"/>
                    <a:pt x="2983" y="476"/>
                    <a:pt x="2982" y="476"/>
                  </a:cubicBezTo>
                  <a:cubicBezTo>
                    <a:pt x="2982" y="476"/>
                    <a:pt x="2982" y="476"/>
                    <a:pt x="2982" y="476"/>
                  </a:cubicBezTo>
                  <a:cubicBezTo>
                    <a:pt x="2982" y="476"/>
                    <a:pt x="2982" y="476"/>
                    <a:pt x="2982" y="476"/>
                  </a:cubicBezTo>
                  <a:cubicBezTo>
                    <a:pt x="2982" y="476"/>
                    <a:pt x="2982" y="476"/>
                    <a:pt x="2982" y="476"/>
                  </a:cubicBezTo>
                  <a:cubicBezTo>
                    <a:pt x="2983" y="475"/>
                    <a:pt x="2983" y="475"/>
                    <a:pt x="2983" y="475"/>
                  </a:cubicBezTo>
                  <a:cubicBezTo>
                    <a:pt x="2983" y="475"/>
                    <a:pt x="2983" y="476"/>
                    <a:pt x="2983" y="476"/>
                  </a:cubicBezTo>
                  <a:cubicBezTo>
                    <a:pt x="2983" y="476"/>
                    <a:pt x="2983" y="476"/>
                    <a:pt x="2983" y="476"/>
                  </a:cubicBezTo>
                  <a:cubicBezTo>
                    <a:pt x="2983" y="475"/>
                    <a:pt x="2983" y="475"/>
                    <a:pt x="2983" y="475"/>
                  </a:cubicBezTo>
                  <a:cubicBezTo>
                    <a:pt x="2983" y="475"/>
                    <a:pt x="2983" y="475"/>
                    <a:pt x="2983" y="475"/>
                  </a:cubicBezTo>
                  <a:cubicBezTo>
                    <a:pt x="2983" y="474"/>
                    <a:pt x="2982" y="473"/>
                    <a:pt x="2982" y="473"/>
                  </a:cubicBezTo>
                  <a:cubicBezTo>
                    <a:pt x="2982" y="473"/>
                    <a:pt x="2982" y="474"/>
                    <a:pt x="2982" y="475"/>
                  </a:cubicBezTo>
                  <a:cubicBezTo>
                    <a:pt x="2981" y="475"/>
                    <a:pt x="2981" y="475"/>
                    <a:pt x="2981" y="475"/>
                  </a:cubicBezTo>
                  <a:cubicBezTo>
                    <a:pt x="2981" y="475"/>
                    <a:pt x="2981" y="475"/>
                    <a:pt x="2981" y="476"/>
                  </a:cubicBezTo>
                  <a:cubicBezTo>
                    <a:pt x="2981" y="476"/>
                    <a:pt x="2981" y="476"/>
                    <a:pt x="2981" y="476"/>
                  </a:cubicBezTo>
                  <a:cubicBezTo>
                    <a:pt x="2981" y="476"/>
                    <a:pt x="2981" y="475"/>
                    <a:pt x="2981" y="475"/>
                  </a:cubicBezTo>
                  <a:cubicBezTo>
                    <a:pt x="2981" y="475"/>
                    <a:pt x="2982" y="476"/>
                    <a:pt x="2982" y="476"/>
                  </a:cubicBezTo>
                  <a:cubicBezTo>
                    <a:pt x="2982" y="476"/>
                    <a:pt x="2982" y="476"/>
                    <a:pt x="2982" y="476"/>
                  </a:cubicBezTo>
                  <a:cubicBezTo>
                    <a:pt x="2982" y="476"/>
                    <a:pt x="2982" y="476"/>
                    <a:pt x="2982" y="476"/>
                  </a:cubicBezTo>
                  <a:cubicBezTo>
                    <a:pt x="2982" y="476"/>
                    <a:pt x="2982" y="476"/>
                    <a:pt x="2982" y="476"/>
                  </a:cubicBezTo>
                  <a:cubicBezTo>
                    <a:pt x="2982" y="476"/>
                    <a:pt x="2982" y="476"/>
                    <a:pt x="2982" y="476"/>
                  </a:cubicBezTo>
                  <a:cubicBezTo>
                    <a:pt x="2981" y="476"/>
                    <a:pt x="2981" y="477"/>
                    <a:pt x="2981" y="477"/>
                  </a:cubicBezTo>
                  <a:cubicBezTo>
                    <a:pt x="2981" y="478"/>
                    <a:pt x="2981" y="478"/>
                    <a:pt x="2982" y="479"/>
                  </a:cubicBezTo>
                  <a:cubicBezTo>
                    <a:pt x="2982" y="479"/>
                    <a:pt x="2982" y="479"/>
                    <a:pt x="2982" y="479"/>
                  </a:cubicBezTo>
                  <a:cubicBezTo>
                    <a:pt x="2982" y="479"/>
                    <a:pt x="2982" y="479"/>
                    <a:pt x="2982" y="479"/>
                  </a:cubicBezTo>
                  <a:cubicBezTo>
                    <a:pt x="2982" y="479"/>
                    <a:pt x="2981" y="479"/>
                    <a:pt x="2981" y="480"/>
                  </a:cubicBezTo>
                  <a:cubicBezTo>
                    <a:pt x="2981" y="480"/>
                    <a:pt x="2981" y="480"/>
                    <a:pt x="2981" y="480"/>
                  </a:cubicBezTo>
                  <a:cubicBezTo>
                    <a:pt x="2980" y="480"/>
                    <a:pt x="2979" y="478"/>
                    <a:pt x="2978" y="477"/>
                  </a:cubicBezTo>
                  <a:cubicBezTo>
                    <a:pt x="2978" y="477"/>
                    <a:pt x="2978" y="477"/>
                    <a:pt x="2978" y="477"/>
                  </a:cubicBezTo>
                  <a:cubicBezTo>
                    <a:pt x="2978" y="479"/>
                    <a:pt x="2980" y="481"/>
                    <a:pt x="2982" y="481"/>
                  </a:cubicBezTo>
                  <a:cubicBezTo>
                    <a:pt x="2982" y="481"/>
                    <a:pt x="2982" y="481"/>
                    <a:pt x="2982" y="481"/>
                  </a:cubicBezTo>
                  <a:cubicBezTo>
                    <a:pt x="2982" y="481"/>
                    <a:pt x="2982" y="481"/>
                    <a:pt x="2982" y="481"/>
                  </a:cubicBezTo>
                  <a:cubicBezTo>
                    <a:pt x="2982" y="481"/>
                    <a:pt x="2982" y="481"/>
                    <a:pt x="2982" y="482"/>
                  </a:cubicBezTo>
                  <a:cubicBezTo>
                    <a:pt x="2982" y="482"/>
                    <a:pt x="2982" y="482"/>
                    <a:pt x="2982" y="482"/>
                  </a:cubicBezTo>
                  <a:cubicBezTo>
                    <a:pt x="2982" y="482"/>
                    <a:pt x="2982" y="482"/>
                    <a:pt x="2982" y="482"/>
                  </a:cubicBezTo>
                  <a:cubicBezTo>
                    <a:pt x="2982" y="482"/>
                    <a:pt x="2982" y="482"/>
                    <a:pt x="2982" y="482"/>
                  </a:cubicBezTo>
                  <a:cubicBezTo>
                    <a:pt x="2982" y="483"/>
                    <a:pt x="2981" y="483"/>
                    <a:pt x="2981" y="483"/>
                  </a:cubicBezTo>
                  <a:cubicBezTo>
                    <a:pt x="2981" y="483"/>
                    <a:pt x="2981" y="484"/>
                    <a:pt x="2982" y="484"/>
                  </a:cubicBezTo>
                  <a:cubicBezTo>
                    <a:pt x="2981" y="484"/>
                    <a:pt x="2981" y="484"/>
                    <a:pt x="2981" y="484"/>
                  </a:cubicBezTo>
                  <a:cubicBezTo>
                    <a:pt x="2981" y="484"/>
                    <a:pt x="2981" y="484"/>
                    <a:pt x="2981" y="485"/>
                  </a:cubicBezTo>
                  <a:cubicBezTo>
                    <a:pt x="2980" y="485"/>
                    <a:pt x="2980" y="486"/>
                    <a:pt x="2980" y="487"/>
                  </a:cubicBezTo>
                  <a:cubicBezTo>
                    <a:pt x="2980" y="488"/>
                    <a:pt x="2980" y="489"/>
                    <a:pt x="2981" y="489"/>
                  </a:cubicBezTo>
                  <a:cubicBezTo>
                    <a:pt x="2981" y="489"/>
                    <a:pt x="2981" y="489"/>
                    <a:pt x="2981" y="489"/>
                  </a:cubicBezTo>
                  <a:cubicBezTo>
                    <a:pt x="2981" y="489"/>
                    <a:pt x="2981" y="489"/>
                    <a:pt x="2981" y="489"/>
                  </a:cubicBezTo>
                  <a:cubicBezTo>
                    <a:pt x="2981" y="489"/>
                    <a:pt x="2981" y="489"/>
                    <a:pt x="2981" y="489"/>
                  </a:cubicBezTo>
                  <a:cubicBezTo>
                    <a:pt x="2981" y="490"/>
                    <a:pt x="2981" y="490"/>
                    <a:pt x="2981" y="490"/>
                  </a:cubicBezTo>
                  <a:cubicBezTo>
                    <a:pt x="2981" y="490"/>
                    <a:pt x="2981" y="490"/>
                    <a:pt x="2981" y="490"/>
                  </a:cubicBezTo>
                  <a:cubicBezTo>
                    <a:pt x="2981" y="490"/>
                    <a:pt x="2981" y="490"/>
                    <a:pt x="2981" y="490"/>
                  </a:cubicBezTo>
                  <a:cubicBezTo>
                    <a:pt x="2981" y="490"/>
                    <a:pt x="2980" y="490"/>
                    <a:pt x="2981" y="491"/>
                  </a:cubicBezTo>
                  <a:cubicBezTo>
                    <a:pt x="2981" y="491"/>
                    <a:pt x="2981" y="491"/>
                    <a:pt x="2981" y="492"/>
                  </a:cubicBezTo>
                  <a:cubicBezTo>
                    <a:pt x="2981" y="492"/>
                    <a:pt x="2981" y="492"/>
                    <a:pt x="2981" y="492"/>
                  </a:cubicBezTo>
                  <a:cubicBezTo>
                    <a:pt x="2981" y="492"/>
                    <a:pt x="2981" y="492"/>
                    <a:pt x="2981" y="492"/>
                  </a:cubicBezTo>
                  <a:cubicBezTo>
                    <a:pt x="2981" y="492"/>
                    <a:pt x="2981" y="492"/>
                    <a:pt x="2981" y="493"/>
                  </a:cubicBezTo>
                  <a:cubicBezTo>
                    <a:pt x="2981" y="494"/>
                    <a:pt x="2978" y="496"/>
                    <a:pt x="2978" y="498"/>
                  </a:cubicBezTo>
                  <a:cubicBezTo>
                    <a:pt x="2978" y="500"/>
                    <a:pt x="2980" y="502"/>
                    <a:pt x="2981" y="502"/>
                  </a:cubicBezTo>
                  <a:cubicBezTo>
                    <a:pt x="2981" y="502"/>
                    <a:pt x="2981" y="502"/>
                    <a:pt x="2981" y="502"/>
                  </a:cubicBezTo>
                  <a:cubicBezTo>
                    <a:pt x="2981" y="502"/>
                    <a:pt x="2981" y="503"/>
                    <a:pt x="2981" y="503"/>
                  </a:cubicBezTo>
                  <a:cubicBezTo>
                    <a:pt x="2980" y="503"/>
                    <a:pt x="2979" y="504"/>
                    <a:pt x="2979" y="506"/>
                  </a:cubicBezTo>
                  <a:cubicBezTo>
                    <a:pt x="2979" y="507"/>
                    <a:pt x="2980" y="508"/>
                    <a:pt x="2981" y="508"/>
                  </a:cubicBezTo>
                  <a:cubicBezTo>
                    <a:pt x="2981" y="508"/>
                    <a:pt x="2981" y="509"/>
                    <a:pt x="2981" y="509"/>
                  </a:cubicBezTo>
                  <a:cubicBezTo>
                    <a:pt x="2980" y="509"/>
                    <a:pt x="2979" y="510"/>
                    <a:pt x="2979" y="511"/>
                  </a:cubicBezTo>
                  <a:cubicBezTo>
                    <a:pt x="2978" y="512"/>
                    <a:pt x="2978" y="513"/>
                    <a:pt x="2977" y="513"/>
                  </a:cubicBezTo>
                  <a:cubicBezTo>
                    <a:pt x="2977" y="514"/>
                    <a:pt x="2975" y="514"/>
                    <a:pt x="2976" y="516"/>
                  </a:cubicBezTo>
                  <a:cubicBezTo>
                    <a:pt x="2976" y="516"/>
                    <a:pt x="2976" y="516"/>
                    <a:pt x="2976" y="516"/>
                  </a:cubicBezTo>
                  <a:cubicBezTo>
                    <a:pt x="2974" y="517"/>
                    <a:pt x="2971" y="520"/>
                    <a:pt x="2970" y="521"/>
                  </a:cubicBezTo>
                  <a:cubicBezTo>
                    <a:pt x="2969" y="523"/>
                    <a:pt x="2967" y="526"/>
                    <a:pt x="2963" y="525"/>
                  </a:cubicBezTo>
                  <a:cubicBezTo>
                    <a:pt x="2962" y="526"/>
                    <a:pt x="2962" y="527"/>
                    <a:pt x="2962" y="527"/>
                  </a:cubicBezTo>
                  <a:cubicBezTo>
                    <a:pt x="2961" y="527"/>
                    <a:pt x="2959" y="527"/>
                    <a:pt x="2959" y="527"/>
                  </a:cubicBezTo>
                  <a:cubicBezTo>
                    <a:pt x="2958" y="527"/>
                    <a:pt x="2959" y="528"/>
                    <a:pt x="2959" y="529"/>
                  </a:cubicBezTo>
                  <a:cubicBezTo>
                    <a:pt x="2958" y="529"/>
                    <a:pt x="2957" y="529"/>
                    <a:pt x="2956" y="529"/>
                  </a:cubicBezTo>
                  <a:cubicBezTo>
                    <a:pt x="2956" y="530"/>
                    <a:pt x="2957" y="530"/>
                    <a:pt x="2957" y="530"/>
                  </a:cubicBezTo>
                  <a:cubicBezTo>
                    <a:pt x="2956" y="531"/>
                    <a:pt x="2956" y="531"/>
                    <a:pt x="2955" y="530"/>
                  </a:cubicBezTo>
                  <a:cubicBezTo>
                    <a:pt x="2955" y="531"/>
                    <a:pt x="2956" y="532"/>
                    <a:pt x="2956" y="532"/>
                  </a:cubicBezTo>
                  <a:cubicBezTo>
                    <a:pt x="2956" y="533"/>
                    <a:pt x="2955" y="533"/>
                    <a:pt x="2955" y="532"/>
                  </a:cubicBezTo>
                  <a:cubicBezTo>
                    <a:pt x="2955" y="533"/>
                    <a:pt x="2955" y="533"/>
                    <a:pt x="2955" y="534"/>
                  </a:cubicBezTo>
                  <a:cubicBezTo>
                    <a:pt x="2945" y="539"/>
                    <a:pt x="2936" y="547"/>
                    <a:pt x="2929" y="556"/>
                  </a:cubicBezTo>
                  <a:cubicBezTo>
                    <a:pt x="2923" y="567"/>
                    <a:pt x="2919" y="579"/>
                    <a:pt x="2919" y="592"/>
                  </a:cubicBezTo>
                  <a:cubicBezTo>
                    <a:pt x="2919" y="596"/>
                    <a:pt x="2920" y="600"/>
                    <a:pt x="2920" y="603"/>
                  </a:cubicBezTo>
                  <a:cubicBezTo>
                    <a:pt x="2920" y="619"/>
                    <a:pt x="2920" y="619"/>
                    <a:pt x="2920" y="619"/>
                  </a:cubicBezTo>
                  <a:cubicBezTo>
                    <a:pt x="2919" y="615"/>
                    <a:pt x="2917" y="612"/>
                    <a:pt x="2913" y="610"/>
                  </a:cubicBezTo>
                  <a:cubicBezTo>
                    <a:pt x="2912" y="609"/>
                    <a:pt x="2910" y="608"/>
                    <a:pt x="2909" y="607"/>
                  </a:cubicBezTo>
                  <a:cubicBezTo>
                    <a:pt x="2908" y="606"/>
                    <a:pt x="2906" y="605"/>
                    <a:pt x="2903" y="604"/>
                  </a:cubicBezTo>
                  <a:cubicBezTo>
                    <a:pt x="2903" y="604"/>
                    <a:pt x="2903" y="604"/>
                    <a:pt x="2903" y="604"/>
                  </a:cubicBezTo>
                  <a:cubicBezTo>
                    <a:pt x="2903" y="603"/>
                    <a:pt x="2902" y="603"/>
                    <a:pt x="2901" y="603"/>
                  </a:cubicBezTo>
                  <a:cubicBezTo>
                    <a:pt x="2901" y="603"/>
                    <a:pt x="2900" y="603"/>
                    <a:pt x="2900" y="603"/>
                  </a:cubicBezTo>
                  <a:cubicBezTo>
                    <a:pt x="2899" y="603"/>
                    <a:pt x="2899" y="604"/>
                    <a:pt x="2899" y="604"/>
                  </a:cubicBezTo>
                  <a:cubicBezTo>
                    <a:pt x="2899" y="604"/>
                    <a:pt x="2899" y="604"/>
                    <a:pt x="2899" y="604"/>
                  </a:cubicBezTo>
                  <a:cubicBezTo>
                    <a:pt x="2896" y="605"/>
                    <a:pt x="2894" y="606"/>
                    <a:pt x="2893" y="608"/>
                  </a:cubicBezTo>
                  <a:cubicBezTo>
                    <a:pt x="2892" y="608"/>
                    <a:pt x="2891" y="609"/>
                    <a:pt x="2890" y="610"/>
                  </a:cubicBezTo>
                  <a:cubicBezTo>
                    <a:pt x="2885" y="613"/>
                    <a:pt x="2882" y="617"/>
                    <a:pt x="2881" y="623"/>
                  </a:cubicBezTo>
                  <a:cubicBezTo>
                    <a:pt x="2879" y="624"/>
                    <a:pt x="2879" y="624"/>
                    <a:pt x="2879" y="624"/>
                  </a:cubicBezTo>
                  <a:cubicBezTo>
                    <a:pt x="2879" y="628"/>
                    <a:pt x="2879" y="628"/>
                    <a:pt x="2879" y="628"/>
                  </a:cubicBezTo>
                  <a:cubicBezTo>
                    <a:pt x="2877" y="630"/>
                    <a:pt x="2877" y="630"/>
                    <a:pt x="2877" y="630"/>
                  </a:cubicBezTo>
                  <a:cubicBezTo>
                    <a:pt x="2872" y="633"/>
                    <a:pt x="2872" y="633"/>
                    <a:pt x="2872" y="633"/>
                  </a:cubicBezTo>
                  <a:cubicBezTo>
                    <a:pt x="2872" y="633"/>
                    <a:pt x="2872" y="633"/>
                    <a:pt x="2872" y="633"/>
                  </a:cubicBezTo>
                  <a:cubicBezTo>
                    <a:pt x="2872" y="633"/>
                    <a:pt x="2871" y="633"/>
                    <a:pt x="2871" y="633"/>
                  </a:cubicBezTo>
                  <a:cubicBezTo>
                    <a:pt x="2871" y="633"/>
                    <a:pt x="2871" y="633"/>
                    <a:pt x="2871" y="633"/>
                  </a:cubicBezTo>
                  <a:cubicBezTo>
                    <a:pt x="2871" y="632"/>
                    <a:pt x="2870" y="631"/>
                    <a:pt x="2869" y="631"/>
                  </a:cubicBezTo>
                  <a:cubicBezTo>
                    <a:pt x="2869" y="630"/>
                    <a:pt x="2869" y="630"/>
                    <a:pt x="2869" y="630"/>
                  </a:cubicBezTo>
                  <a:cubicBezTo>
                    <a:pt x="2869" y="630"/>
                    <a:pt x="2869" y="630"/>
                    <a:pt x="2869" y="630"/>
                  </a:cubicBezTo>
                  <a:cubicBezTo>
                    <a:pt x="2869" y="630"/>
                    <a:pt x="2869" y="630"/>
                    <a:pt x="2869" y="630"/>
                  </a:cubicBezTo>
                  <a:cubicBezTo>
                    <a:pt x="2870" y="630"/>
                    <a:pt x="2870" y="629"/>
                    <a:pt x="2870" y="629"/>
                  </a:cubicBezTo>
                  <a:cubicBezTo>
                    <a:pt x="2870" y="629"/>
                    <a:pt x="2870" y="629"/>
                    <a:pt x="2869" y="629"/>
                  </a:cubicBezTo>
                  <a:cubicBezTo>
                    <a:pt x="2869" y="629"/>
                    <a:pt x="2869" y="629"/>
                    <a:pt x="2869" y="629"/>
                  </a:cubicBezTo>
                  <a:cubicBezTo>
                    <a:pt x="2869" y="628"/>
                    <a:pt x="2869" y="628"/>
                    <a:pt x="2869" y="628"/>
                  </a:cubicBezTo>
                  <a:cubicBezTo>
                    <a:pt x="2869" y="628"/>
                    <a:pt x="2870" y="628"/>
                    <a:pt x="2870" y="628"/>
                  </a:cubicBezTo>
                  <a:cubicBezTo>
                    <a:pt x="2870" y="628"/>
                    <a:pt x="2869" y="628"/>
                    <a:pt x="2869" y="628"/>
                  </a:cubicBezTo>
                  <a:cubicBezTo>
                    <a:pt x="2869" y="628"/>
                    <a:pt x="2869" y="627"/>
                    <a:pt x="2869" y="627"/>
                  </a:cubicBezTo>
                  <a:cubicBezTo>
                    <a:pt x="2869" y="627"/>
                    <a:pt x="2869" y="627"/>
                    <a:pt x="2869" y="627"/>
                  </a:cubicBezTo>
                  <a:cubicBezTo>
                    <a:pt x="2869" y="627"/>
                    <a:pt x="2869" y="627"/>
                    <a:pt x="2869" y="627"/>
                  </a:cubicBezTo>
                  <a:cubicBezTo>
                    <a:pt x="2869" y="627"/>
                    <a:pt x="2869" y="625"/>
                    <a:pt x="2869" y="625"/>
                  </a:cubicBezTo>
                  <a:cubicBezTo>
                    <a:pt x="2869" y="625"/>
                    <a:pt x="2869" y="627"/>
                    <a:pt x="2869" y="627"/>
                  </a:cubicBezTo>
                  <a:cubicBezTo>
                    <a:pt x="2869" y="627"/>
                    <a:pt x="2869" y="627"/>
                    <a:pt x="2869" y="627"/>
                  </a:cubicBezTo>
                  <a:cubicBezTo>
                    <a:pt x="2869" y="627"/>
                    <a:pt x="2869" y="627"/>
                    <a:pt x="2869" y="627"/>
                  </a:cubicBezTo>
                  <a:cubicBezTo>
                    <a:pt x="2869" y="627"/>
                    <a:pt x="2869" y="628"/>
                    <a:pt x="2869" y="628"/>
                  </a:cubicBezTo>
                  <a:cubicBezTo>
                    <a:pt x="2869" y="628"/>
                    <a:pt x="2868" y="628"/>
                    <a:pt x="2868" y="628"/>
                  </a:cubicBezTo>
                  <a:cubicBezTo>
                    <a:pt x="2868" y="628"/>
                    <a:pt x="2869" y="628"/>
                    <a:pt x="2869" y="628"/>
                  </a:cubicBezTo>
                  <a:cubicBezTo>
                    <a:pt x="2869" y="628"/>
                    <a:pt x="2869" y="628"/>
                    <a:pt x="2869" y="629"/>
                  </a:cubicBezTo>
                  <a:cubicBezTo>
                    <a:pt x="2869" y="629"/>
                    <a:pt x="2869" y="629"/>
                    <a:pt x="2869" y="629"/>
                  </a:cubicBezTo>
                  <a:cubicBezTo>
                    <a:pt x="2869" y="629"/>
                    <a:pt x="2868" y="629"/>
                    <a:pt x="2868" y="629"/>
                  </a:cubicBezTo>
                  <a:cubicBezTo>
                    <a:pt x="2868" y="629"/>
                    <a:pt x="2869" y="630"/>
                    <a:pt x="2869" y="630"/>
                  </a:cubicBezTo>
                  <a:cubicBezTo>
                    <a:pt x="2869" y="630"/>
                    <a:pt x="2869" y="630"/>
                    <a:pt x="2869" y="630"/>
                  </a:cubicBezTo>
                  <a:cubicBezTo>
                    <a:pt x="2869" y="630"/>
                    <a:pt x="2869" y="630"/>
                    <a:pt x="2869" y="630"/>
                  </a:cubicBezTo>
                  <a:cubicBezTo>
                    <a:pt x="2869" y="630"/>
                    <a:pt x="2869" y="631"/>
                    <a:pt x="2869" y="631"/>
                  </a:cubicBezTo>
                  <a:cubicBezTo>
                    <a:pt x="2868" y="631"/>
                    <a:pt x="2867" y="632"/>
                    <a:pt x="2867" y="633"/>
                  </a:cubicBezTo>
                  <a:cubicBezTo>
                    <a:pt x="2867" y="633"/>
                    <a:pt x="2867" y="633"/>
                    <a:pt x="2867" y="633"/>
                  </a:cubicBezTo>
                  <a:cubicBezTo>
                    <a:pt x="2866" y="633"/>
                    <a:pt x="2866" y="633"/>
                    <a:pt x="2866" y="633"/>
                  </a:cubicBezTo>
                  <a:cubicBezTo>
                    <a:pt x="2866" y="634"/>
                    <a:pt x="2867" y="633"/>
                    <a:pt x="2867" y="635"/>
                  </a:cubicBezTo>
                  <a:cubicBezTo>
                    <a:pt x="2867" y="636"/>
                    <a:pt x="2867" y="636"/>
                    <a:pt x="2868" y="637"/>
                  </a:cubicBezTo>
                  <a:cubicBezTo>
                    <a:pt x="2867" y="637"/>
                    <a:pt x="2867" y="637"/>
                    <a:pt x="2867" y="637"/>
                  </a:cubicBezTo>
                  <a:cubicBezTo>
                    <a:pt x="2867" y="637"/>
                    <a:pt x="2867" y="638"/>
                    <a:pt x="2868" y="638"/>
                  </a:cubicBezTo>
                  <a:cubicBezTo>
                    <a:pt x="2868" y="654"/>
                    <a:pt x="2868" y="654"/>
                    <a:pt x="2868" y="654"/>
                  </a:cubicBezTo>
                  <a:cubicBezTo>
                    <a:pt x="2863" y="655"/>
                    <a:pt x="2863" y="655"/>
                    <a:pt x="2863" y="655"/>
                  </a:cubicBezTo>
                  <a:cubicBezTo>
                    <a:pt x="2862" y="653"/>
                    <a:pt x="2862" y="653"/>
                    <a:pt x="2862" y="653"/>
                  </a:cubicBezTo>
                  <a:cubicBezTo>
                    <a:pt x="2862" y="647"/>
                    <a:pt x="2862" y="647"/>
                    <a:pt x="2862" y="647"/>
                  </a:cubicBezTo>
                  <a:cubicBezTo>
                    <a:pt x="2862" y="647"/>
                    <a:pt x="2862" y="647"/>
                    <a:pt x="2862" y="647"/>
                  </a:cubicBezTo>
                  <a:cubicBezTo>
                    <a:pt x="2862" y="647"/>
                    <a:pt x="2862" y="647"/>
                    <a:pt x="2861" y="646"/>
                  </a:cubicBezTo>
                  <a:cubicBezTo>
                    <a:pt x="2862" y="646"/>
                    <a:pt x="2862" y="646"/>
                    <a:pt x="2862" y="646"/>
                  </a:cubicBezTo>
                  <a:cubicBezTo>
                    <a:pt x="2862" y="644"/>
                    <a:pt x="2863" y="645"/>
                    <a:pt x="2863" y="644"/>
                  </a:cubicBezTo>
                  <a:cubicBezTo>
                    <a:pt x="2863" y="644"/>
                    <a:pt x="2863" y="644"/>
                    <a:pt x="2862" y="644"/>
                  </a:cubicBezTo>
                  <a:cubicBezTo>
                    <a:pt x="2862" y="644"/>
                    <a:pt x="2862" y="644"/>
                    <a:pt x="2862" y="643"/>
                  </a:cubicBezTo>
                  <a:cubicBezTo>
                    <a:pt x="2862" y="643"/>
                    <a:pt x="2861" y="642"/>
                    <a:pt x="2861" y="642"/>
                  </a:cubicBezTo>
                  <a:cubicBezTo>
                    <a:pt x="2861" y="642"/>
                    <a:pt x="2861" y="642"/>
                    <a:pt x="2861" y="642"/>
                  </a:cubicBezTo>
                  <a:cubicBezTo>
                    <a:pt x="2861" y="642"/>
                    <a:pt x="2861" y="642"/>
                    <a:pt x="2861" y="641"/>
                  </a:cubicBezTo>
                  <a:cubicBezTo>
                    <a:pt x="2861" y="641"/>
                    <a:pt x="2861" y="641"/>
                    <a:pt x="2861" y="641"/>
                  </a:cubicBezTo>
                  <a:cubicBezTo>
                    <a:pt x="2861" y="641"/>
                    <a:pt x="2861" y="641"/>
                    <a:pt x="2861" y="641"/>
                  </a:cubicBezTo>
                  <a:cubicBezTo>
                    <a:pt x="2861" y="641"/>
                    <a:pt x="2861" y="641"/>
                    <a:pt x="2861" y="641"/>
                  </a:cubicBezTo>
                  <a:cubicBezTo>
                    <a:pt x="2861" y="641"/>
                    <a:pt x="2861" y="641"/>
                    <a:pt x="2861" y="640"/>
                  </a:cubicBezTo>
                  <a:cubicBezTo>
                    <a:pt x="2861" y="640"/>
                    <a:pt x="2861" y="640"/>
                    <a:pt x="2861" y="640"/>
                  </a:cubicBezTo>
                  <a:cubicBezTo>
                    <a:pt x="2861" y="640"/>
                    <a:pt x="2861" y="640"/>
                    <a:pt x="2861" y="640"/>
                  </a:cubicBezTo>
                  <a:cubicBezTo>
                    <a:pt x="2861" y="640"/>
                    <a:pt x="2861" y="640"/>
                    <a:pt x="2861" y="640"/>
                  </a:cubicBezTo>
                  <a:cubicBezTo>
                    <a:pt x="2861" y="640"/>
                    <a:pt x="2861" y="640"/>
                    <a:pt x="2861" y="640"/>
                  </a:cubicBezTo>
                  <a:cubicBezTo>
                    <a:pt x="2861" y="639"/>
                    <a:pt x="2861" y="639"/>
                    <a:pt x="2861" y="639"/>
                  </a:cubicBezTo>
                  <a:cubicBezTo>
                    <a:pt x="2861" y="639"/>
                    <a:pt x="2861" y="639"/>
                    <a:pt x="2861" y="639"/>
                  </a:cubicBezTo>
                  <a:cubicBezTo>
                    <a:pt x="2861" y="639"/>
                    <a:pt x="2860" y="638"/>
                    <a:pt x="2860" y="638"/>
                  </a:cubicBezTo>
                  <a:cubicBezTo>
                    <a:pt x="2860" y="638"/>
                    <a:pt x="2860" y="639"/>
                    <a:pt x="2860" y="639"/>
                  </a:cubicBezTo>
                  <a:cubicBezTo>
                    <a:pt x="2860" y="639"/>
                    <a:pt x="2860" y="639"/>
                    <a:pt x="2860" y="639"/>
                  </a:cubicBezTo>
                  <a:cubicBezTo>
                    <a:pt x="2860" y="639"/>
                    <a:pt x="2860" y="639"/>
                    <a:pt x="2860" y="640"/>
                  </a:cubicBezTo>
                  <a:cubicBezTo>
                    <a:pt x="2860" y="640"/>
                    <a:pt x="2860" y="640"/>
                    <a:pt x="2860" y="640"/>
                  </a:cubicBezTo>
                  <a:cubicBezTo>
                    <a:pt x="2860" y="640"/>
                    <a:pt x="2860" y="640"/>
                    <a:pt x="2860" y="640"/>
                  </a:cubicBezTo>
                  <a:cubicBezTo>
                    <a:pt x="2860" y="640"/>
                    <a:pt x="2860" y="640"/>
                    <a:pt x="2860" y="640"/>
                  </a:cubicBezTo>
                  <a:cubicBezTo>
                    <a:pt x="2860" y="640"/>
                    <a:pt x="2860" y="640"/>
                    <a:pt x="2860" y="640"/>
                  </a:cubicBezTo>
                  <a:cubicBezTo>
                    <a:pt x="2860" y="641"/>
                    <a:pt x="2860" y="641"/>
                    <a:pt x="2860" y="641"/>
                  </a:cubicBezTo>
                  <a:cubicBezTo>
                    <a:pt x="2860" y="641"/>
                    <a:pt x="2860" y="641"/>
                    <a:pt x="2860" y="641"/>
                  </a:cubicBezTo>
                  <a:cubicBezTo>
                    <a:pt x="2860" y="641"/>
                    <a:pt x="2860" y="641"/>
                    <a:pt x="2860" y="641"/>
                  </a:cubicBezTo>
                  <a:cubicBezTo>
                    <a:pt x="2860" y="641"/>
                    <a:pt x="2860" y="641"/>
                    <a:pt x="2860" y="641"/>
                  </a:cubicBezTo>
                  <a:cubicBezTo>
                    <a:pt x="2860" y="642"/>
                    <a:pt x="2860" y="642"/>
                    <a:pt x="2860" y="642"/>
                  </a:cubicBezTo>
                  <a:cubicBezTo>
                    <a:pt x="2860" y="642"/>
                    <a:pt x="2860" y="642"/>
                    <a:pt x="2860" y="642"/>
                  </a:cubicBezTo>
                  <a:cubicBezTo>
                    <a:pt x="2859" y="642"/>
                    <a:pt x="2859" y="643"/>
                    <a:pt x="2859" y="644"/>
                  </a:cubicBezTo>
                  <a:cubicBezTo>
                    <a:pt x="2859" y="644"/>
                    <a:pt x="2859" y="644"/>
                    <a:pt x="2859" y="644"/>
                  </a:cubicBezTo>
                  <a:cubicBezTo>
                    <a:pt x="2858" y="644"/>
                    <a:pt x="2858" y="644"/>
                    <a:pt x="2858" y="644"/>
                  </a:cubicBezTo>
                  <a:cubicBezTo>
                    <a:pt x="2858" y="645"/>
                    <a:pt x="2859" y="644"/>
                    <a:pt x="2859" y="646"/>
                  </a:cubicBezTo>
                  <a:cubicBezTo>
                    <a:pt x="2859" y="646"/>
                    <a:pt x="2859" y="646"/>
                    <a:pt x="2859" y="646"/>
                  </a:cubicBezTo>
                  <a:cubicBezTo>
                    <a:pt x="2859" y="647"/>
                    <a:pt x="2859" y="647"/>
                    <a:pt x="2859" y="647"/>
                  </a:cubicBezTo>
                  <a:cubicBezTo>
                    <a:pt x="2859" y="647"/>
                    <a:pt x="2859" y="647"/>
                    <a:pt x="2859" y="647"/>
                  </a:cubicBezTo>
                  <a:cubicBezTo>
                    <a:pt x="2859" y="650"/>
                    <a:pt x="2859" y="650"/>
                    <a:pt x="2859" y="650"/>
                  </a:cubicBezTo>
                  <a:cubicBezTo>
                    <a:pt x="2856" y="646"/>
                    <a:pt x="2856" y="646"/>
                    <a:pt x="2856" y="646"/>
                  </a:cubicBezTo>
                  <a:cubicBezTo>
                    <a:pt x="2854" y="643"/>
                    <a:pt x="2854" y="643"/>
                    <a:pt x="2854" y="643"/>
                  </a:cubicBezTo>
                  <a:cubicBezTo>
                    <a:pt x="2847" y="644"/>
                    <a:pt x="2847" y="644"/>
                    <a:pt x="2847" y="644"/>
                  </a:cubicBezTo>
                  <a:cubicBezTo>
                    <a:pt x="2847" y="629"/>
                    <a:pt x="2847" y="629"/>
                    <a:pt x="2847" y="629"/>
                  </a:cubicBezTo>
                  <a:cubicBezTo>
                    <a:pt x="2848" y="629"/>
                    <a:pt x="2848" y="629"/>
                    <a:pt x="2848" y="629"/>
                  </a:cubicBezTo>
                  <a:cubicBezTo>
                    <a:pt x="2848" y="629"/>
                    <a:pt x="2847" y="628"/>
                    <a:pt x="2847" y="628"/>
                  </a:cubicBezTo>
                  <a:cubicBezTo>
                    <a:pt x="2847" y="628"/>
                    <a:pt x="2848" y="628"/>
                    <a:pt x="2848" y="627"/>
                  </a:cubicBezTo>
                  <a:cubicBezTo>
                    <a:pt x="2848" y="625"/>
                    <a:pt x="2849" y="626"/>
                    <a:pt x="2849" y="625"/>
                  </a:cubicBezTo>
                  <a:cubicBezTo>
                    <a:pt x="2849" y="625"/>
                    <a:pt x="2849" y="625"/>
                    <a:pt x="2848" y="625"/>
                  </a:cubicBezTo>
                  <a:cubicBezTo>
                    <a:pt x="2848" y="624"/>
                    <a:pt x="2848" y="624"/>
                    <a:pt x="2848" y="624"/>
                  </a:cubicBezTo>
                  <a:cubicBezTo>
                    <a:pt x="2848" y="623"/>
                    <a:pt x="2847" y="623"/>
                    <a:pt x="2846" y="622"/>
                  </a:cubicBezTo>
                  <a:cubicBezTo>
                    <a:pt x="2846" y="622"/>
                    <a:pt x="2846" y="622"/>
                    <a:pt x="2846" y="622"/>
                  </a:cubicBezTo>
                  <a:cubicBezTo>
                    <a:pt x="2846" y="622"/>
                    <a:pt x="2846" y="622"/>
                    <a:pt x="2846" y="622"/>
                  </a:cubicBezTo>
                  <a:cubicBezTo>
                    <a:pt x="2846" y="622"/>
                    <a:pt x="2846" y="621"/>
                    <a:pt x="2846" y="621"/>
                  </a:cubicBezTo>
                  <a:cubicBezTo>
                    <a:pt x="2846" y="621"/>
                    <a:pt x="2846" y="621"/>
                    <a:pt x="2846" y="621"/>
                  </a:cubicBezTo>
                  <a:cubicBezTo>
                    <a:pt x="2846" y="621"/>
                    <a:pt x="2846" y="621"/>
                    <a:pt x="2846" y="621"/>
                  </a:cubicBezTo>
                  <a:cubicBezTo>
                    <a:pt x="2846" y="621"/>
                    <a:pt x="2846" y="620"/>
                    <a:pt x="2846" y="620"/>
                  </a:cubicBezTo>
                  <a:cubicBezTo>
                    <a:pt x="2846" y="620"/>
                    <a:pt x="2846" y="620"/>
                    <a:pt x="2846" y="620"/>
                  </a:cubicBezTo>
                  <a:cubicBezTo>
                    <a:pt x="2846" y="620"/>
                    <a:pt x="2846" y="620"/>
                    <a:pt x="2846" y="620"/>
                  </a:cubicBezTo>
                  <a:cubicBezTo>
                    <a:pt x="2846" y="620"/>
                    <a:pt x="2846" y="619"/>
                    <a:pt x="2846" y="619"/>
                  </a:cubicBezTo>
                  <a:cubicBezTo>
                    <a:pt x="2846" y="619"/>
                    <a:pt x="2846" y="619"/>
                    <a:pt x="2846" y="619"/>
                  </a:cubicBezTo>
                  <a:cubicBezTo>
                    <a:pt x="2846" y="619"/>
                    <a:pt x="2846" y="619"/>
                    <a:pt x="2846" y="619"/>
                  </a:cubicBezTo>
                  <a:cubicBezTo>
                    <a:pt x="2846" y="619"/>
                    <a:pt x="2846" y="619"/>
                    <a:pt x="2846" y="619"/>
                  </a:cubicBezTo>
                  <a:cubicBezTo>
                    <a:pt x="2846" y="618"/>
                    <a:pt x="2846" y="617"/>
                    <a:pt x="2846" y="617"/>
                  </a:cubicBezTo>
                  <a:cubicBezTo>
                    <a:pt x="2845" y="617"/>
                    <a:pt x="2845" y="618"/>
                    <a:pt x="2845" y="619"/>
                  </a:cubicBezTo>
                  <a:cubicBezTo>
                    <a:pt x="2845" y="619"/>
                    <a:pt x="2845" y="619"/>
                    <a:pt x="2845" y="619"/>
                  </a:cubicBezTo>
                  <a:cubicBezTo>
                    <a:pt x="2845" y="619"/>
                    <a:pt x="2845" y="619"/>
                    <a:pt x="2845" y="619"/>
                  </a:cubicBezTo>
                  <a:cubicBezTo>
                    <a:pt x="2845" y="619"/>
                    <a:pt x="2845" y="619"/>
                    <a:pt x="2846" y="619"/>
                  </a:cubicBezTo>
                  <a:cubicBezTo>
                    <a:pt x="2845" y="619"/>
                    <a:pt x="2845" y="620"/>
                    <a:pt x="2845" y="620"/>
                  </a:cubicBezTo>
                  <a:cubicBezTo>
                    <a:pt x="2845" y="620"/>
                    <a:pt x="2845" y="620"/>
                    <a:pt x="2845" y="620"/>
                  </a:cubicBezTo>
                  <a:cubicBezTo>
                    <a:pt x="2845" y="620"/>
                    <a:pt x="2845" y="620"/>
                    <a:pt x="2845" y="620"/>
                  </a:cubicBezTo>
                  <a:cubicBezTo>
                    <a:pt x="2845" y="620"/>
                    <a:pt x="2845" y="621"/>
                    <a:pt x="2845" y="621"/>
                  </a:cubicBezTo>
                  <a:cubicBezTo>
                    <a:pt x="2845" y="621"/>
                    <a:pt x="2845" y="621"/>
                    <a:pt x="2845" y="621"/>
                  </a:cubicBezTo>
                  <a:cubicBezTo>
                    <a:pt x="2845" y="621"/>
                    <a:pt x="2845" y="621"/>
                    <a:pt x="2845" y="621"/>
                  </a:cubicBezTo>
                  <a:cubicBezTo>
                    <a:pt x="2845" y="621"/>
                    <a:pt x="2845" y="622"/>
                    <a:pt x="2845" y="622"/>
                  </a:cubicBezTo>
                  <a:cubicBezTo>
                    <a:pt x="2845" y="622"/>
                    <a:pt x="2845" y="622"/>
                    <a:pt x="2846" y="622"/>
                  </a:cubicBezTo>
                  <a:cubicBezTo>
                    <a:pt x="2845" y="622"/>
                    <a:pt x="2845" y="622"/>
                    <a:pt x="2845" y="622"/>
                  </a:cubicBezTo>
                  <a:cubicBezTo>
                    <a:pt x="2844" y="623"/>
                    <a:pt x="2844" y="623"/>
                    <a:pt x="2844" y="624"/>
                  </a:cubicBezTo>
                  <a:cubicBezTo>
                    <a:pt x="2844" y="624"/>
                    <a:pt x="2844" y="625"/>
                    <a:pt x="2844" y="625"/>
                  </a:cubicBezTo>
                  <a:cubicBezTo>
                    <a:pt x="2843" y="625"/>
                    <a:pt x="2842" y="625"/>
                    <a:pt x="2842" y="625"/>
                  </a:cubicBezTo>
                  <a:cubicBezTo>
                    <a:pt x="2842" y="626"/>
                    <a:pt x="2844" y="625"/>
                    <a:pt x="2844" y="627"/>
                  </a:cubicBezTo>
                  <a:cubicBezTo>
                    <a:pt x="2844" y="628"/>
                    <a:pt x="2844" y="628"/>
                    <a:pt x="2845" y="628"/>
                  </a:cubicBezTo>
                  <a:cubicBezTo>
                    <a:pt x="2844" y="628"/>
                    <a:pt x="2844" y="629"/>
                    <a:pt x="2844" y="629"/>
                  </a:cubicBezTo>
                  <a:cubicBezTo>
                    <a:pt x="2844" y="629"/>
                    <a:pt x="2844" y="629"/>
                    <a:pt x="2844" y="629"/>
                  </a:cubicBezTo>
                  <a:cubicBezTo>
                    <a:pt x="2844" y="659"/>
                    <a:pt x="2844" y="659"/>
                    <a:pt x="2844" y="659"/>
                  </a:cubicBezTo>
                  <a:cubicBezTo>
                    <a:pt x="2840" y="660"/>
                    <a:pt x="2840" y="660"/>
                    <a:pt x="2840" y="660"/>
                  </a:cubicBezTo>
                  <a:cubicBezTo>
                    <a:pt x="2839" y="644"/>
                    <a:pt x="2839" y="644"/>
                    <a:pt x="2839" y="644"/>
                  </a:cubicBezTo>
                  <a:cubicBezTo>
                    <a:pt x="2840" y="644"/>
                    <a:pt x="2840" y="644"/>
                    <a:pt x="2840" y="644"/>
                  </a:cubicBezTo>
                  <a:cubicBezTo>
                    <a:pt x="2840" y="644"/>
                    <a:pt x="2840" y="643"/>
                    <a:pt x="2839" y="643"/>
                  </a:cubicBezTo>
                  <a:cubicBezTo>
                    <a:pt x="2840" y="643"/>
                    <a:pt x="2840" y="643"/>
                    <a:pt x="2840" y="642"/>
                  </a:cubicBezTo>
                  <a:cubicBezTo>
                    <a:pt x="2840" y="640"/>
                    <a:pt x="2841" y="641"/>
                    <a:pt x="2841" y="640"/>
                  </a:cubicBezTo>
                  <a:cubicBezTo>
                    <a:pt x="2841" y="640"/>
                    <a:pt x="2841" y="640"/>
                    <a:pt x="2840" y="639"/>
                  </a:cubicBezTo>
                  <a:cubicBezTo>
                    <a:pt x="2840" y="639"/>
                    <a:pt x="2840" y="639"/>
                    <a:pt x="2840" y="639"/>
                  </a:cubicBezTo>
                  <a:cubicBezTo>
                    <a:pt x="2840" y="638"/>
                    <a:pt x="2839" y="638"/>
                    <a:pt x="2838" y="637"/>
                  </a:cubicBezTo>
                  <a:cubicBezTo>
                    <a:pt x="2838" y="637"/>
                    <a:pt x="2838" y="637"/>
                    <a:pt x="2838" y="637"/>
                  </a:cubicBezTo>
                  <a:cubicBezTo>
                    <a:pt x="2838" y="637"/>
                    <a:pt x="2838" y="637"/>
                    <a:pt x="2838" y="637"/>
                  </a:cubicBezTo>
                  <a:cubicBezTo>
                    <a:pt x="2838" y="636"/>
                    <a:pt x="2838" y="636"/>
                    <a:pt x="2838" y="636"/>
                  </a:cubicBezTo>
                  <a:cubicBezTo>
                    <a:pt x="2838" y="636"/>
                    <a:pt x="2839" y="636"/>
                    <a:pt x="2839" y="636"/>
                  </a:cubicBezTo>
                  <a:cubicBezTo>
                    <a:pt x="2839" y="636"/>
                    <a:pt x="2838" y="636"/>
                    <a:pt x="2838" y="636"/>
                  </a:cubicBezTo>
                  <a:cubicBezTo>
                    <a:pt x="2838" y="635"/>
                    <a:pt x="2838" y="635"/>
                    <a:pt x="2838" y="635"/>
                  </a:cubicBezTo>
                  <a:cubicBezTo>
                    <a:pt x="2838" y="635"/>
                    <a:pt x="2838" y="635"/>
                    <a:pt x="2838" y="635"/>
                  </a:cubicBezTo>
                  <a:cubicBezTo>
                    <a:pt x="2838" y="635"/>
                    <a:pt x="2838" y="635"/>
                    <a:pt x="2838" y="635"/>
                  </a:cubicBezTo>
                  <a:cubicBezTo>
                    <a:pt x="2838" y="634"/>
                    <a:pt x="2838" y="634"/>
                    <a:pt x="2838" y="634"/>
                  </a:cubicBezTo>
                  <a:cubicBezTo>
                    <a:pt x="2838" y="634"/>
                    <a:pt x="2838" y="634"/>
                    <a:pt x="2838" y="634"/>
                  </a:cubicBezTo>
                  <a:cubicBezTo>
                    <a:pt x="2838" y="634"/>
                    <a:pt x="2838" y="634"/>
                    <a:pt x="2838" y="634"/>
                  </a:cubicBezTo>
                  <a:cubicBezTo>
                    <a:pt x="2838" y="634"/>
                    <a:pt x="2838" y="634"/>
                    <a:pt x="2838" y="633"/>
                  </a:cubicBezTo>
                  <a:cubicBezTo>
                    <a:pt x="2838" y="633"/>
                    <a:pt x="2838" y="632"/>
                    <a:pt x="2838" y="632"/>
                  </a:cubicBezTo>
                  <a:cubicBezTo>
                    <a:pt x="2838" y="632"/>
                    <a:pt x="2838" y="633"/>
                    <a:pt x="2838" y="633"/>
                  </a:cubicBezTo>
                  <a:cubicBezTo>
                    <a:pt x="2838" y="634"/>
                    <a:pt x="2838" y="634"/>
                    <a:pt x="2838" y="634"/>
                  </a:cubicBezTo>
                  <a:cubicBezTo>
                    <a:pt x="2838" y="634"/>
                    <a:pt x="2838" y="634"/>
                    <a:pt x="2838" y="634"/>
                  </a:cubicBezTo>
                  <a:cubicBezTo>
                    <a:pt x="2838" y="634"/>
                    <a:pt x="2838" y="634"/>
                    <a:pt x="2838" y="634"/>
                  </a:cubicBezTo>
                  <a:cubicBezTo>
                    <a:pt x="2837" y="634"/>
                    <a:pt x="2837" y="634"/>
                    <a:pt x="2837" y="635"/>
                  </a:cubicBezTo>
                  <a:cubicBezTo>
                    <a:pt x="2837" y="635"/>
                    <a:pt x="2837" y="635"/>
                    <a:pt x="2838" y="635"/>
                  </a:cubicBezTo>
                  <a:cubicBezTo>
                    <a:pt x="2838" y="635"/>
                    <a:pt x="2838" y="635"/>
                    <a:pt x="2838" y="635"/>
                  </a:cubicBezTo>
                  <a:cubicBezTo>
                    <a:pt x="2837" y="635"/>
                    <a:pt x="2838" y="635"/>
                    <a:pt x="2838" y="636"/>
                  </a:cubicBezTo>
                  <a:cubicBezTo>
                    <a:pt x="2837" y="636"/>
                    <a:pt x="2837" y="636"/>
                    <a:pt x="2837" y="636"/>
                  </a:cubicBezTo>
                  <a:cubicBezTo>
                    <a:pt x="2837" y="636"/>
                    <a:pt x="2837" y="636"/>
                    <a:pt x="2838" y="636"/>
                  </a:cubicBezTo>
                  <a:cubicBezTo>
                    <a:pt x="2838" y="636"/>
                    <a:pt x="2838" y="636"/>
                    <a:pt x="2838" y="637"/>
                  </a:cubicBezTo>
                  <a:cubicBezTo>
                    <a:pt x="2838" y="637"/>
                    <a:pt x="2838" y="637"/>
                    <a:pt x="2838" y="637"/>
                  </a:cubicBezTo>
                  <a:cubicBezTo>
                    <a:pt x="2838" y="637"/>
                    <a:pt x="2838" y="637"/>
                    <a:pt x="2838" y="637"/>
                  </a:cubicBezTo>
                  <a:cubicBezTo>
                    <a:pt x="2837" y="638"/>
                    <a:pt x="2836" y="638"/>
                    <a:pt x="2836" y="639"/>
                  </a:cubicBezTo>
                  <a:cubicBezTo>
                    <a:pt x="2836" y="639"/>
                    <a:pt x="2836" y="639"/>
                    <a:pt x="2836" y="639"/>
                  </a:cubicBezTo>
                  <a:cubicBezTo>
                    <a:pt x="2835" y="640"/>
                    <a:pt x="2834" y="640"/>
                    <a:pt x="2834" y="640"/>
                  </a:cubicBezTo>
                  <a:cubicBezTo>
                    <a:pt x="2834" y="641"/>
                    <a:pt x="2836" y="640"/>
                    <a:pt x="2836" y="642"/>
                  </a:cubicBezTo>
                  <a:cubicBezTo>
                    <a:pt x="2836" y="643"/>
                    <a:pt x="2836" y="643"/>
                    <a:pt x="2837" y="643"/>
                  </a:cubicBezTo>
                  <a:cubicBezTo>
                    <a:pt x="2836" y="643"/>
                    <a:pt x="2836" y="644"/>
                    <a:pt x="2836" y="644"/>
                  </a:cubicBezTo>
                  <a:cubicBezTo>
                    <a:pt x="2836" y="644"/>
                    <a:pt x="2836" y="644"/>
                    <a:pt x="2836" y="644"/>
                  </a:cubicBezTo>
                  <a:cubicBezTo>
                    <a:pt x="2837" y="661"/>
                    <a:pt x="2837" y="661"/>
                    <a:pt x="2837" y="661"/>
                  </a:cubicBezTo>
                  <a:cubicBezTo>
                    <a:pt x="2837" y="661"/>
                    <a:pt x="2837" y="661"/>
                    <a:pt x="2837" y="661"/>
                  </a:cubicBezTo>
                  <a:cubicBezTo>
                    <a:pt x="2837" y="768"/>
                    <a:pt x="2837" y="768"/>
                    <a:pt x="2837" y="768"/>
                  </a:cubicBezTo>
                  <a:cubicBezTo>
                    <a:pt x="2823" y="768"/>
                    <a:pt x="2823" y="768"/>
                    <a:pt x="2823" y="768"/>
                  </a:cubicBezTo>
                  <a:cubicBezTo>
                    <a:pt x="2822" y="747"/>
                    <a:pt x="2822" y="747"/>
                    <a:pt x="2822" y="747"/>
                  </a:cubicBezTo>
                  <a:cubicBezTo>
                    <a:pt x="2826" y="745"/>
                    <a:pt x="2826" y="745"/>
                    <a:pt x="2826" y="745"/>
                  </a:cubicBezTo>
                  <a:cubicBezTo>
                    <a:pt x="2826" y="743"/>
                    <a:pt x="2826" y="743"/>
                    <a:pt x="2826" y="743"/>
                  </a:cubicBezTo>
                  <a:cubicBezTo>
                    <a:pt x="2826" y="742"/>
                    <a:pt x="2826" y="742"/>
                    <a:pt x="2826" y="742"/>
                  </a:cubicBezTo>
                  <a:cubicBezTo>
                    <a:pt x="2826" y="742"/>
                    <a:pt x="2826" y="742"/>
                    <a:pt x="2826" y="742"/>
                  </a:cubicBezTo>
                  <a:cubicBezTo>
                    <a:pt x="2826" y="741"/>
                    <a:pt x="2824" y="740"/>
                    <a:pt x="2822" y="740"/>
                  </a:cubicBezTo>
                  <a:cubicBezTo>
                    <a:pt x="2821" y="709"/>
                    <a:pt x="2821" y="709"/>
                    <a:pt x="2821" y="709"/>
                  </a:cubicBezTo>
                  <a:cubicBezTo>
                    <a:pt x="2824" y="706"/>
                    <a:pt x="2824" y="706"/>
                    <a:pt x="2824" y="706"/>
                  </a:cubicBezTo>
                  <a:cubicBezTo>
                    <a:pt x="2824" y="704"/>
                    <a:pt x="2824" y="704"/>
                    <a:pt x="2824" y="704"/>
                  </a:cubicBezTo>
                  <a:cubicBezTo>
                    <a:pt x="2824" y="704"/>
                    <a:pt x="2824" y="704"/>
                    <a:pt x="2824" y="704"/>
                  </a:cubicBezTo>
                  <a:cubicBezTo>
                    <a:pt x="2824" y="703"/>
                    <a:pt x="2823" y="702"/>
                    <a:pt x="2821" y="701"/>
                  </a:cubicBezTo>
                  <a:cubicBezTo>
                    <a:pt x="2820" y="666"/>
                    <a:pt x="2820" y="666"/>
                    <a:pt x="2820" y="666"/>
                  </a:cubicBezTo>
                  <a:cubicBezTo>
                    <a:pt x="2823" y="663"/>
                    <a:pt x="2823" y="663"/>
                    <a:pt x="2823" y="663"/>
                  </a:cubicBezTo>
                  <a:cubicBezTo>
                    <a:pt x="2823" y="661"/>
                    <a:pt x="2823" y="661"/>
                    <a:pt x="2823" y="661"/>
                  </a:cubicBezTo>
                  <a:cubicBezTo>
                    <a:pt x="2823" y="661"/>
                    <a:pt x="2823" y="661"/>
                    <a:pt x="2823" y="661"/>
                  </a:cubicBezTo>
                  <a:cubicBezTo>
                    <a:pt x="2823" y="661"/>
                    <a:pt x="2823" y="661"/>
                    <a:pt x="2823" y="661"/>
                  </a:cubicBezTo>
                  <a:cubicBezTo>
                    <a:pt x="2823" y="660"/>
                    <a:pt x="2822" y="659"/>
                    <a:pt x="2819" y="658"/>
                  </a:cubicBezTo>
                  <a:cubicBezTo>
                    <a:pt x="2819" y="650"/>
                    <a:pt x="2819" y="650"/>
                    <a:pt x="2819" y="650"/>
                  </a:cubicBezTo>
                  <a:cubicBezTo>
                    <a:pt x="2821" y="649"/>
                    <a:pt x="2821" y="649"/>
                    <a:pt x="2821" y="649"/>
                  </a:cubicBezTo>
                  <a:cubicBezTo>
                    <a:pt x="2824" y="647"/>
                    <a:pt x="2824" y="647"/>
                    <a:pt x="2824" y="647"/>
                  </a:cubicBezTo>
                  <a:cubicBezTo>
                    <a:pt x="2820" y="645"/>
                    <a:pt x="2820" y="645"/>
                    <a:pt x="2820" y="645"/>
                  </a:cubicBezTo>
                  <a:cubicBezTo>
                    <a:pt x="2820" y="643"/>
                    <a:pt x="2820" y="643"/>
                    <a:pt x="2820" y="643"/>
                  </a:cubicBezTo>
                  <a:cubicBezTo>
                    <a:pt x="2819" y="643"/>
                    <a:pt x="2819" y="643"/>
                    <a:pt x="2819" y="643"/>
                  </a:cubicBezTo>
                  <a:cubicBezTo>
                    <a:pt x="2819" y="643"/>
                    <a:pt x="2819" y="643"/>
                    <a:pt x="2819" y="643"/>
                  </a:cubicBezTo>
                  <a:cubicBezTo>
                    <a:pt x="2819" y="643"/>
                    <a:pt x="2819" y="642"/>
                    <a:pt x="2819" y="641"/>
                  </a:cubicBezTo>
                  <a:cubicBezTo>
                    <a:pt x="2818" y="640"/>
                    <a:pt x="2818" y="639"/>
                    <a:pt x="2817" y="639"/>
                  </a:cubicBezTo>
                  <a:cubicBezTo>
                    <a:pt x="2816" y="638"/>
                    <a:pt x="2815" y="638"/>
                    <a:pt x="2815" y="637"/>
                  </a:cubicBezTo>
                  <a:cubicBezTo>
                    <a:pt x="2814" y="637"/>
                    <a:pt x="2814" y="636"/>
                    <a:pt x="2813" y="636"/>
                  </a:cubicBezTo>
                  <a:cubicBezTo>
                    <a:pt x="2813" y="636"/>
                    <a:pt x="2813" y="636"/>
                    <a:pt x="2813" y="636"/>
                  </a:cubicBezTo>
                  <a:cubicBezTo>
                    <a:pt x="2813" y="636"/>
                    <a:pt x="2812" y="635"/>
                    <a:pt x="2812" y="635"/>
                  </a:cubicBezTo>
                  <a:cubicBezTo>
                    <a:pt x="2812" y="636"/>
                    <a:pt x="2812" y="636"/>
                    <a:pt x="2812" y="636"/>
                  </a:cubicBezTo>
                  <a:cubicBezTo>
                    <a:pt x="2812" y="636"/>
                    <a:pt x="2811" y="636"/>
                    <a:pt x="2811" y="636"/>
                  </a:cubicBezTo>
                  <a:cubicBezTo>
                    <a:pt x="2811" y="636"/>
                    <a:pt x="2811" y="636"/>
                    <a:pt x="2811" y="636"/>
                  </a:cubicBezTo>
                  <a:cubicBezTo>
                    <a:pt x="2810" y="636"/>
                    <a:pt x="2810" y="637"/>
                    <a:pt x="2809" y="637"/>
                  </a:cubicBezTo>
                  <a:cubicBezTo>
                    <a:pt x="2809" y="637"/>
                    <a:pt x="2809" y="637"/>
                    <a:pt x="2809" y="637"/>
                  </a:cubicBezTo>
                  <a:cubicBezTo>
                    <a:pt x="2809" y="638"/>
                    <a:pt x="2809" y="638"/>
                    <a:pt x="2809" y="638"/>
                  </a:cubicBezTo>
                  <a:cubicBezTo>
                    <a:pt x="2807" y="639"/>
                    <a:pt x="2805" y="641"/>
                    <a:pt x="2805" y="643"/>
                  </a:cubicBezTo>
                  <a:cubicBezTo>
                    <a:pt x="2805" y="644"/>
                    <a:pt x="2805" y="644"/>
                    <a:pt x="2805" y="644"/>
                  </a:cubicBezTo>
                  <a:cubicBezTo>
                    <a:pt x="2805" y="645"/>
                    <a:pt x="2805" y="645"/>
                    <a:pt x="2805" y="645"/>
                  </a:cubicBezTo>
                  <a:cubicBezTo>
                    <a:pt x="2801" y="647"/>
                    <a:pt x="2801" y="647"/>
                    <a:pt x="2801" y="647"/>
                  </a:cubicBezTo>
                  <a:cubicBezTo>
                    <a:pt x="2803" y="649"/>
                    <a:pt x="2803" y="649"/>
                    <a:pt x="2803" y="649"/>
                  </a:cubicBezTo>
                  <a:cubicBezTo>
                    <a:pt x="2805" y="650"/>
                    <a:pt x="2805" y="650"/>
                    <a:pt x="2805" y="650"/>
                  </a:cubicBezTo>
                  <a:cubicBezTo>
                    <a:pt x="2805" y="658"/>
                    <a:pt x="2805" y="658"/>
                    <a:pt x="2805" y="658"/>
                  </a:cubicBezTo>
                  <a:cubicBezTo>
                    <a:pt x="2803" y="659"/>
                    <a:pt x="2801" y="660"/>
                    <a:pt x="2801" y="661"/>
                  </a:cubicBezTo>
                  <a:cubicBezTo>
                    <a:pt x="2801" y="664"/>
                    <a:pt x="2801" y="664"/>
                    <a:pt x="2801" y="664"/>
                  </a:cubicBezTo>
                  <a:cubicBezTo>
                    <a:pt x="2805" y="666"/>
                    <a:pt x="2805" y="666"/>
                    <a:pt x="2805" y="666"/>
                  </a:cubicBezTo>
                  <a:cubicBezTo>
                    <a:pt x="2805" y="668"/>
                    <a:pt x="2805" y="668"/>
                    <a:pt x="2805" y="668"/>
                  </a:cubicBezTo>
                  <a:cubicBezTo>
                    <a:pt x="2805" y="676"/>
                    <a:pt x="2805" y="676"/>
                    <a:pt x="2805" y="676"/>
                  </a:cubicBezTo>
                  <a:cubicBezTo>
                    <a:pt x="2804" y="698"/>
                    <a:pt x="2804" y="698"/>
                    <a:pt x="2804" y="698"/>
                  </a:cubicBezTo>
                  <a:cubicBezTo>
                    <a:pt x="2804" y="702"/>
                    <a:pt x="2804" y="702"/>
                    <a:pt x="2804" y="702"/>
                  </a:cubicBezTo>
                  <a:cubicBezTo>
                    <a:pt x="2804" y="702"/>
                    <a:pt x="2804" y="702"/>
                    <a:pt x="2804" y="702"/>
                  </a:cubicBezTo>
                  <a:cubicBezTo>
                    <a:pt x="2803" y="702"/>
                    <a:pt x="2802" y="703"/>
                    <a:pt x="2801" y="703"/>
                  </a:cubicBezTo>
                  <a:cubicBezTo>
                    <a:pt x="2801" y="704"/>
                    <a:pt x="2801" y="704"/>
                    <a:pt x="2801" y="704"/>
                  </a:cubicBezTo>
                  <a:cubicBezTo>
                    <a:pt x="2801" y="707"/>
                    <a:pt x="2801" y="707"/>
                    <a:pt x="2801" y="707"/>
                  </a:cubicBezTo>
                  <a:cubicBezTo>
                    <a:pt x="2801" y="707"/>
                    <a:pt x="2801" y="707"/>
                    <a:pt x="2801" y="707"/>
                  </a:cubicBezTo>
                  <a:cubicBezTo>
                    <a:pt x="2803" y="708"/>
                    <a:pt x="2803" y="708"/>
                    <a:pt x="2803" y="708"/>
                  </a:cubicBezTo>
                  <a:cubicBezTo>
                    <a:pt x="2804" y="709"/>
                    <a:pt x="2804" y="709"/>
                    <a:pt x="2804" y="709"/>
                  </a:cubicBezTo>
                  <a:cubicBezTo>
                    <a:pt x="2803" y="740"/>
                    <a:pt x="2803" y="740"/>
                    <a:pt x="2803" y="740"/>
                  </a:cubicBezTo>
                  <a:cubicBezTo>
                    <a:pt x="2801" y="741"/>
                    <a:pt x="2800" y="742"/>
                    <a:pt x="2800" y="743"/>
                  </a:cubicBezTo>
                  <a:cubicBezTo>
                    <a:pt x="2800" y="745"/>
                    <a:pt x="2800" y="745"/>
                    <a:pt x="2800" y="745"/>
                  </a:cubicBezTo>
                  <a:cubicBezTo>
                    <a:pt x="2803" y="748"/>
                    <a:pt x="2803" y="748"/>
                    <a:pt x="2803" y="748"/>
                  </a:cubicBezTo>
                  <a:cubicBezTo>
                    <a:pt x="2803" y="748"/>
                    <a:pt x="2803" y="748"/>
                    <a:pt x="2803" y="748"/>
                  </a:cubicBezTo>
                  <a:cubicBezTo>
                    <a:pt x="2803" y="768"/>
                    <a:pt x="2803" y="768"/>
                    <a:pt x="2803" y="768"/>
                  </a:cubicBezTo>
                  <a:cubicBezTo>
                    <a:pt x="2801" y="768"/>
                    <a:pt x="2801" y="768"/>
                    <a:pt x="2801" y="768"/>
                  </a:cubicBezTo>
                  <a:cubicBezTo>
                    <a:pt x="2796" y="768"/>
                    <a:pt x="2796" y="768"/>
                    <a:pt x="2796" y="768"/>
                  </a:cubicBezTo>
                  <a:cubicBezTo>
                    <a:pt x="2793" y="768"/>
                    <a:pt x="2793" y="768"/>
                    <a:pt x="2793" y="768"/>
                  </a:cubicBezTo>
                  <a:cubicBezTo>
                    <a:pt x="2792" y="768"/>
                    <a:pt x="2792" y="768"/>
                    <a:pt x="2792" y="768"/>
                  </a:cubicBezTo>
                  <a:cubicBezTo>
                    <a:pt x="2723" y="769"/>
                    <a:pt x="2723" y="769"/>
                    <a:pt x="2723" y="769"/>
                  </a:cubicBezTo>
                  <a:cubicBezTo>
                    <a:pt x="2721" y="715"/>
                    <a:pt x="2721" y="715"/>
                    <a:pt x="2721" y="715"/>
                  </a:cubicBezTo>
                  <a:cubicBezTo>
                    <a:pt x="2727" y="710"/>
                    <a:pt x="2727" y="710"/>
                    <a:pt x="2727" y="710"/>
                  </a:cubicBezTo>
                  <a:cubicBezTo>
                    <a:pt x="2727" y="707"/>
                    <a:pt x="2727" y="707"/>
                    <a:pt x="2727" y="707"/>
                  </a:cubicBezTo>
                  <a:cubicBezTo>
                    <a:pt x="2727" y="706"/>
                    <a:pt x="2727" y="706"/>
                    <a:pt x="2727" y="706"/>
                  </a:cubicBezTo>
                  <a:cubicBezTo>
                    <a:pt x="2727" y="704"/>
                    <a:pt x="2724" y="703"/>
                    <a:pt x="2721" y="702"/>
                  </a:cubicBezTo>
                  <a:cubicBezTo>
                    <a:pt x="2719" y="652"/>
                    <a:pt x="2719" y="652"/>
                    <a:pt x="2719" y="652"/>
                  </a:cubicBezTo>
                  <a:cubicBezTo>
                    <a:pt x="2724" y="648"/>
                    <a:pt x="2724" y="648"/>
                    <a:pt x="2724" y="648"/>
                  </a:cubicBezTo>
                  <a:cubicBezTo>
                    <a:pt x="2724" y="644"/>
                    <a:pt x="2724" y="644"/>
                    <a:pt x="2724" y="644"/>
                  </a:cubicBezTo>
                  <a:cubicBezTo>
                    <a:pt x="2724" y="644"/>
                    <a:pt x="2724" y="644"/>
                    <a:pt x="2724" y="644"/>
                  </a:cubicBezTo>
                  <a:cubicBezTo>
                    <a:pt x="2724" y="642"/>
                    <a:pt x="2722" y="641"/>
                    <a:pt x="2719" y="640"/>
                  </a:cubicBezTo>
                  <a:cubicBezTo>
                    <a:pt x="2717" y="583"/>
                    <a:pt x="2717" y="583"/>
                    <a:pt x="2717" y="583"/>
                  </a:cubicBezTo>
                  <a:cubicBezTo>
                    <a:pt x="2723" y="578"/>
                    <a:pt x="2723" y="578"/>
                    <a:pt x="2723" y="578"/>
                  </a:cubicBezTo>
                  <a:cubicBezTo>
                    <a:pt x="2723" y="574"/>
                    <a:pt x="2723" y="574"/>
                    <a:pt x="2723" y="574"/>
                  </a:cubicBezTo>
                  <a:cubicBezTo>
                    <a:pt x="2723" y="574"/>
                    <a:pt x="2723" y="574"/>
                    <a:pt x="2723" y="574"/>
                  </a:cubicBezTo>
                  <a:cubicBezTo>
                    <a:pt x="2723" y="574"/>
                    <a:pt x="2723" y="574"/>
                    <a:pt x="2723" y="574"/>
                  </a:cubicBezTo>
                  <a:cubicBezTo>
                    <a:pt x="2722" y="572"/>
                    <a:pt x="2720" y="571"/>
                    <a:pt x="2717" y="569"/>
                  </a:cubicBezTo>
                  <a:cubicBezTo>
                    <a:pt x="2716" y="556"/>
                    <a:pt x="2716" y="556"/>
                    <a:pt x="2716" y="556"/>
                  </a:cubicBezTo>
                  <a:cubicBezTo>
                    <a:pt x="2719" y="555"/>
                    <a:pt x="2719" y="555"/>
                    <a:pt x="2719" y="555"/>
                  </a:cubicBezTo>
                  <a:cubicBezTo>
                    <a:pt x="2723" y="551"/>
                    <a:pt x="2723" y="551"/>
                    <a:pt x="2723" y="551"/>
                  </a:cubicBezTo>
                  <a:cubicBezTo>
                    <a:pt x="2717" y="549"/>
                    <a:pt x="2717" y="549"/>
                    <a:pt x="2717" y="549"/>
                  </a:cubicBezTo>
                  <a:cubicBezTo>
                    <a:pt x="2717" y="546"/>
                    <a:pt x="2717" y="546"/>
                    <a:pt x="2717" y="546"/>
                  </a:cubicBezTo>
                  <a:cubicBezTo>
                    <a:pt x="2716" y="545"/>
                    <a:pt x="2716" y="545"/>
                    <a:pt x="2716" y="545"/>
                  </a:cubicBezTo>
                  <a:cubicBezTo>
                    <a:pt x="2716" y="545"/>
                    <a:pt x="2716" y="545"/>
                    <a:pt x="2716" y="545"/>
                  </a:cubicBezTo>
                  <a:cubicBezTo>
                    <a:pt x="2716" y="544"/>
                    <a:pt x="2716" y="543"/>
                    <a:pt x="2715" y="542"/>
                  </a:cubicBezTo>
                  <a:cubicBezTo>
                    <a:pt x="2715" y="540"/>
                    <a:pt x="2714" y="539"/>
                    <a:pt x="2712" y="538"/>
                  </a:cubicBezTo>
                  <a:cubicBezTo>
                    <a:pt x="2711" y="537"/>
                    <a:pt x="2710" y="536"/>
                    <a:pt x="2709" y="536"/>
                  </a:cubicBezTo>
                  <a:cubicBezTo>
                    <a:pt x="2709" y="535"/>
                    <a:pt x="2707" y="534"/>
                    <a:pt x="2706" y="534"/>
                  </a:cubicBezTo>
                  <a:cubicBezTo>
                    <a:pt x="2706" y="534"/>
                    <a:pt x="2706" y="534"/>
                    <a:pt x="2706" y="534"/>
                  </a:cubicBezTo>
                  <a:cubicBezTo>
                    <a:pt x="2706" y="533"/>
                    <a:pt x="2705" y="533"/>
                    <a:pt x="2705" y="533"/>
                  </a:cubicBezTo>
                  <a:cubicBezTo>
                    <a:pt x="2705" y="533"/>
                    <a:pt x="2705" y="532"/>
                    <a:pt x="2705" y="532"/>
                  </a:cubicBezTo>
                  <a:cubicBezTo>
                    <a:pt x="2705" y="532"/>
                    <a:pt x="2705" y="532"/>
                    <a:pt x="2705" y="532"/>
                  </a:cubicBezTo>
                  <a:cubicBezTo>
                    <a:pt x="2705" y="532"/>
                    <a:pt x="2706" y="531"/>
                    <a:pt x="2706" y="531"/>
                  </a:cubicBezTo>
                  <a:cubicBezTo>
                    <a:pt x="2706" y="530"/>
                    <a:pt x="2706" y="530"/>
                    <a:pt x="2705" y="530"/>
                  </a:cubicBezTo>
                  <a:cubicBezTo>
                    <a:pt x="2705" y="530"/>
                    <a:pt x="2705" y="530"/>
                    <a:pt x="2705" y="530"/>
                  </a:cubicBezTo>
                  <a:cubicBezTo>
                    <a:pt x="2704" y="530"/>
                    <a:pt x="2703" y="530"/>
                    <a:pt x="2703" y="531"/>
                  </a:cubicBezTo>
                  <a:cubicBezTo>
                    <a:pt x="2703" y="531"/>
                    <a:pt x="2704" y="532"/>
                    <a:pt x="2705" y="532"/>
                  </a:cubicBezTo>
                  <a:cubicBezTo>
                    <a:pt x="2704" y="532"/>
                    <a:pt x="2704" y="532"/>
                    <a:pt x="2704" y="532"/>
                  </a:cubicBezTo>
                  <a:cubicBezTo>
                    <a:pt x="2704" y="532"/>
                    <a:pt x="2704" y="533"/>
                    <a:pt x="2705" y="533"/>
                  </a:cubicBezTo>
                  <a:cubicBezTo>
                    <a:pt x="2705" y="533"/>
                    <a:pt x="2705" y="533"/>
                    <a:pt x="2705" y="533"/>
                  </a:cubicBezTo>
                  <a:cubicBezTo>
                    <a:pt x="2705" y="533"/>
                    <a:pt x="2705" y="533"/>
                    <a:pt x="2705" y="533"/>
                  </a:cubicBezTo>
                  <a:cubicBezTo>
                    <a:pt x="2704" y="533"/>
                    <a:pt x="2704" y="533"/>
                    <a:pt x="2704" y="534"/>
                  </a:cubicBezTo>
                  <a:cubicBezTo>
                    <a:pt x="2704" y="534"/>
                    <a:pt x="2704" y="534"/>
                    <a:pt x="2704" y="534"/>
                  </a:cubicBezTo>
                  <a:cubicBezTo>
                    <a:pt x="2702" y="534"/>
                    <a:pt x="2701" y="535"/>
                    <a:pt x="2700" y="536"/>
                  </a:cubicBezTo>
                  <a:cubicBezTo>
                    <a:pt x="2700" y="536"/>
                    <a:pt x="2700" y="536"/>
                    <a:pt x="2700" y="536"/>
                  </a:cubicBezTo>
                  <a:cubicBezTo>
                    <a:pt x="2700" y="536"/>
                    <a:pt x="2699" y="536"/>
                    <a:pt x="2699" y="537"/>
                  </a:cubicBezTo>
                  <a:cubicBezTo>
                    <a:pt x="2696" y="538"/>
                    <a:pt x="2694" y="542"/>
                    <a:pt x="2694" y="545"/>
                  </a:cubicBezTo>
                  <a:cubicBezTo>
                    <a:pt x="2692" y="546"/>
                    <a:pt x="2692" y="546"/>
                    <a:pt x="2692" y="546"/>
                  </a:cubicBezTo>
                  <a:cubicBezTo>
                    <a:pt x="2692" y="549"/>
                    <a:pt x="2692" y="549"/>
                    <a:pt x="2692" y="549"/>
                  </a:cubicBezTo>
                  <a:cubicBezTo>
                    <a:pt x="2686" y="551"/>
                    <a:pt x="2686" y="551"/>
                    <a:pt x="2686" y="551"/>
                  </a:cubicBezTo>
                  <a:cubicBezTo>
                    <a:pt x="2691" y="555"/>
                    <a:pt x="2691" y="555"/>
                    <a:pt x="2691" y="555"/>
                  </a:cubicBezTo>
                  <a:cubicBezTo>
                    <a:pt x="2694" y="556"/>
                    <a:pt x="2694" y="556"/>
                    <a:pt x="2694" y="556"/>
                  </a:cubicBezTo>
                  <a:cubicBezTo>
                    <a:pt x="2693" y="570"/>
                    <a:pt x="2693" y="570"/>
                    <a:pt x="2693" y="570"/>
                  </a:cubicBezTo>
                  <a:cubicBezTo>
                    <a:pt x="2689" y="571"/>
                    <a:pt x="2687" y="573"/>
                    <a:pt x="2687" y="575"/>
                  </a:cubicBezTo>
                  <a:cubicBezTo>
                    <a:pt x="2687" y="578"/>
                    <a:pt x="2687" y="578"/>
                    <a:pt x="2687" y="578"/>
                  </a:cubicBezTo>
                  <a:cubicBezTo>
                    <a:pt x="2693" y="583"/>
                    <a:pt x="2693" y="583"/>
                    <a:pt x="2693" y="583"/>
                  </a:cubicBezTo>
                  <a:cubicBezTo>
                    <a:pt x="2693" y="585"/>
                    <a:pt x="2693" y="585"/>
                    <a:pt x="2693" y="585"/>
                  </a:cubicBezTo>
                  <a:cubicBezTo>
                    <a:pt x="2693" y="599"/>
                    <a:pt x="2693" y="599"/>
                    <a:pt x="2693" y="599"/>
                  </a:cubicBezTo>
                  <a:cubicBezTo>
                    <a:pt x="2692" y="635"/>
                    <a:pt x="2692" y="635"/>
                    <a:pt x="2692" y="635"/>
                  </a:cubicBezTo>
                  <a:cubicBezTo>
                    <a:pt x="2692" y="640"/>
                    <a:pt x="2692" y="640"/>
                    <a:pt x="2692" y="640"/>
                  </a:cubicBezTo>
                  <a:cubicBezTo>
                    <a:pt x="2692" y="640"/>
                    <a:pt x="2691" y="640"/>
                    <a:pt x="2691" y="640"/>
                  </a:cubicBezTo>
                  <a:cubicBezTo>
                    <a:pt x="2689" y="641"/>
                    <a:pt x="2688" y="642"/>
                    <a:pt x="2687" y="643"/>
                  </a:cubicBezTo>
                  <a:cubicBezTo>
                    <a:pt x="2687" y="643"/>
                    <a:pt x="2687" y="644"/>
                    <a:pt x="2687" y="645"/>
                  </a:cubicBezTo>
                  <a:cubicBezTo>
                    <a:pt x="2687" y="648"/>
                    <a:pt x="2687" y="648"/>
                    <a:pt x="2687" y="648"/>
                  </a:cubicBezTo>
                  <a:cubicBezTo>
                    <a:pt x="2687" y="648"/>
                    <a:pt x="2687" y="648"/>
                    <a:pt x="2687" y="648"/>
                  </a:cubicBezTo>
                  <a:cubicBezTo>
                    <a:pt x="2690" y="651"/>
                    <a:pt x="2690" y="651"/>
                    <a:pt x="2690" y="651"/>
                  </a:cubicBezTo>
                  <a:cubicBezTo>
                    <a:pt x="2692" y="652"/>
                    <a:pt x="2692" y="652"/>
                    <a:pt x="2692" y="652"/>
                  </a:cubicBezTo>
                  <a:cubicBezTo>
                    <a:pt x="2691" y="702"/>
                    <a:pt x="2691" y="702"/>
                    <a:pt x="2691" y="702"/>
                  </a:cubicBezTo>
                  <a:cubicBezTo>
                    <a:pt x="2687" y="704"/>
                    <a:pt x="2684" y="705"/>
                    <a:pt x="2684" y="707"/>
                  </a:cubicBezTo>
                  <a:cubicBezTo>
                    <a:pt x="2685" y="711"/>
                    <a:pt x="2685" y="711"/>
                    <a:pt x="2685" y="711"/>
                  </a:cubicBezTo>
                  <a:cubicBezTo>
                    <a:pt x="2690" y="715"/>
                    <a:pt x="2690" y="715"/>
                    <a:pt x="2690" y="715"/>
                  </a:cubicBezTo>
                  <a:cubicBezTo>
                    <a:pt x="2690" y="715"/>
                    <a:pt x="2690" y="715"/>
                    <a:pt x="2690" y="715"/>
                  </a:cubicBezTo>
                  <a:cubicBezTo>
                    <a:pt x="2690" y="749"/>
                    <a:pt x="2690" y="749"/>
                    <a:pt x="2690" y="749"/>
                  </a:cubicBezTo>
                  <a:cubicBezTo>
                    <a:pt x="2689" y="764"/>
                    <a:pt x="2689" y="764"/>
                    <a:pt x="2689" y="764"/>
                  </a:cubicBezTo>
                  <a:cubicBezTo>
                    <a:pt x="2689" y="769"/>
                    <a:pt x="2689" y="769"/>
                    <a:pt x="2689" y="769"/>
                  </a:cubicBezTo>
                  <a:cubicBezTo>
                    <a:pt x="2689" y="769"/>
                    <a:pt x="2689" y="769"/>
                    <a:pt x="2689" y="769"/>
                  </a:cubicBezTo>
                  <a:cubicBezTo>
                    <a:pt x="2687" y="769"/>
                    <a:pt x="2687" y="769"/>
                    <a:pt x="2687" y="769"/>
                  </a:cubicBezTo>
                  <a:cubicBezTo>
                    <a:pt x="2684" y="769"/>
                    <a:pt x="2684" y="769"/>
                    <a:pt x="2684" y="769"/>
                  </a:cubicBezTo>
                  <a:cubicBezTo>
                    <a:pt x="2684" y="793"/>
                    <a:pt x="2684" y="793"/>
                    <a:pt x="2684" y="793"/>
                  </a:cubicBezTo>
                  <a:cubicBezTo>
                    <a:pt x="2684" y="805"/>
                    <a:pt x="2684" y="805"/>
                    <a:pt x="2684" y="805"/>
                  </a:cubicBezTo>
                  <a:cubicBezTo>
                    <a:pt x="2685" y="867"/>
                    <a:pt x="2685" y="867"/>
                    <a:pt x="2685" y="867"/>
                  </a:cubicBezTo>
                  <a:cubicBezTo>
                    <a:pt x="2685" y="867"/>
                    <a:pt x="2685" y="867"/>
                    <a:pt x="2685" y="867"/>
                  </a:cubicBezTo>
                  <a:cubicBezTo>
                    <a:pt x="2685" y="861"/>
                    <a:pt x="2685" y="861"/>
                    <a:pt x="2685" y="861"/>
                  </a:cubicBezTo>
                  <a:cubicBezTo>
                    <a:pt x="2665" y="861"/>
                    <a:pt x="2665" y="861"/>
                    <a:pt x="2665" y="861"/>
                  </a:cubicBezTo>
                  <a:cubicBezTo>
                    <a:pt x="2673" y="905"/>
                    <a:pt x="2677" y="950"/>
                    <a:pt x="2665" y="996"/>
                  </a:cubicBezTo>
                  <a:cubicBezTo>
                    <a:pt x="2657" y="996"/>
                    <a:pt x="2657" y="996"/>
                    <a:pt x="2657" y="996"/>
                  </a:cubicBezTo>
                  <a:cubicBezTo>
                    <a:pt x="2657" y="940"/>
                    <a:pt x="2657" y="940"/>
                    <a:pt x="2657" y="940"/>
                  </a:cubicBezTo>
                  <a:cubicBezTo>
                    <a:pt x="2640" y="940"/>
                    <a:pt x="2640" y="940"/>
                    <a:pt x="2640" y="940"/>
                  </a:cubicBezTo>
                  <a:cubicBezTo>
                    <a:pt x="2640" y="921"/>
                    <a:pt x="2640" y="921"/>
                    <a:pt x="2640" y="921"/>
                  </a:cubicBezTo>
                  <a:cubicBezTo>
                    <a:pt x="2600" y="921"/>
                    <a:pt x="2600" y="921"/>
                    <a:pt x="2600" y="921"/>
                  </a:cubicBezTo>
                  <a:cubicBezTo>
                    <a:pt x="2600" y="942"/>
                    <a:pt x="2600" y="942"/>
                    <a:pt x="2600" y="942"/>
                  </a:cubicBezTo>
                  <a:cubicBezTo>
                    <a:pt x="2583" y="942"/>
                    <a:pt x="2583" y="942"/>
                    <a:pt x="2583" y="942"/>
                  </a:cubicBezTo>
                  <a:cubicBezTo>
                    <a:pt x="2583" y="925"/>
                    <a:pt x="2583" y="925"/>
                    <a:pt x="2583" y="925"/>
                  </a:cubicBezTo>
                  <a:cubicBezTo>
                    <a:pt x="2568" y="925"/>
                    <a:pt x="2568" y="925"/>
                    <a:pt x="2568" y="925"/>
                  </a:cubicBezTo>
                  <a:cubicBezTo>
                    <a:pt x="2568" y="946"/>
                    <a:pt x="2568" y="946"/>
                    <a:pt x="2568" y="946"/>
                  </a:cubicBezTo>
                  <a:cubicBezTo>
                    <a:pt x="2556" y="946"/>
                    <a:pt x="2556" y="946"/>
                    <a:pt x="2556" y="946"/>
                  </a:cubicBezTo>
                  <a:cubicBezTo>
                    <a:pt x="2550" y="607"/>
                    <a:pt x="2550" y="607"/>
                    <a:pt x="2550" y="607"/>
                  </a:cubicBezTo>
                  <a:cubicBezTo>
                    <a:pt x="2550" y="607"/>
                    <a:pt x="2548" y="605"/>
                    <a:pt x="2542" y="600"/>
                  </a:cubicBezTo>
                  <a:cubicBezTo>
                    <a:pt x="2538" y="596"/>
                    <a:pt x="2531" y="591"/>
                    <a:pt x="2521" y="585"/>
                  </a:cubicBezTo>
                  <a:cubicBezTo>
                    <a:pt x="2514" y="580"/>
                    <a:pt x="2505" y="575"/>
                    <a:pt x="2495" y="569"/>
                  </a:cubicBezTo>
                  <a:cubicBezTo>
                    <a:pt x="2492" y="567"/>
                    <a:pt x="2492" y="567"/>
                    <a:pt x="2492" y="567"/>
                  </a:cubicBezTo>
                  <a:cubicBezTo>
                    <a:pt x="2484" y="563"/>
                    <a:pt x="2475" y="559"/>
                    <a:pt x="2465" y="557"/>
                  </a:cubicBezTo>
                  <a:cubicBezTo>
                    <a:pt x="2454" y="554"/>
                    <a:pt x="2443" y="552"/>
                    <a:pt x="2431" y="550"/>
                  </a:cubicBezTo>
                  <a:cubicBezTo>
                    <a:pt x="2418" y="549"/>
                    <a:pt x="2404" y="548"/>
                    <a:pt x="2392" y="548"/>
                  </a:cubicBezTo>
                  <a:cubicBezTo>
                    <a:pt x="2373" y="548"/>
                    <a:pt x="2357" y="549"/>
                    <a:pt x="2349" y="549"/>
                  </a:cubicBezTo>
                  <a:cubicBezTo>
                    <a:pt x="2346" y="550"/>
                    <a:pt x="2344" y="550"/>
                    <a:pt x="2344" y="550"/>
                  </a:cubicBezTo>
                  <a:cubicBezTo>
                    <a:pt x="2339" y="567"/>
                    <a:pt x="2339" y="567"/>
                    <a:pt x="2339" y="567"/>
                  </a:cubicBezTo>
                  <a:cubicBezTo>
                    <a:pt x="2302" y="568"/>
                    <a:pt x="2302" y="568"/>
                    <a:pt x="2302" y="568"/>
                  </a:cubicBezTo>
                  <a:cubicBezTo>
                    <a:pt x="2287" y="568"/>
                    <a:pt x="2287" y="568"/>
                    <a:pt x="2287" y="568"/>
                  </a:cubicBezTo>
                  <a:cubicBezTo>
                    <a:pt x="2274" y="545"/>
                    <a:pt x="2274" y="545"/>
                    <a:pt x="2274" y="545"/>
                  </a:cubicBezTo>
                  <a:cubicBezTo>
                    <a:pt x="2237" y="545"/>
                    <a:pt x="2237" y="545"/>
                    <a:pt x="2237" y="545"/>
                  </a:cubicBezTo>
                  <a:cubicBezTo>
                    <a:pt x="2205" y="480"/>
                    <a:pt x="2205" y="480"/>
                    <a:pt x="2205" y="480"/>
                  </a:cubicBezTo>
                  <a:cubicBezTo>
                    <a:pt x="2168" y="405"/>
                    <a:pt x="2168" y="405"/>
                    <a:pt x="2168" y="405"/>
                  </a:cubicBezTo>
                  <a:cubicBezTo>
                    <a:pt x="2168" y="405"/>
                    <a:pt x="2166" y="405"/>
                    <a:pt x="2162" y="406"/>
                  </a:cubicBezTo>
                  <a:cubicBezTo>
                    <a:pt x="2156" y="408"/>
                    <a:pt x="2144" y="412"/>
                    <a:pt x="2124" y="419"/>
                  </a:cubicBezTo>
                  <a:cubicBezTo>
                    <a:pt x="2117" y="422"/>
                    <a:pt x="2109" y="425"/>
                    <a:pt x="2101" y="428"/>
                  </a:cubicBezTo>
                  <a:cubicBezTo>
                    <a:pt x="2097" y="430"/>
                    <a:pt x="2093" y="432"/>
                    <a:pt x="2089" y="434"/>
                  </a:cubicBezTo>
                  <a:cubicBezTo>
                    <a:pt x="2079" y="439"/>
                    <a:pt x="2069" y="446"/>
                    <a:pt x="2059" y="453"/>
                  </a:cubicBezTo>
                  <a:cubicBezTo>
                    <a:pt x="2050" y="460"/>
                    <a:pt x="2041" y="467"/>
                    <a:pt x="2034" y="474"/>
                  </a:cubicBezTo>
                  <a:cubicBezTo>
                    <a:pt x="2025" y="482"/>
                    <a:pt x="2018" y="489"/>
                    <a:pt x="2012" y="495"/>
                  </a:cubicBezTo>
                  <a:cubicBezTo>
                    <a:pt x="2005" y="502"/>
                    <a:pt x="2001" y="507"/>
                    <a:pt x="2001" y="507"/>
                  </a:cubicBezTo>
                  <a:cubicBezTo>
                    <a:pt x="1995" y="883"/>
                    <a:pt x="1995" y="883"/>
                    <a:pt x="1995" y="883"/>
                  </a:cubicBezTo>
                  <a:cubicBezTo>
                    <a:pt x="1978" y="883"/>
                    <a:pt x="1978" y="883"/>
                    <a:pt x="1978" y="883"/>
                  </a:cubicBezTo>
                  <a:cubicBezTo>
                    <a:pt x="1978" y="857"/>
                    <a:pt x="1978" y="857"/>
                    <a:pt x="1978" y="857"/>
                  </a:cubicBezTo>
                  <a:cubicBezTo>
                    <a:pt x="1871" y="857"/>
                    <a:pt x="1871" y="857"/>
                    <a:pt x="1871" y="857"/>
                  </a:cubicBezTo>
                  <a:cubicBezTo>
                    <a:pt x="1871" y="923"/>
                    <a:pt x="1871" y="923"/>
                    <a:pt x="1871" y="923"/>
                  </a:cubicBezTo>
                  <a:cubicBezTo>
                    <a:pt x="1848" y="923"/>
                    <a:pt x="1848" y="923"/>
                    <a:pt x="1848" y="923"/>
                  </a:cubicBezTo>
                  <a:cubicBezTo>
                    <a:pt x="1848" y="857"/>
                    <a:pt x="1848" y="857"/>
                    <a:pt x="1848" y="857"/>
                  </a:cubicBezTo>
                  <a:cubicBezTo>
                    <a:pt x="1780" y="857"/>
                    <a:pt x="1780" y="857"/>
                    <a:pt x="1780" y="857"/>
                  </a:cubicBezTo>
                  <a:cubicBezTo>
                    <a:pt x="1780" y="856"/>
                    <a:pt x="1780" y="856"/>
                    <a:pt x="1780" y="856"/>
                  </a:cubicBezTo>
                  <a:cubicBezTo>
                    <a:pt x="1802" y="856"/>
                    <a:pt x="1802" y="856"/>
                    <a:pt x="1802" y="856"/>
                  </a:cubicBezTo>
                  <a:cubicBezTo>
                    <a:pt x="1802" y="843"/>
                    <a:pt x="1801" y="831"/>
                    <a:pt x="1800" y="818"/>
                  </a:cubicBezTo>
                  <a:cubicBezTo>
                    <a:pt x="1725" y="818"/>
                    <a:pt x="1725" y="818"/>
                    <a:pt x="1725" y="818"/>
                  </a:cubicBezTo>
                  <a:cubicBezTo>
                    <a:pt x="1725" y="786"/>
                    <a:pt x="1725" y="786"/>
                    <a:pt x="1725" y="786"/>
                  </a:cubicBezTo>
                  <a:cubicBezTo>
                    <a:pt x="1800" y="786"/>
                    <a:pt x="1800" y="786"/>
                    <a:pt x="1800" y="786"/>
                  </a:cubicBezTo>
                  <a:cubicBezTo>
                    <a:pt x="1799" y="773"/>
                    <a:pt x="1799" y="773"/>
                    <a:pt x="1799" y="773"/>
                  </a:cubicBezTo>
                  <a:cubicBezTo>
                    <a:pt x="1775" y="772"/>
                    <a:pt x="1751" y="772"/>
                    <a:pt x="1725" y="771"/>
                  </a:cubicBezTo>
                  <a:cubicBezTo>
                    <a:pt x="1725" y="766"/>
                    <a:pt x="1725" y="761"/>
                    <a:pt x="1725" y="756"/>
                  </a:cubicBezTo>
                  <a:cubicBezTo>
                    <a:pt x="1750" y="756"/>
                    <a:pt x="1774" y="757"/>
                    <a:pt x="1798" y="757"/>
                  </a:cubicBezTo>
                  <a:cubicBezTo>
                    <a:pt x="1798" y="744"/>
                    <a:pt x="1798" y="744"/>
                    <a:pt x="1798" y="744"/>
                  </a:cubicBezTo>
                  <a:cubicBezTo>
                    <a:pt x="1775" y="743"/>
                    <a:pt x="1752" y="742"/>
                    <a:pt x="1725" y="741"/>
                  </a:cubicBezTo>
                  <a:cubicBezTo>
                    <a:pt x="1725" y="736"/>
                    <a:pt x="1725" y="731"/>
                    <a:pt x="1725" y="726"/>
                  </a:cubicBezTo>
                  <a:cubicBezTo>
                    <a:pt x="1750" y="726"/>
                    <a:pt x="1774" y="728"/>
                    <a:pt x="1797" y="729"/>
                  </a:cubicBezTo>
                  <a:cubicBezTo>
                    <a:pt x="1797" y="716"/>
                    <a:pt x="1797" y="716"/>
                    <a:pt x="1797" y="716"/>
                  </a:cubicBezTo>
                  <a:cubicBezTo>
                    <a:pt x="1775" y="715"/>
                    <a:pt x="1752" y="712"/>
                    <a:pt x="1725" y="711"/>
                  </a:cubicBezTo>
                  <a:cubicBezTo>
                    <a:pt x="1725" y="706"/>
                    <a:pt x="1725" y="701"/>
                    <a:pt x="1725" y="696"/>
                  </a:cubicBezTo>
                  <a:cubicBezTo>
                    <a:pt x="1751" y="697"/>
                    <a:pt x="1774" y="699"/>
                    <a:pt x="1796" y="701"/>
                  </a:cubicBezTo>
                  <a:cubicBezTo>
                    <a:pt x="1795" y="689"/>
                    <a:pt x="1795" y="689"/>
                    <a:pt x="1795" y="689"/>
                  </a:cubicBezTo>
                  <a:cubicBezTo>
                    <a:pt x="1775" y="687"/>
                    <a:pt x="1753" y="683"/>
                    <a:pt x="1725" y="682"/>
                  </a:cubicBezTo>
                  <a:cubicBezTo>
                    <a:pt x="1725" y="677"/>
                    <a:pt x="1725" y="672"/>
                    <a:pt x="1725" y="668"/>
                  </a:cubicBezTo>
                  <a:cubicBezTo>
                    <a:pt x="1751" y="669"/>
                    <a:pt x="1773" y="672"/>
                    <a:pt x="1795" y="674"/>
                  </a:cubicBezTo>
                  <a:cubicBezTo>
                    <a:pt x="1795" y="670"/>
                    <a:pt x="1794" y="666"/>
                    <a:pt x="1794" y="662"/>
                  </a:cubicBezTo>
                  <a:cubicBezTo>
                    <a:pt x="1775" y="660"/>
                    <a:pt x="1754" y="655"/>
                    <a:pt x="1725" y="653"/>
                  </a:cubicBezTo>
                  <a:cubicBezTo>
                    <a:pt x="1725" y="649"/>
                    <a:pt x="1725" y="644"/>
                    <a:pt x="1725" y="639"/>
                  </a:cubicBezTo>
                  <a:cubicBezTo>
                    <a:pt x="1751" y="641"/>
                    <a:pt x="1773" y="645"/>
                    <a:pt x="1793" y="648"/>
                  </a:cubicBezTo>
                  <a:cubicBezTo>
                    <a:pt x="1793" y="644"/>
                    <a:pt x="1793" y="640"/>
                    <a:pt x="1793" y="636"/>
                  </a:cubicBezTo>
                  <a:cubicBezTo>
                    <a:pt x="1775" y="633"/>
                    <a:pt x="1754" y="628"/>
                    <a:pt x="1725" y="625"/>
                  </a:cubicBezTo>
                  <a:cubicBezTo>
                    <a:pt x="1725" y="621"/>
                    <a:pt x="1725" y="616"/>
                    <a:pt x="1725" y="612"/>
                  </a:cubicBezTo>
                  <a:cubicBezTo>
                    <a:pt x="1751" y="613"/>
                    <a:pt x="1773" y="618"/>
                    <a:pt x="1792" y="622"/>
                  </a:cubicBezTo>
                  <a:cubicBezTo>
                    <a:pt x="1792" y="618"/>
                    <a:pt x="1792" y="614"/>
                    <a:pt x="1791" y="610"/>
                  </a:cubicBezTo>
                  <a:cubicBezTo>
                    <a:pt x="1775" y="607"/>
                    <a:pt x="1755" y="601"/>
                    <a:pt x="1725" y="598"/>
                  </a:cubicBezTo>
                  <a:cubicBezTo>
                    <a:pt x="1725" y="594"/>
                    <a:pt x="1725" y="589"/>
                    <a:pt x="1725" y="585"/>
                  </a:cubicBezTo>
                  <a:cubicBezTo>
                    <a:pt x="1751" y="587"/>
                    <a:pt x="1772" y="592"/>
                    <a:pt x="1791" y="596"/>
                  </a:cubicBezTo>
                  <a:cubicBezTo>
                    <a:pt x="1790" y="592"/>
                    <a:pt x="1790" y="588"/>
                    <a:pt x="1790" y="584"/>
                  </a:cubicBezTo>
                  <a:cubicBezTo>
                    <a:pt x="1774" y="581"/>
                    <a:pt x="1755" y="574"/>
                    <a:pt x="1725" y="571"/>
                  </a:cubicBezTo>
                  <a:cubicBezTo>
                    <a:pt x="1725" y="567"/>
                    <a:pt x="1725" y="563"/>
                    <a:pt x="1725" y="558"/>
                  </a:cubicBezTo>
                  <a:cubicBezTo>
                    <a:pt x="1751" y="560"/>
                    <a:pt x="1771" y="566"/>
                    <a:pt x="1789" y="571"/>
                  </a:cubicBezTo>
                  <a:cubicBezTo>
                    <a:pt x="1789" y="567"/>
                    <a:pt x="1788" y="563"/>
                    <a:pt x="1788" y="559"/>
                  </a:cubicBezTo>
                  <a:cubicBezTo>
                    <a:pt x="1774" y="555"/>
                    <a:pt x="1755" y="548"/>
                    <a:pt x="1725" y="545"/>
                  </a:cubicBezTo>
                  <a:cubicBezTo>
                    <a:pt x="1725" y="540"/>
                    <a:pt x="1725" y="536"/>
                    <a:pt x="1725" y="532"/>
                  </a:cubicBezTo>
                  <a:cubicBezTo>
                    <a:pt x="1751" y="534"/>
                    <a:pt x="1770" y="541"/>
                    <a:pt x="1787" y="547"/>
                  </a:cubicBezTo>
                  <a:cubicBezTo>
                    <a:pt x="1787" y="543"/>
                    <a:pt x="1786" y="539"/>
                    <a:pt x="1786" y="535"/>
                  </a:cubicBezTo>
                  <a:cubicBezTo>
                    <a:pt x="1773" y="530"/>
                    <a:pt x="1755" y="522"/>
                    <a:pt x="1725" y="519"/>
                  </a:cubicBezTo>
                  <a:cubicBezTo>
                    <a:pt x="1725" y="515"/>
                    <a:pt x="1725" y="511"/>
                    <a:pt x="1725" y="507"/>
                  </a:cubicBezTo>
                  <a:cubicBezTo>
                    <a:pt x="1751" y="509"/>
                    <a:pt x="1769" y="516"/>
                    <a:pt x="1785" y="522"/>
                  </a:cubicBezTo>
                  <a:cubicBezTo>
                    <a:pt x="1784" y="518"/>
                    <a:pt x="1784" y="514"/>
                    <a:pt x="1784" y="510"/>
                  </a:cubicBezTo>
                  <a:cubicBezTo>
                    <a:pt x="1772" y="504"/>
                    <a:pt x="1754" y="497"/>
                    <a:pt x="1725" y="493"/>
                  </a:cubicBezTo>
                  <a:cubicBezTo>
                    <a:pt x="1725" y="489"/>
                    <a:pt x="1725" y="485"/>
                    <a:pt x="1725" y="482"/>
                  </a:cubicBezTo>
                  <a:cubicBezTo>
                    <a:pt x="1750" y="484"/>
                    <a:pt x="1768" y="491"/>
                    <a:pt x="1782" y="498"/>
                  </a:cubicBezTo>
                  <a:cubicBezTo>
                    <a:pt x="1782" y="494"/>
                    <a:pt x="1782" y="489"/>
                    <a:pt x="1781" y="485"/>
                  </a:cubicBezTo>
                  <a:cubicBezTo>
                    <a:pt x="1770" y="479"/>
                    <a:pt x="1753" y="472"/>
                    <a:pt x="1725" y="468"/>
                  </a:cubicBezTo>
                  <a:cubicBezTo>
                    <a:pt x="1725" y="464"/>
                    <a:pt x="1725" y="461"/>
                    <a:pt x="1725" y="457"/>
                  </a:cubicBezTo>
                  <a:cubicBezTo>
                    <a:pt x="1749" y="460"/>
                    <a:pt x="1766" y="467"/>
                    <a:pt x="1780" y="474"/>
                  </a:cubicBezTo>
                  <a:cubicBezTo>
                    <a:pt x="1779" y="469"/>
                    <a:pt x="1779" y="465"/>
                    <a:pt x="1778" y="460"/>
                  </a:cubicBezTo>
                  <a:cubicBezTo>
                    <a:pt x="1768" y="454"/>
                    <a:pt x="1752" y="447"/>
                    <a:pt x="1725" y="443"/>
                  </a:cubicBezTo>
                  <a:cubicBezTo>
                    <a:pt x="1725" y="433"/>
                    <a:pt x="1725" y="433"/>
                    <a:pt x="1725" y="433"/>
                  </a:cubicBezTo>
                  <a:cubicBezTo>
                    <a:pt x="1748" y="435"/>
                    <a:pt x="1764" y="442"/>
                    <a:pt x="1777" y="450"/>
                  </a:cubicBezTo>
                  <a:cubicBezTo>
                    <a:pt x="1775" y="438"/>
                    <a:pt x="1774" y="426"/>
                    <a:pt x="1772" y="414"/>
                  </a:cubicBezTo>
                  <a:cubicBezTo>
                    <a:pt x="1738" y="390"/>
                    <a:pt x="1733" y="388"/>
                    <a:pt x="1690" y="388"/>
                  </a:cubicBezTo>
                  <a:cubicBezTo>
                    <a:pt x="1690" y="464"/>
                    <a:pt x="1690" y="464"/>
                    <a:pt x="1690" y="464"/>
                  </a:cubicBezTo>
                  <a:cubicBezTo>
                    <a:pt x="1689" y="464"/>
                    <a:pt x="1689" y="464"/>
                    <a:pt x="1689" y="464"/>
                  </a:cubicBezTo>
                  <a:cubicBezTo>
                    <a:pt x="1666" y="464"/>
                    <a:pt x="1666" y="464"/>
                    <a:pt x="1666" y="464"/>
                  </a:cubicBezTo>
                  <a:cubicBezTo>
                    <a:pt x="1661" y="464"/>
                    <a:pt x="1661" y="464"/>
                    <a:pt x="1661" y="464"/>
                  </a:cubicBezTo>
                  <a:cubicBezTo>
                    <a:pt x="1658" y="303"/>
                    <a:pt x="1658" y="303"/>
                    <a:pt x="1658" y="303"/>
                  </a:cubicBezTo>
                  <a:cubicBezTo>
                    <a:pt x="1661" y="303"/>
                    <a:pt x="1661" y="303"/>
                    <a:pt x="1661" y="303"/>
                  </a:cubicBezTo>
                  <a:cubicBezTo>
                    <a:pt x="1680" y="303"/>
                    <a:pt x="1680" y="303"/>
                    <a:pt x="1680" y="303"/>
                  </a:cubicBezTo>
                  <a:cubicBezTo>
                    <a:pt x="1680" y="257"/>
                    <a:pt x="1680" y="257"/>
                    <a:pt x="1680" y="257"/>
                  </a:cubicBezTo>
                  <a:cubicBezTo>
                    <a:pt x="1659" y="257"/>
                    <a:pt x="1659" y="257"/>
                    <a:pt x="1659" y="257"/>
                  </a:cubicBezTo>
                  <a:cubicBezTo>
                    <a:pt x="1657" y="257"/>
                    <a:pt x="1657" y="257"/>
                    <a:pt x="1657" y="257"/>
                  </a:cubicBezTo>
                  <a:cubicBezTo>
                    <a:pt x="1654" y="200"/>
                    <a:pt x="1654" y="200"/>
                    <a:pt x="1654" y="200"/>
                  </a:cubicBezTo>
                  <a:cubicBezTo>
                    <a:pt x="1662" y="197"/>
                    <a:pt x="1668" y="190"/>
                    <a:pt x="1668" y="181"/>
                  </a:cubicBezTo>
                  <a:cubicBezTo>
                    <a:pt x="1668" y="172"/>
                    <a:pt x="1662" y="164"/>
                    <a:pt x="1654" y="162"/>
                  </a:cubicBezTo>
                  <a:cubicBezTo>
                    <a:pt x="1651" y="89"/>
                    <a:pt x="1651" y="89"/>
                    <a:pt x="1651" y="89"/>
                  </a:cubicBezTo>
                  <a:cubicBezTo>
                    <a:pt x="1648" y="0"/>
                    <a:pt x="1648" y="0"/>
                    <a:pt x="1648" y="0"/>
                  </a:cubicBezTo>
                  <a:cubicBezTo>
                    <a:pt x="1646" y="26"/>
                    <a:pt x="1646" y="26"/>
                    <a:pt x="1646" y="26"/>
                  </a:cubicBezTo>
                  <a:cubicBezTo>
                    <a:pt x="1644" y="89"/>
                    <a:pt x="1644" y="89"/>
                    <a:pt x="1644" y="89"/>
                  </a:cubicBezTo>
                  <a:cubicBezTo>
                    <a:pt x="1641" y="162"/>
                    <a:pt x="1641" y="162"/>
                    <a:pt x="1641" y="162"/>
                  </a:cubicBezTo>
                  <a:cubicBezTo>
                    <a:pt x="1633" y="164"/>
                    <a:pt x="1627" y="172"/>
                    <a:pt x="1627" y="181"/>
                  </a:cubicBezTo>
                  <a:cubicBezTo>
                    <a:pt x="1627" y="190"/>
                    <a:pt x="1633" y="197"/>
                    <a:pt x="1641" y="200"/>
                  </a:cubicBezTo>
                  <a:cubicBezTo>
                    <a:pt x="1639" y="257"/>
                    <a:pt x="1639" y="257"/>
                    <a:pt x="1639" y="257"/>
                  </a:cubicBezTo>
                  <a:cubicBezTo>
                    <a:pt x="1636" y="257"/>
                    <a:pt x="1636" y="257"/>
                    <a:pt x="1636" y="257"/>
                  </a:cubicBezTo>
                  <a:cubicBezTo>
                    <a:pt x="1606" y="257"/>
                    <a:pt x="1606" y="257"/>
                    <a:pt x="1606" y="257"/>
                  </a:cubicBezTo>
                  <a:cubicBezTo>
                    <a:pt x="1605" y="257"/>
                    <a:pt x="1605" y="257"/>
                    <a:pt x="1605" y="257"/>
                  </a:cubicBezTo>
                  <a:cubicBezTo>
                    <a:pt x="1605" y="143"/>
                    <a:pt x="1605" y="143"/>
                    <a:pt x="1605" y="143"/>
                  </a:cubicBezTo>
                  <a:cubicBezTo>
                    <a:pt x="1550" y="143"/>
                    <a:pt x="1536" y="140"/>
                    <a:pt x="1489" y="187"/>
                  </a:cubicBezTo>
                  <a:cubicBezTo>
                    <a:pt x="1487" y="202"/>
                    <a:pt x="1486" y="218"/>
                    <a:pt x="1484" y="233"/>
                  </a:cubicBezTo>
                  <a:cubicBezTo>
                    <a:pt x="1507" y="218"/>
                    <a:pt x="1541" y="201"/>
                    <a:pt x="1582" y="201"/>
                  </a:cubicBezTo>
                  <a:cubicBezTo>
                    <a:pt x="1582" y="206"/>
                    <a:pt x="1581" y="208"/>
                    <a:pt x="1581" y="213"/>
                  </a:cubicBezTo>
                  <a:cubicBezTo>
                    <a:pt x="1541" y="212"/>
                    <a:pt x="1506" y="228"/>
                    <a:pt x="1484" y="242"/>
                  </a:cubicBezTo>
                  <a:cubicBezTo>
                    <a:pt x="1483" y="248"/>
                    <a:pt x="1482" y="254"/>
                    <a:pt x="1482" y="260"/>
                  </a:cubicBezTo>
                  <a:cubicBezTo>
                    <a:pt x="1504" y="245"/>
                    <a:pt x="1539" y="227"/>
                    <a:pt x="1582" y="227"/>
                  </a:cubicBezTo>
                  <a:cubicBezTo>
                    <a:pt x="1582" y="232"/>
                    <a:pt x="1580" y="234"/>
                    <a:pt x="1580" y="239"/>
                  </a:cubicBezTo>
                  <a:cubicBezTo>
                    <a:pt x="1540" y="238"/>
                    <a:pt x="1503" y="255"/>
                    <a:pt x="1481" y="269"/>
                  </a:cubicBezTo>
                  <a:cubicBezTo>
                    <a:pt x="1481" y="275"/>
                    <a:pt x="1480" y="281"/>
                    <a:pt x="1480" y="287"/>
                  </a:cubicBezTo>
                  <a:cubicBezTo>
                    <a:pt x="1501" y="272"/>
                    <a:pt x="1537" y="254"/>
                    <a:pt x="1581" y="254"/>
                  </a:cubicBezTo>
                  <a:cubicBezTo>
                    <a:pt x="1581" y="259"/>
                    <a:pt x="1580" y="261"/>
                    <a:pt x="1580" y="266"/>
                  </a:cubicBezTo>
                  <a:cubicBezTo>
                    <a:pt x="1538" y="265"/>
                    <a:pt x="1501" y="282"/>
                    <a:pt x="1479" y="295"/>
                  </a:cubicBezTo>
                  <a:cubicBezTo>
                    <a:pt x="1479" y="301"/>
                    <a:pt x="1478" y="308"/>
                    <a:pt x="1478" y="314"/>
                  </a:cubicBezTo>
                  <a:cubicBezTo>
                    <a:pt x="1499" y="299"/>
                    <a:pt x="1536" y="280"/>
                    <a:pt x="1580" y="280"/>
                  </a:cubicBezTo>
                  <a:cubicBezTo>
                    <a:pt x="1580" y="285"/>
                    <a:pt x="1579" y="287"/>
                    <a:pt x="1579" y="292"/>
                  </a:cubicBezTo>
                  <a:cubicBezTo>
                    <a:pt x="1537" y="291"/>
                    <a:pt x="1499" y="309"/>
                    <a:pt x="1477" y="322"/>
                  </a:cubicBezTo>
                  <a:cubicBezTo>
                    <a:pt x="1477" y="328"/>
                    <a:pt x="1476" y="334"/>
                    <a:pt x="1476" y="340"/>
                  </a:cubicBezTo>
                  <a:cubicBezTo>
                    <a:pt x="1497" y="327"/>
                    <a:pt x="1534" y="307"/>
                    <a:pt x="1580" y="307"/>
                  </a:cubicBezTo>
                  <a:cubicBezTo>
                    <a:pt x="1580" y="312"/>
                    <a:pt x="1579" y="314"/>
                    <a:pt x="1579" y="319"/>
                  </a:cubicBezTo>
                  <a:cubicBezTo>
                    <a:pt x="1535" y="318"/>
                    <a:pt x="1497" y="336"/>
                    <a:pt x="1475" y="349"/>
                  </a:cubicBezTo>
                  <a:cubicBezTo>
                    <a:pt x="1475" y="355"/>
                    <a:pt x="1474" y="361"/>
                    <a:pt x="1474" y="367"/>
                  </a:cubicBezTo>
                  <a:cubicBezTo>
                    <a:pt x="1495" y="354"/>
                    <a:pt x="1533" y="333"/>
                    <a:pt x="1579" y="333"/>
                  </a:cubicBezTo>
                  <a:cubicBezTo>
                    <a:pt x="1579" y="338"/>
                    <a:pt x="1578" y="341"/>
                    <a:pt x="1578" y="346"/>
                  </a:cubicBezTo>
                  <a:cubicBezTo>
                    <a:pt x="1534" y="345"/>
                    <a:pt x="1495" y="364"/>
                    <a:pt x="1474" y="375"/>
                  </a:cubicBezTo>
                  <a:cubicBezTo>
                    <a:pt x="1473" y="381"/>
                    <a:pt x="1473" y="387"/>
                    <a:pt x="1472" y="393"/>
                  </a:cubicBezTo>
                  <a:cubicBezTo>
                    <a:pt x="1493" y="382"/>
                    <a:pt x="1531" y="360"/>
                    <a:pt x="1579" y="360"/>
                  </a:cubicBezTo>
                  <a:cubicBezTo>
                    <a:pt x="1579" y="365"/>
                    <a:pt x="1578" y="368"/>
                    <a:pt x="1578" y="373"/>
                  </a:cubicBezTo>
                  <a:cubicBezTo>
                    <a:pt x="1533" y="372"/>
                    <a:pt x="1494" y="391"/>
                    <a:pt x="1472" y="402"/>
                  </a:cubicBezTo>
                  <a:cubicBezTo>
                    <a:pt x="1472" y="408"/>
                    <a:pt x="1471" y="414"/>
                    <a:pt x="1471" y="420"/>
                  </a:cubicBezTo>
                  <a:cubicBezTo>
                    <a:pt x="1491" y="409"/>
                    <a:pt x="1530" y="387"/>
                    <a:pt x="1578" y="387"/>
                  </a:cubicBezTo>
                  <a:cubicBezTo>
                    <a:pt x="1578" y="392"/>
                    <a:pt x="1577" y="395"/>
                    <a:pt x="1577" y="400"/>
                  </a:cubicBezTo>
                  <a:cubicBezTo>
                    <a:pt x="1532" y="400"/>
                    <a:pt x="1492" y="418"/>
                    <a:pt x="1470" y="428"/>
                  </a:cubicBezTo>
                  <a:cubicBezTo>
                    <a:pt x="1470" y="434"/>
                    <a:pt x="1470" y="440"/>
                    <a:pt x="1470" y="446"/>
                  </a:cubicBezTo>
                  <a:cubicBezTo>
                    <a:pt x="1489" y="437"/>
                    <a:pt x="1529" y="415"/>
                    <a:pt x="1578" y="415"/>
                  </a:cubicBezTo>
                  <a:cubicBezTo>
                    <a:pt x="1578" y="420"/>
                    <a:pt x="1577" y="423"/>
                    <a:pt x="1577" y="428"/>
                  </a:cubicBezTo>
                  <a:cubicBezTo>
                    <a:pt x="1532" y="427"/>
                    <a:pt x="1491" y="445"/>
                    <a:pt x="1469" y="454"/>
                  </a:cubicBezTo>
                  <a:cubicBezTo>
                    <a:pt x="1469" y="460"/>
                    <a:pt x="1469" y="466"/>
                    <a:pt x="1468" y="471"/>
                  </a:cubicBezTo>
                  <a:cubicBezTo>
                    <a:pt x="1488" y="464"/>
                    <a:pt x="1528" y="442"/>
                    <a:pt x="1577" y="442"/>
                  </a:cubicBezTo>
                  <a:cubicBezTo>
                    <a:pt x="1577" y="447"/>
                    <a:pt x="1576" y="450"/>
                    <a:pt x="1576" y="455"/>
                  </a:cubicBezTo>
                  <a:cubicBezTo>
                    <a:pt x="1531" y="455"/>
                    <a:pt x="1490" y="472"/>
                    <a:pt x="1468" y="480"/>
                  </a:cubicBezTo>
                  <a:cubicBezTo>
                    <a:pt x="1468" y="486"/>
                    <a:pt x="1467" y="492"/>
                    <a:pt x="1467" y="497"/>
                  </a:cubicBezTo>
                  <a:cubicBezTo>
                    <a:pt x="1487" y="491"/>
                    <a:pt x="1527" y="469"/>
                    <a:pt x="1577" y="469"/>
                  </a:cubicBezTo>
                  <a:cubicBezTo>
                    <a:pt x="1577" y="474"/>
                    <a:pt x="1576" y="478"/>
                    <a:pt x="1576" y="483"/>
                  </a:cubicBezTo>
                  <a:cubicBezTo>
                    <a:pt x="1531" y="482"/>
                    <a:pt x="1490" y="499"/>
                    <a:pt x="1467" y="507"/>
                  </a:cubicBezTo>
                  <a:cubicBezTo>
                    <a:pt x="1466" y="512"/>
                    <a:pt x="1466" y="517"/>
                    <a:pt x="1466" y="523"/>
                  </a:cubicBezTo>
                  <a:cubicBezTo>
                    <a:pt x="1486" y="518"/>
                    <a:pt x="1527" y="497"/>
                    <a:pt x="1576" y="497"/>
                  </a:cubicBezTo>
                  <a:cubicBezTo>
                    <a:pt x="1576" y="502"/>
                    <a:pt x="1575" y="506"/>
                    <a:pt x="1575" y="511"/>
                  </a:cubicBezTo>
                  <a:cubicBezTo>
                    <a:pt x="1530" y="510"/>
                    <a:pt x="1489" y="527"/>
                    <a:pt x="1466" y="533"/>
                  </a:cubicBezTo>
                  <a:cubicBezTo>
                    <a:pt x="1465" y="538"/>
                    <a:pt x="1465" y="543"/>
                    <a:pt x="1465" y="548"/>
                  </a:cubicBezTo>
                  <a:cubicBezTo>
                    <a:pt x="1486" y="545"/>
                    <a:pt x="1527" y="525"/>
                    <a:pt x="1576" y="525"/>
                  </a:cubicBezTo>
                  <a:cubicBezTo>
                    <a:pt x="1576" y="530"/>
                    <a:pt x="1575" y="534"/>
                    <a:pt x="1575" y="539"/>
                  </a:cubicBezTo>
                  <a:cubicBezTo>
                    <a:pt x="1530" y="538"/>
                    <a:pt x="1489" y="554"/>
                    <a:pt x="1465" y="559"/>
                  </a:cubicBezTo>
                  <a:cubicBezTo>
                    <a:pt x="1464" y="564"/>
                    <a:pt x="1464" y="569"/>
                    <a:pt x="1464" y="574"/>
                  </a:cubicBezTo>
                  <a:cubicBezTo>
                    <a:pt x="1486" y="572"/>
                    <a:pt x="1527" y="553"/>
                    <a:pt x="1575" y="553"/>
                  </a:cubicBezTo>
                  <a:cubicBezTo>
                    <a:pt x="1575" y="558"/>
                    <a:pt x="1574" y="562"/>
                    <a:pt x="1574" y="567"/>
                  </a:cubicBezTo>
                  <a:cubicBezTo>
                    <a:pt x="1530" y="567"/>
                    <a:pt x="1489" y="581"/>
                    <a:pt x="1464" y="585"/>
                  </a:cubicBezTo>
                  <a:cubicBezTo>
                    <a:pt x="1463" y="600"/>
                    <a:pt x="1463" y="600"/>
                    <a:pt x="1463" y="600"/>
                  </a:cubicBezTo>
                  <a:cubicBezTo>
                    <a:pt x="1487" y="598"/>
                    <a:pt x="1527" y="581"/>
                    <a:pt x="1574" y="581"/>
                  </a:cubicBezTo>
                  <a:cubicBezTo>
                    <a:pt x="1574" y="586"/>
                    <a:pt x="1574" y="591"/>
                    <a:pt x="1574" y="596"/>
                  </a:cubicBezTo>
                  <a:cubicBezTo>
                    <a:pt x="1530" y="595"/>
                    <a:pt x="1490" y="608"/>
                    <a:pt x="1463" y="612"/>
                  </a:cubicBezTo>
                  <a:cubicBezTo>
                    <a:pt x="1462" y="625"/>
                    <a:pt x="1462" y="625"/>
                    <a:pt x="1462" y="625"/>
                  </a:cubicBezTo>
                  <a:cubicBezTo>
                    <a:pt x="1487" y="624"/>
                    <a:pt x="1527" y="610"/>
                    <a:pt x="1574" y="609"/>
                  </a:cubicBezTo>
                  <a:cubicBezTo>
                    <a:pt x="1574" y="615"/>
                    <a:pt x="1573" y="619"/>
                    <a:pt x="1573" y="624"/>
                  </a:cubicBezTo>
                  <a:cubicBezTo>
                    <a:pt x="1530" y="624"/>
                    <a:pt x="1490" y="635"/>
                    <a:pt x="1462" y="638"/>
                  </a:cubicBezTo>
                  <a:cubicBezTo>
                    <a:pt x="1462" y="651"/>
                    <a:pt x="1462" y="651"/>
                    <a:pt x="1462" y="651"/>
                  </a:cubicBezTo>
                  <a:cubicBezTo>
                    <a:pt x="1488" y="651"/>
                    <a:pt x="1528" y="638"/>
                    <a:pt x="1573" y="638"/>
                  </a:cubicBezTo>
                  <a:cubicBezTo>
                    <a:pt x="1573" y="643"/>
                    <a:pt x="1573" y="648"/>
                    <a:pt x="1573" y="653"/>
                  </a:cubicBezTo>
                  <a:cubicBezTo>
                    <a:pt x="1531" y="653"/>
                    <a:pt x="1491" y="662"/>
                    <a:pt x="1461" y="665"/>
                  </a:cubicBezTo>
                  <a:cubicBezTo>
                    <a:pt x="1461" y="677"/>
                    <a:pt x="1461" y="677"/>
                    <a:pt x="1461" y="677"/>
                  </a:cubicBezTo>
                  <a:cubicBezTo>
                    <a:pt x="1489" y="677"/>
                    <a:pt x="1529" y="667"/>
                    <a:pt x="1573" y="667"/>
                  </a:cubicBezTo>
                  <a:cubicBezTo>
                    <a:pt x="1573" y="672"/>
                    <a:pt x="1572" y="677"/>
                    <a:pt x="1572" y="682"/>
                  </a:cubicBezTo>
                  <a:cubicBezTo>
                    <a:pt x="1531" y="682"/>
                    <a:pt x="1491" y="689"/>
                    <a:pt x="1460" y="691"/>
                  </a:cubicBezTo>
                  <a:cubicBezTo>
                    <a:pt x="1460" y="704"/>
                    <a:pt x="1460" y="704"/>
                    <a:pt x="1460" y="704"/>
                  </a:cubicBezTo>
                  <a:cubicBezTo>
                    <a:pt x="1491" y="704"/>
                    <a:pt x="1530" y="696"/>
                    <a:pt x="1572" y="696"/>
                  </a:cubicBezTo>
                  <a:cubicBezTo>
                    <a:pt x="1572" y="701"/>
                    <a:pt x="1572" y="706"/>
                    <a:pt x="1572" y="711"/>
                  </a:cubicBezTo>
                  <a:cubicBezTo>
                    <a:pt x="1531" y="711"/>
                    <a:pt x="1492" y="717"/>
                    <a:pt x="1460" y="718"/>
                  </a:cubicBezTo>
                  <a:cubicBezTo>
                    <a:pt x="1459" y="730"/>
                    <a:pt x="1459" y="730"/>
                    <a:pt x="1459" y="730"/>
                  </a:cubicBezTo>
                  <a:cubicBezTo>
                    <a:pt x="1492" y="730"/>
                    <a:pt x="1531" y="725"/>
                    <a:pt x="1572" y="725"/>
                  </a:cubicBezTo>
                  <a:cubicBezTo>
                    <a:pt x="1572" y="730"/>
                    <a:pt x="1571" y="735"/>
                    <a:pt x="1571" y="740"/>
                  </a:cubicBezTo>
                  <a:cubicBezTo>
                    <a:pt x="1532" y="740"/>
                    <a:pt x="1493" y="744"/>
                    <a:pt x="1459" y="745"/>
                  </a:cubicBezTo>
                  <a:cubicBezTo>
                    <a:pt x="1459" y="757"/>
                    <a:pt x="1459" y="757"/>
                    <a:pt x="1459" y="757"/>
                  </a:cubicBezTo>
                  <a:cubicBezTo>
                    <a:pt x="1494" y="757"/>
                    <a:pt x="1532" y="754"/>
                    <a:pt x="1571" y="754"/>
                  </a:cubicBezTo>
                  <a:cubicBezTo>
                    <a:pt x="1571" y="759"/>
                    <a:pt x="1571" y="764"/>
                    <a:pt x="1571" y="770"/>
                  </a:cubicBezTo>
                  <a:cubicBezTo>
                    <a:pt x="1532" y="770"/>
                    <a:pt x="1494" y="772"/>
                    <a:pt x="1458" y="772"/>
                  </a:cubicBezTo>
                  <a:cubicBezTo>
                    <a:pt x="1458" y="783"/>
                    <a:pt x="1458" y="783"/>
                    <a:pt x="1458" y="783"/>
                  </a:cubicBezTo>
                  <a:cubicBezTo>
                    <a:pt x="1570" y="783"/>
                    <a:pt x="1570" y="783"/>
                    <a:pt x="1570" y="783"/>
                  </a:cubicBezTo>
                  <a:cubicBezTo>
                    <a:pt x="1570" y="798"/>
                    <a:pt x="1570" y="798"/>
                    <a:pt x="1570" y="798"/>
                  </a:cubicBezTo>
                  <a:cubicBezTo>
                    <a:pt x="1570" y="799"/>
                    <a:pt x="1570" y="799"/>
                    <a:pt x="1570" y="799"/>
                  </a:cubicBezTo>
                  <a:cubicBezTo>
                    <a:pt x="1458" y="799"/>
                    <a:pt x="1458" y="799"/>
                    <a:pt x="1458" y="799"/>
                  </a:cubicBezTo>
                  <a:cubicBezTo>
                    <a:pt x="1457" y="840"/>
                    <a:pt x="1457" y="840"/>
                    <a:pt x="1457" y="840"/>
                  </a:cubicBezTo>
                  <a:cubicBezTo>
                    <a:pt x="1480" y="840"/>
                    <a:pt x="1480" y="840"/>
                    <a:pt x="1480" y="840"/>
                  </a:cubicBezTo>
                  <a:cubicBezTo>
                    <a:pt x="1480" y="865"/>
                    <a:pt x="1480" y="865"/>
                    <a:pt x="1480" y="865"/>
                  </a:cubicBezTo>
                  <a:cubicBezTo>
                    <a:pt x="1480" y="867"/>
                    <a:pt x="1480" y="867"/>
                    <a:pt x="1480" y="867"/>
                  </a:cubicBezTo>
                  <a:cubicBezTo>
                    <a:pt x="1432" y="867"/>
                    <a:pt x="1432" y="867"/>
                    <a:pt x="1432" y="867"/>
                  </a:cubicBezTo>
                  <a:cubicBezTo>
                    <a:pt x="1432" y="954"/>
                    <a:pt x="1432" y="954"/>
                    <a:pt x="1432" y="954"/>
                  </a:cubicBezTo>
                  <a:cubicBezTo>
                    <a:pt x="1422" y="954"/>
                    <a:pt x="1422" y="954"/>
                    <a:pt x="1422" y="954"/>
                  </a:cubicBezTo>
                  <a:cubicBezTo>
                    <a:pt x="1422" y="989"/>
                    <a:pt x="1422" y="989"/>
                    <a:pt x="1422" y="989"/>
                  </a:cubicBezTo>
                  <a:cubicBezTo>
                    <a:pt x="1396" y="989"/>
                    <a:pt x="1396" y="989"/>
                    <a:pt x="1396" y="989"/>
                  </a:cubicBezTo>
                  <a:cubicBezTo>
                    <a:pt x="1396" y="840"/>
                    <a:pt x="1396" y="840"/>
                    <a:pt x="1396" y="840"/>
                  </a:cubicBezTo>
                  <a:cubicBezTo>
                    <a:pt x="1381" y="840"/>
                    <a:pt x="1381" y="840"/>
                    <a:pt x="1381" y="840"/>
                  </a:cubicBezTo>
                  <a:cubicBezTo>
                    <a:pt x="1381" y="737"/>
                    <a:pt x="1381" y="737"/>
                    <a:pt x="1381" y="737"/>
                  </a:cubicBezTo>
                  <a:cubicBezTo>
                    <a:pt x="1367" y="737"/>
                    <a:pt x="1367" y="737"/>
                    <a:pt x="1367" y="737"/>
                  </a:cubicBezTo>
                  <a:cubicBezTo>
                    <a:pt x="1367" y="657"/>
                    <a:pt x="1367" y="657"/>
                    <a:pt x="1367" y="657"/>
                  </a:cubicBezTo>
                  <a:cubicBezTo>
                    <a:pt x="1357" y="657"/>
                    <a:pt x="1357" y="657"/>
                    <a:pt x="1357" y="657"/>
                  </a:cubicBezTo>
                  <a:cubicBezTo>
                    <a:pt x="1357" y="616"/>
                    <a:pt x="1357" y="616"/>
                    <a:pt x="1357" y="616"/>
                  </a:cubicBezTo>
                  <a:cubicBezTo>
                    <a:pt x="1344" y="616"/>
                    <a:pt x="1344" y="616"/>
                    <a:pt x="1344" y="616"/>
                  </a:cubicBezTo>
                  <a:cubicBezTo>
                    <a:pt x="1344" y="564"/>
                    <a:pt x="1344" y="564"/>
                    <a:pt x="1344" y="564"/>
                  </a:cubicBezTo>
                  <a:cubicBezTo>
                    <a:pt x="1329" y="564"/>
                    <a:pt x="1329" y="564"/>
                    <a:pt x="1329" y="564"/>
                  </a:cubicBezTo>
                  <a:cubicBezTo>
                    <a:pt x="1329" y="618"/>
                    <a:pt x="1329" y="618"/>
                    <a:pt x="1329" y="618"/>
                  </a:cubicBezTo>
                  <a:cubicBezTo>
                    <a:pt x="1319" y="618"/>
                    <a:pt x="1319" y="618"/>
                    <a:pt x="1319" y="618"/>
                  </a:cubicBezTo>
                  <a:cubicBezTo>
                    <a:pt x="1319" y="668"/>
                    <a:pt x="1319" y="668"/>
                    <a:pt x="1319" y="668"/>
                  </a:cubicBezTo>
                  <a:cubicBezTo>
                    <a:pt x="1308" y="668"/>
                    <a:pt x="1308" y="668"/>
                    <a:pt x="1308" y="668"/>
                  </a:cubicBezTo>
                  <a:cubicBezTo>
                    <a:pt x="1308" y="733"/>
                    <a:pt x="1308" y="733"/>
                    <a:pt x="1308" y="733"/>
                  </a:cubicBezTo>
                  <a:cubicBezTo>
                    <a:pt x="1294" y="733"/>
                    <a:pt x="1294" y="733"/>
                    <a:pt x="1294" y="733"/>
                  </a:cubicBezTo>
                  <a:cubicBezTo>
                    <a:pt x="1294" y="835"/>
                    <a:pt x="1294" y="835"/>
                    <a:pt x="1294" y="835"/>
                  </a:cubicBezTo>
                  <a:cubicBezTo>
                    <a:pt x="1274" y="835"/>
                    <a:pt x="1274" y="835"/>
                    <a:pt x="1274" y="835"/>
                  </a:cubicBezTo>
                  <a:cubicBezTo>
                    <a:pt x="1274" y="967"/>
                    <a:pt x="1274" y="967"/>
                    <a:pt x="1274" y="967"/>
                  </a:cubicBezTo>
                  <a:cubicBezTo>
                    <a:pt x="1243" y="967"/>
                    <a:pt x="1243" y="967"/>
                    <a:pt x="1243" y="967"/>
                  </a:cubicBezTo>
                  <a:cubicBezTo>
                    <a:pt x="1243" y="894"/>
                    <a:pt x="1243" y="894"/>
                    <a:pt x="1243" y="894"/>
                  </a:cubicBezTo>
                  <a:cubicBezTo>
                    <a:pt x="1229" y="894"/>
                    <a:pt x="1229" y="894"/>
                    <a:pt x="1229" y="894"/>
                  </a:cubicBezTo>
                  <a:cubicBezTo>
                    <a:pt x="1229" y="808"/>
                    <a:pt x="1229" y="808"/>
                    <a:pt x="1229" y="808"/>
                  </a:cubicBezTo>
                  <a:cubicBezTo>
                    <a:pt x="1213" y="808"/>
                    <a:pt x="1213" y="808"/>
                    <a:pt x="1213" y="808"/>
                  </a:cubicBezTo>
                  <a:cubicBezTo>
                    <a:pt x="1213" y="785"/>
                    <a:pt x="1213" y="785"/>
                    <a:pt x="1213" y="785"/>
                  </a:cubicBezTo>
                  <a:cubicBezTo>
                    <a:pt x="1175" y="785"/>
                    <a:pt x="1175" y="785"/>
                    <a:pt x="1175" y="785"/>
                  </a:cubicBezTo>
                  <a:cubicBezTo>
                    <a:pt x="1175" y="808"/>
                    <a:pt x="1175" y="808"/>
                    <a:pt x="1175" y="808"/>
                  </a:cubicBezTo>
                  <a:cubicBezTo>
                    <a:pt x="1160" y="808"/>
                    <a:pt x="1160" y="808"/>
                    <a:pt x="1160" y="808"/>
                  </a:cubicBezTo>
                  <a:cubicBezTo>
                    <a:pt x="1160" y="906"/>
                    <a:pt x="1160" y="906"/>
                    <a:pt x="1160" y="906"/>
                  </a:cubicBezTo>
                  <a:cubicBezTo>
                    <a:pt x="1125" y="906"/>
                    <a:pt x="1125" y="906"/>
                    <a:pt x="1125" y="906"/>
                  </a:cubicBezTo>
                  <a:cubicBezTo>
                    <a:pt x="1125" y="951"/>
                    <a:pt x="1125" y="951"/>
                    <a:pt x="1125" y="951"/>
                  </a:cubicBezTo>
                  <a:cubicBezTo>
                    <a:pt x="1093" y="951"/>
                    <a:pt x="1093" y="951"/>
                    <a:pt x="1093" y="951"/>
                  </a:cubicBezTo>
                  <a:cubicBezTo>
                    <a:pt x="1093" y="906"/>
                    <a:pt x="1093" y="906"/>
                    <a:pt x="1093" y="906"/>
                  </a:cubicBezTo>
                  <a:cubicBezTo>
                    <a:pt x="1034" y="906"/>
                    <a:pt x="1034" y="906"/>
                    <a:pt x="1034" y="906"/>
                  </a:cubicBezTo>
                  <a:cubicBezTo>
                    <a:pt x="1034" y="946"/>
                    <a:pt x="1034" y="946"/>
                    <a:pt x="1034" y="946"/>
                  </a:cubicBezTo>
                  <a:cubicBezTo>
                    <a:pt x="939" y="946"/>
                    <a:pt x="939" y="946"/>
                    <a:pt x="939" y="946"/>
                  </a:cubicBezTo>
                  <a:cubicBezTo>
                    <a:pt x="939" y="992"/>
                    <a:pt x="939" y="992"/>
                    <a:pt x="939" y="992"/>
                  </a:cubicBezTo>
                  <a:cubicBezTo>
                    <a:pt x="0" y="1168"/>
                    <a:pt x="0" y="1168"/>
                    <a:pt x="0" y="1168"/>
                  </a:cubicBezTo>
                  <a:cubicBezTo>
                    <a:pt x="0" y="1412"/>
                    <a:pt x="0" y="1412"/>
                    <a:pt x="0" y="1412"/>
                  </a:cubicBezTo>
                  <a:cubicBezTo>
                    <a:pt x="5380" y="1412"/>
                    <a:pt x="5380" y="1412"/>
                    <a:pt x="5380" y="1412"/>
                  </a:cubicBezTo>
                  <a:cubicBezTo>
                    <a:pt x="5380" y="1248"/>
                    <a:pt x="5380" y="1248"/>
                    <a:pt x="5380" y="1248"/>
                  </a:cubicBezTo>
                  <a:lnTo>
                    <a:pt x="4116" y="1071"/>
                  </a:lnTo>
                  <a:close/>
                  <a:moveTo>
                    <a:pt x="2017" y="853"/>
                  </a:moveTo>
                  <a:cubicBezTo>
                    <a:pt x="2012" y="853"/>
                    <a:pt x="2012" y="853"/>
                    <a:pt x="2012" y="853"/>
                  </a:cubicBezTo>
                  <a:cubicBezTo>
                    <a:pt x="2007" y="853"/>
                    <a:pt x="2007" y="853"/>
                    <a:pt x="2007" y="853"/>
                  </a:cubicBezTo>
                  <a:cubicBezTo>
                    <a:pt x="2007" y="801"/>
                    <a:pt x="2007" y="801"/>
                    <a:pt x="2007" y="801"/>
                  </a:cubicBezTo>
                  <a:cubicBezTo>
                    <a:pt x="2007" y="798"/>
                    <a:pt x="2010" y="795"/>
                    <a:pt x="2012" y="795"/>
                  </a:cubicBezTo>
                  <a:cubicBezTo>
                    <a:pt x="2015" y="795"/>
                    <a:pt x="2017" y="797"/>
                    <a:pt x="2017" y="801"/>
                  </a:cubicBezTo>
                  <a:lnTo>
                    <a:pt x="2017" y="853"/>
                  </a:lnTo>
                  <a:close/>
                  <a:moveTo>
                    <a:pt x="2017" y="772"/>
                  </a:moveTo>
                  <a:cubicBezTo>
                    <a:pt x="2012" y="773"/>
                    <a:pt x="2012" y="773"/>
                    <a:pt x="2012" y="773"/>
                  </a:cubicBezTo>
                  <a:cubicBezTo>
                    <a:pt x="2007" y="774"/>
                    <a:pt x="2007" y="774"/>
                    <a:pt x="2007" y="774"/>
                  </a:cubicBezTo>
                  <a:cubicBezTo>
                    <a:pt x="2007" y="717"/>
                    <a:pt x="2007" y="717"/>
                    <a:pt x="2007" y="717"/>
                  </a:cubicBezTo>
                  <a:cubicBezTo>
                    <a:pt x="2007" y="713"/>
                    <a:pt x="2010" y="710"/>
                    <a:pt x="2012" y="710"/>
                  </a:cubicBezTo>
                  <a:cubicBezTo>
                    <a:pt x="2015" y="709"/>
                    <a:pt x="2017" y="711"/>
                    <a:pt x="2017" y="715"/>
                  </a:cubicBezTo>
                  <a:lnTo>
                    <a:pt x="2017" y="772"/>
                  </a:lnTo>
                  <a:close/>
                  <a:moveTo>
                    <a:pt x="2017" y="696"/>
                  </a:moveTo>
                  <a:cubicBezTo>
                    <a:pt x="2012" y="698"/>
                    <a:pt x="2012" y="698"/>
                    <a:pt x="2012" y="698"/>
                  </a:cubicBezTo>
                  <a:cubicBezTo>
                    <a:pt x="2007" y="699"/>
                    <a:pt x="2007" y="699"/>
                    <a:pt x="2007" y="699"/>
                  </a:cubicBezTo>
                  <a:cubicBezTo>
                    <a:pt x="2007" y="655"/>
                    <a:pt x="2007" y="655"/>
                    <a:pt x="2007" y="655"/>
                  </a:cubicBezTo>
                  <a:cubicBezTo>
                    <a:pt x="2007" y="652"/>
                    <a:pt x="2010" y="649"/>
                    <a:pt x="2012" y="648"/>
                  </a:cubicBezTo>
                  <a:cubicBezTo>
                    <a:pt x="2015" y="647"/>
                    <a:pt x="2017" y="648"/>
                    <a:pt x="2017" y="651"/>
                  </a:cubicBezTo>
                  <a:lnTo>
                    <a:pt x="2017" y="696"/>
                  </a:lnTo>
                  <a:close/>
                  <a:moveTo>
                    <a:pt x="2040" y="853"/>
                  </a:moveTo>
                  <a:cubicBezTo>
                    <a:pt x="2027" y="853"/>
                    <a:pt x="2027" y="853"/>
                    <a:pt x="2027" y="853"/>
                  </a:cubicBezTo>
                  <a:cubicBezTo>
                    <a:pt x="2027" y="801"/>
                    <a:pt x="2027" y="801"/>
                    <a:pt x="2027" y="801"/>
                  </a:cubicBezTo>
                  <a:cubicBezTo>
                    <a:pt x="2027" y="795"/>
                    <a:pt x="2030" y="792"/>
                    <a:pt x="2034" y="792"/>
                  </a:cubicBezTo>
                  <a:cubicBezTo>
                    <a:pt x="2037" y="792"/>
                    <a:pt x="2040" y="794"/>
                    <a:pt x="2040" y="800"/>
                  </a:cubicBezTo>
                  <a:lnTo>
                    <a:pt x="2040" y="853"/>
                  </a:lnTo>
                  <a:close/>
                  <a:moveTo>
                    <a:pt x="2040" y="767"/>
                  </a:moveTo>
                  <a:cubicBezTo>
                    <a:pt x="2034" y="768"/>
                    <a:pt x="2034" y="768"/>
                    <a:pt x="2034" y="768"/>
                  </a:cubicBezTo>
                  <a:cubicBezTo>
                    <a:pt x="2027" y="770"/>
                    <a:pt x="2027" y="770"/>
                    <a:pt x="2027" y="770"/>
                  </a:cubicBezTo>
                  <a:cubicBezTo>
                    <a:pt x="2027" y="714"/>
                    <a:pt x="2027" y="714"/>
                    <a:pt x="2027" y="714"/>
                  </a:cubicBezTo>
                  <a:cubicBezTo>
                    <a:pt x="2027" y="708"/>
                    <a:pt x="2030" y="704"/>
                    <a:pt x="2034" y="704"/>
                  </a:cubicBezTo>
                  <a:cubicBezTo>
                    <a:pt x="2037" y="703"/>
                    <a:pt x="2040" y="705"/>
                    <a:pt x="2040" y="711"/>
                  </a:cubicBezTo>
                  <a:lnTo>
                    <a:pt x="2040" y="767"/>
                  </a:lnTo>
                  <a:close/>
                  <a:moveTo>
                    <a:pt x="2040" y="687"/>
                  </a:moveTo>
                  <a:cubicBezTo>
                    <a:pt x="2034" y="689"/>
                    <a:pt x="2034" y="689"/>
                    <a:pt x="2034" y="689"/>
                  </a:cubicBezTo>
                  <a:cubicBezTo>
                    <a:pt x="2027" y="692"/>
                    <a:pt x="2027" y="692"/>
                    <a:pt x="2027" y="692"/>
                  </a:cubicBezTo>
                  <a:cubicBezTo>
                    <a:pt x="2027" y="648"/>
                    <a:pt x="2027" y="648"/>
                    <a:pt x="2027" y="648"/>
                  </a:cubicBezTo>
                  <a:cubicBezTo>
                    <a:pt x="2027" y="643"/>
                    <a:pt x="2030" y="639"/>
                    <a:pt x="2034" y="638"/>
                  </a:cubicBezTo>
                  <a:cubicBezTo>
                    <a:pt x="2037" y="636"/>
                    <a:pt x="2040" y="637"/>
                    <a:pt x="2040" y="642"/>
                  </a:cubicBezTo>
                  <a:lnTo>
                    <a:pt x="2040" y="687"/>
                  </a:lnTo>
                  <a:close/>
                  <a:moveTo>
                    <a:pt x="2068" y="853"/>
                  </a:moveTo>
                  <a:cubicBezTo>
                    <a:pt x="2050" y="853"/>
                    <a:pt x="2050" y="853"/>
                    <a:pt x="2050" y="853"/>
                  </a:cubicBezTo>
                  <a:cubicBezTo>
                    <a:pt x="2050" y="800"/>
                    <a:pt x="2050" y="800"/>
                    <a:pt x="2050" y="800"/>
                  </a:cubicBezTo>
                  <a:cubicBezTo>
                    <a:pt x="2050" y="793"/>
                    <a:pt x="2055" y="789"/>
                    <a:pt x="2059" y="788"/>
                  </a:cubicBezTo>
                  <a:cubicBezTo>
                    <a:pt x="2064" y="788"/>
                    <a:pt x="2068" y="792"/>
                    <a:pt x="2068" y="799"/>
                  </a:cubicBezTo>
                  <a:lnTo>
                    <a:pt x="2068" y="853"/>
                  </a:lnTo>
                  <a:close/>
                  <a:moveTo>
                    <a:pt x="2068" y="762"/>
                  </a:moveTo>
                  <a:cubicBezTo>
                    <a:pt x="2059" y="763"/>
                    <a:pt x="2059" y="763"/>
                    <a:pt x="2059" y="763"/>
                  </a:cubicBezTo>
                  <a:cubicBezTo>
                    <a:pt x="2050" y="765"/>
                    <a:pt x="2050" y="765"/>
                    <a:pt x="2050" y="765"/>
                  </a:cubicBezTo>
                  <a:cubicBezTo>
                    <a:pt x="2050" y="711"/>
                    <a:pt x="2050" y="711"/>
                    <a:pt x="2050" y="711"/>
                  </a:cubicBezTo>
                  <a:cubicBezTo>
                    <a:pt x="2050" y="703"/>
                    <a:pt x="2055" y="698"/>
                    <a:pt x="2059" y="697"/>
                  </a:cubicBezTo>
                  <a:cubicBezTo>
                    <a:pt x="2064" y="697"/>
                    <a:pt x="2068" y="700"/>
                    <a:pt x="2068" y="707"/>
                  </a:cubicBezTo>
                  <a:lnTo>
                    <a:pt x="2068" y="762"/>
                  </a:lnTo>
                  <a:close/>
                  <a:moveTo>
                    <a:pt x="2068" y="677"/>
                  </a:moveTo>
                  <a:cubicBezTo>
                    <a:pt x="2059" y="680"/>
                    <a:pt x="2059" y="680"/>
                    <a:pt x="2059" y="680"/>
                  </a:cubicBezTo>
                  <a:cubicBezTo>
                    <a:pt x="2050" y="683"/>
                    <a:pt x="2050" y="683"/>
                    <a:pt x="2050" y="683"/>
                  </a:cubicBezTo>
                  <a:cubicBezTo>
                    <a:pt x="2050" y="639"/>
                    <a:pt x="2050" y="639"/>
                    <a:pt x="2050" y="639"/>
                  </a:cubicBezTo>
                  <a:cubicBezTo>
                    <a:pt x="2050" y="633"/>
                    <a:pt x="2055" y="628"/>
                    <a:pt x="2059" y="626"/>
                  </a:cubicBezTo>
                  <a:cubicBezTo>
                    <a:pt x="2064" y="625"/>
                    <a:pt x="2068" y="626"/>
                    <a:pt x="2068" y="632"/>
                  </a:cubicBezTo>
                  <a:lnTo>
                    <a:pt x="2068" y="677"/>
                  </a:lnTo>
                  <a:close/>
                  <a:moveTo>
                    <a:pt x="2100" y="854"/>
                  </a:moveTo>
                  <a:cubicBezTo>
                    <a:pt x="2078" y="854"/>
                    <a:pt x="2078" y="854"/>
                    <a:pt x="2078" y="854"/>
                  </a:cubicBezTo>
                  <a:cubicBezTo>
                    <a:pt x="2078" y="800"/>
                    <a:pt x="2078" y="800"/>
                    <a:pt x="2078" y="800"/>
                  </a:cubicBezTo>
                  <a:cubicBezTo>
                    <a:pt x="2078" y="790"/>
                    <a:pt x="2084" y="785"/>
                    <a:pt x="2089" y="785"/>
                  </a:cubicBezTo>
                  <a:cubicBezTo>
                    <a:pt x="2095" y="784"/>
                    <a:pt x="2100" y="789"/>
                    <a:pt x="2100" y="799"/>
                  </a:cubicBezTo>
                  <a:lnTo>
                    <a:pt x="2100" y="854"/>
                  </a:lnTo>
                  <a:close/>
                  <a:moveTo>
                    <a:pt x="2100" y="757"/>
                  </a:moveTo>
                  <a:cubicBezTo>
                    <a:pt x="2089" y="758"/>
                    <a:pt x="2089" y="758"/>
                    <a:pt x="2089" y="758"/>
                  </a:cubicBezTo>
                  <a:cubicBezTo>
                    <a:pt x="2078" y="760"/>
                    <a:pt x="2078" y="760"/>
                    <a:pt x="2078" y="760"/>
                  </a:cubicBezTo>
                  <a:cubicBezTo>
                    <a:pt x="2078" y="707"/>
                    <a:pt x="2078" y="707"/>
                    <a:pt x="2078" y="707"/>
                  </a:cubicBezTo>
                  <a:cubicBezTo>
                    <a:pt x="2078" y="697"/>
                    <a:pt x="2084" y="692"/>
                    <a:pt x="2089" y="691"/>
                  </a:cubicBezTo>
                  <a:cubicBezTo>
                    <a:pt x="2095" y="690"/>
                    <a:pt x="2100" y="694"/>
                    <a:pt x="2100" y="703"/>
                  </a:cubicBezTo>
                  <a:lnTo>
                    <a:pt x="2100" y="757"/>
                  </a:lnTo>
                  <a:close/>
                  <a:moveTo>
                    <a:pt x="2100" y="668"/>
                  </a:moveTo>
                  <a:cubicBezTo>
                    <a:pt x="2089" y="671"/>
                    <a:pt x="2089" y="671"/>
                    <a:pt x="2089" y="671"/>
                  </a:cubicBezTo>
                  <a:cubicBezTo>
                    <a:pt x="2078" y="674"/>
                    <a:pt x="2078" y="674"/>
                    <a:pt x="2078" y="674"/>
                  </a:cubicBezTo>
                  <a:cubicBezTo>
                    <a:pt x="2078" y="630"/>
                    <a:pt x="2078" y="630"/>
                    <a:pt x="2078" y="630"/>
                  </a:cubicBezTo>
                  <a:cubicBezTo>
                    <a:pt x="2078" y="622"/>
                    <a:pt x="2084" y="616"/>
                    <a:pt x="2089" y="614"/>
                  </a:cubicBezTo>
                  <a:cubicBezTo>
                    <a:pt x="2095" y="613"/>
                    <a:pt x="2100" y="615"/>
                    <a:pt x="2100" y="623"/>
                  </a:cubicBezTo>
                  <a:lnTo>
                    <a:pt x="2100" y="668"/>
                  </a:lnTo>
                  <a:close/>
                  <a:moveTo>
                    <a:pt x="2137" y="854"/>
                  </a:moveTo>
                  <a:cubicBezTo>
                    <a:pt x="2110" y="854"/>
                    <a:pt x="2110" y="854"/>
                    <a:pt x="2110" y="854"/>
                  </a:cubicBezTo>
                  <a:cubicBezTo>
                    <a:pt x="2110" y="799"/>
                    <a:pt x="2110" y="799"/>
                    <a:pt x="2110" y="799"/>
                  </a:cubicBezTo>
                  <a:cubicBezTo>
                    <a:pt x="2110" y="787"/>
                    <a:pt x="2117" y="781"/>
                    <a:pt x="2124" y="781"/>
                  </a:cubicBezTo>
                  <a:cubicBezTo>
                    <a:pt x="2130" y="781"/>
                    <a:pt x="2137" y="786"/>
                    <a:pt x="2137" y="798"/>
                  </a:cubicBezTo>
                  <a:lnTo>
                    <a:pt x="2137" y="854"/>
                  </a:lnTo>
                  <a:close/>
                  <a:moveTo>
                    <a:pt x="2137" y="751"/>
                  </a:moveTo>
                  <a:cubicBezTo>
                    <a:pt x="2124" y="753"/>
                    <a:pt x="2124" y="753"/>
                    <a:pt x="2124" y="753"/>
                  </a:cubicBezTo>
                  <a:cubicBezTo>
                    <a:pt x="2110" y="755"/>
                    <a:pt x="2110" y="755"/>
                    <a:pt x="2110" y="755"/>
                  </a:cubicBezTo>
                  <a:cubicBezTo>
                    <a:pt x="2110" y="703"/>
                    <a:pt x="2110" y="703"/>
                    <a:pt x="2110" y="703"/>
                  </a:cubicBezTo>
                  <a:cubicBezTo>
                    <a:pt x="2110" y="691"/>
                    <a:pt x="2117" y="685"/>
                    <a:pt x="2124" y="684"/>
                  </a:cubicBezTo>
                  <a:cubicBezTo>
                    <a:pt x="2130" y="683"/>
                    <a:pt x="2137" y="688"/>
                    <a:pt x="2137" y="699"/>
                  </a:cubicBezTo>
                  <a:lnTo>
                    <a:pt x="2137" y="751"/>
                  </a:lnTo>
                  <a:close/>
                  <a:moveTo>
                    <a:pt x="2137" y="659"/>
                  </a:moveTo>
                  <a:cubicBezTo>
                    <a:pt x="2124" y="662"/>
                    <a:pt x="2124" y="662"/>
                    <a:pt x="2124" y="662"/>
                  </a:cubicBezTo>
                  <a:cubicBezTo>
                    <a:pt x="2110" y="665"/>
                    <a:pt x="2110" y="665"/>
                    <a:pt x="2110" y="665"/>
                  </a:cubicBezTo>
                  <a:cubicBezTo>
                    <a:pt x="2110" y="620"/>
                    <a:pt x="2110" y="620"/>
                    <a:pt x="2110" y="620"/>
                  </a:cubicBezTo>
                  <a:cubicBezTo>
                    <a:pt x="2110" y="611"/>
                    <a:pt x="2117" y="604"/>
                    <a:pt x="2124" y="602"/>
                  </a:cubicBezTo>
                  <a:cubicBezTo>
                    <a:pt x="2130" y="601"/>
                    <a:pt x="2137" y="604"/>
                    <a:pt x="2137" y="613"/>
                  </a:cubicBezTo>
                  <a:lnTo>
                    <a:pt x="2137" y="659"/>
                  </a:lnTo>
                  <a:close/>
                  <a:moveTo>
                    <a:pt x="2178" y="854"/>
                  </a:moveTo>
                  <a:cubicBezTo>
                    <a:pt x="2147" y="854"/>
                    <a:pt x="2147" y="854"/>
                    <a:pt x="2147" y="854"/>
                  </a:cubicBezTo>
                  <a:cubicBezTo>
                    <a:pt x="2147" y="800"/>
                    <a:pt x="2147" y="800"/>
                    <a:pt x="2147" y="800"/>
                  </a:cubicBezTo>
                  <a:cubicBezTo>
                    <a:pt x="2147" y="786"/>
                    <a:pt x="2154" y="779"/>
                    <a:pt x="2162" y="779"/>
                  </a:cubicBezTo>
                  <a:cubicBezTo>
                    <a:pt x="2170" y="778"/>
                    <a:pt x="2178" y="785"/>
                    <a:pt x="2178" y="799"/>
                  </a:cubicBezTo>
                  <a:lnTo>
                    <a:pt x="2178" y="854"/>
                  </a:lnTo>
                  <a:close/>
                  <a:moveTo>
                    <a:pt x="2178" y="747"/>
                  </a:moveTo>
                  <a:cubicBezTo>
                    <a:pt x="2173" y="748"/>
                    <a:pt x="2167" y="748"/>
                    <a:pt x="2162" y="749"/>
                  </a:cubicBezTo>
                  <a:cubicBezTo>
                    <a:pt x="2157" y="749"/>
                    <a:pt x="2152" y="750"/>
                    <a:pt x="2147" y="750"/>
                  </a:cubicBezTo>
                  <a:cubicBezTo>
                    <a:pt x="2147" y="700"/>
                    <a:pt x="2147" y="700"/>
                    <a:pt x="2147" y="700"/>
                  </a:cubicBezTo>
                  <a:cubicBezTo>
                    <a:pt x="2147" y="688"/>
                    <a:pt x="2154" y="681"/>
                    <a:pt x="2162" y="680"/>
                  </a:cubicBezTo>
                  <a:cubicBezTo>
                    <a:pt x="2170" y="679"/>
                    <a:pt x="2178" y="685"/>
                    <a:pt x="2178" y="697"/>
                  </a:cubicBezTo>
                  <a:lnTo>
                    <a:pt x="2178" y="747"/>
                  </a:lnTo>
                  <a:close/>
                  <a:moveTo>
                    <a:pt x="2178" y="651"/>
                  </a:moveTo>
                  <a:cubicBezTo>
                    <a:pt x="2173" y="652"/>
                    <a:pt x="2167" y="653"/>
                    <a:pt x="2162" y="654"/>
                  </a:cubicBezTo>
                  <a:cubicBezTo>
                    <a:pt x="2157" y="655"/>
                    <a:pt x="2152" y="656"/>
                    <a:pt x="2147" y="656"/>
                  </a:cubicBezTo>
                  <a:cubicBezTo>
                    <a:pt x="2147" y="613"/>
                    <a:pt x="2147" y="613"/>
                    <a:pt x="2147" y="613"/>
                  </a:cubicBezTo>
                  <a:cubicBezTo>
                    <a:pt x="2147" y="602"/>
                    <a:pt x="2154" y="595"/>
                    <a:pt x="2162" y="593"/>
                  </a:cubicBezTo>
                  <a:cubicBezTo>
                    <a:pt x="2170" y="591"/>
                    <a:pt x="2178" y="595"/>
                    <a:pt x="2178" y="607"/>
                  </a:cubicBezTo>
                  <a:lnTo>
                    <a:pt x="2178" y="651"/>
                  </a:lnTo>
                  <a:close/>
                  <a:moveTo>
                    <a:pt x="2223" y="853"/>
                  </a:moveTo>
                  <a:cubicBezTo>
                    <a:pt x="2188" y="853"/>
                    <a:pt x="2188" y="853"/>
                    <a:pt x="2188" y="853"/>
                  </a:cubicBezTo>
                  <a:cubicBezTo>
                    <a:pt x="2188" y="801"/>
                    <a:pt x="2188" y="801"/>
                    <a:pt x="2188" y="801"/>
                  </a:cubicBezTo>
                  <a:cubicBezTo>
                    <a:pt x="2188" y="786"/>
                    <a:pt x="2196" y="778"/>
                    <a:pt x="2205" y="778"/>
                  </a:cubicBezTo>
                  <a:cubicBezTo>
                    <a:pt x="2214" y="778"/>
                    <a:pt x="2223" y="785"/>
                    <a:pt x="2223" y="801"/>
                  </a:cubicBezTo>
                  <a:lnTo>
                    <a:pt x="2223" y="853"/>
                  </a:lnTo>
                  <a:close/>
                  <a:moveTo>
                    <a:pt x="2223" y="744"/>
                  </a:moveTo>
                  <a:cubicBezTo>
                    <a:pt x="2217" y="744"/>
                    <a:pt x="2211" y="745"/>
                    <a:pt x="2205" y="745"/>
                  </a:cubicBezTo>
                  <a:cubicBezTo>
                    <a:pt x="2199" y="745"/>
                    <a:pt x="2193" y="746"/>
                    <a:pt x="2188" y="746"/>
                  </a:cubicBezTo>
                  <a:cubicBezTo>
                    <a:pt x="2188" y="699"/>
                    <a:pt x="2188" y="699"/>
                    <a:pt x="2188" y="699"/>
                  </a:cubicBezTo>
                  <a:cubicBezTo>
                    <a:pt x="2188" y="685"/>
                    <a:pt x="2196" y="678"/>
                    <a:pt x="2205" y="677"/>
                  </a:cubicBezTo>
                  <a:cubicBezTo>
                    <a:pt x="2214" y="677"/>
                    <a:pt x="2223" y="683"/>
                    <a:pt x="2223" y="697"/>
                  </a:cubicBezTo>
                  <a:lnTo>
                    <a:pt x="2223" y="744"/>
                  </a:lnTo>
                  <a:close/>
                  <a:moveTo>
                    <a:pt x="2223" y="645"/>
                  </a:moveTo>
                  <a:cubicBezTo>
                    <a:pt x="2217" y="646"/>
                    <a:pt x="2211" y="647"/>
                    <a:pt x="2205" y="647"/>
                  </a:cubicBezTo>
                  <a:cubicBezTo>
                    <a:pt x="2199" y="648"/>
                    <a:pt x="2193" y="649"/>
                    <a:pt x="2188" y="649"/>
                  </a:cubicBezTo>
                  <a:cubicBezTo>
                    <a:pt x="2188" y="607"/>
                    <a:pt x="2188" y="607"/>
                    <a:pt x="2188" y="607"/>
                  </a:cubicBezTo>
                  <a:cubicBezTo>
                    <a:pt x="2188" y="595"/>
                    <a:pt x="2196" y="588"/>
                    <a:pt x="2205" y="586"/>
                  </a:cubicBezTo>
                  <a:cubicBezTo>
                    <a:pt x="2214" y="585"/>
                    <a:pt x="2223" y="590"/>
                    <a:pt x="2223" y="603"/>
                  </a:cubicBezTo>
                  <a:lnTo>
                    <a:pt x="2223" y="645"/>
                  </a:lnTo>
                  <a:close/>
                  <a:moveTo>
                    <a:pt x="2272" y="853"/>
                  </a:moveTo>
                  <a:cubicBezTo>
                    <a:pt x="2233" y="853"/>
                    <a:pt x="2233" y="853"/>
                    <a:pt x="2233" y="853"/>
                  </a:cubicBezTo>
                  <a:cubicBezTo>
                    <a:pt x="2233" y="803"/>
                    <a:pt x="2233" y="803"/>
                    <a:pt x="2233" y="803"/>
                  </a:cubicBezTo>
                  <a:cubicBezTo>
                    <a:pt x="2233" y="787"/>
                    <a:pt x="2243" y="778"/>
                    <a:pt x="2252" y="778"/>
                  </a:cubicBezTo>
                  <a:cubicBezTo>
                    <a:pt x="2262" y="778"/>
                    <a:pt x="2272" y="786"/>
                    <a:pt x="2272" y="803"/>
                  </a:cubicBezTo>
                  <a:lnTo>
                    <a:pt x="2272" y="853"/>
                  </a:lnTo>
                  <a:close/>
                  <a:moveTo>
                    <a:pt x="2272" y="742"/>
                  </a:moveTo>
                  <a:cubicBezTo>
                    <a:pt x="2266" y="742"/>
                    <a:pt x="2259" y="743"/>
                    <a:pt x="2252" y="743"/>
                  </a:cubicBezTo>
                  <a:cubicBezTo>
                    <a:pt x="2246" y="743"/>
                    <a:pt x="2239" y="743"/>
                    <a:pt x="2233" y="743"/>
                  </a:cubicBezTo>
                  <a:cubicBezTo>
                    <a:pt x="2233" y="699"/>
                    <a:pt x="2233" y="699"/>
                    <a:pt x="2233" y="699"/>
                  </a:cubicBezTo>
                  <a:cubicBezTo>
                    <a:pt x="2233" y="684"/>
                    <a:pt x="2243" y="676"/>
                    <a:pt x="2252" y="676"/>
                  </a:cubicBezTo>
                  <a:cubicBezTo>
                    <a:pt x="2262" y="676"/>
                    <a:pt x="2272" y="683"/>
                    <a:pt x="2272" y="698"/>
                  </a:cubicBezTo>
                  <a:lnTo>
                    <a:pt x="2272" y="742"/>
                  </a:lnTo>
                  <a:close/>
                  <a:moveTo>
                    <a:pt x="2272" y="643"/>
                  </a:moveTo>
                  <a:cubicBezTo>
                    <a:pt x="2266" y="643"/>
                    <a:pt x="2259" y="643"/>
                    <a:pt x="2252" y="643"/>
                  </a:cubicBezTo>
                  <a:cubicBezTo>
                    <a:pt x="2246" y="644"/>
                    <a:pt x="2239" y="644"/>
                    <a:pt x="2233" y="644"/>
                  </a:cubicBezTo>
                  <a:cubicBezTo>
                    <a:pt x="2233" y="604"/>
                    <a:pt x="2233" y="604"/>
                    <a:pt x="2233" y="604"/>
                  </a:cubicBezTo>
                  <a:cubicBezTo>
                    <a:pt x="2233" y="590"/>
                    <a:pt x="2243" y="583"/>
                    <a:pt x="2252" y="582"/>
                  </a:cubicBezTo>
                  <a:cubicBezTo>
                    <a:pt x="2262" y="582"/>
                    <a:pt x="2272" y="588"/>
                    <a:pt x="2272" y="602"/>
                  </a:cubicBezTo>
                  <a:lnTo>
                    <a:pt x="2272" y="643"/>
                  </a:lnTo>
                  <a:close/>
                  <a:moveTo>
                    <a:pt x="2322" y="853"/>
                  </a:moveTo>
                  <a:cubicBezTo>
                    <a:pt x="2282" y="853"/>
                    <a:pt x="2282" y="853"/>
                    <a:pt x="2282" y="853"/>
                  </a:cubicBezTo>
                  <a:cubicBezTo>
                    <a:pt x="2282" y="803"/>
                    <a:pt x="2282" y="803"/>
                    <a:pt x="2282" y="803"/>
                  </a:cubicBezTo>
                  <a:cubicBezTo>
                    <a:pt x="2282" y="786"/>
                    <a:pt x="2292" y="778"/>
                    <a:pt x="2302" y="778"/>
                  </a:cubicBezTo>
                  <a:cubicBezTo>
                    <a:pt x="2312" y="778"/>
                    <a:pt x="2322" y="787"/>
                    <a:pt x="2322" y="803"/>
                  </a:cubicBezTo>
                  <a:lnTo>
                    <a:pt x="2322" y="853"/>
                  </a:lnTo>
                  <a:close/>
                  <a:moveTo>
                    <a:pt x="2322" y="743"/>
                  </a:moveTo>
                  <a:cubicBezTo>
                    <a:pt x="2315" y="743"/>
                    <a:pt x="2309" y="743"/>
                    <a:pt x="2302" y="743"/>
                  </a:cubicBezTo>
                  <a:cubicBezTo>
                    <a:pt x="2295" y="743"/>
                    <a:pt x="2289" y="742"/>
                    <a:pt x="2282" y="742"/>
                  </a:cubicBezTo>
                  <a:cubicBezTo>
                    <a:pt x="2282" y="698"/>
                    <a:pt x="2282" y="698"/>
                    <a:pt x="2282" y="698"/>
                  </a:cubicBezTo>
                  <a:cubicBezTo>
                    <a:pt x="2282" y="683"/>
                    <a:pt x="2292" y="676"/>
                    <a:pt x="2302" y="676"/>
                  </a:cubicBezTo>
                  <a:cubicBezTo>
                    <a:pt x="2312" y="676"/>
                    <a:pt x="2322" y="684"/>
                    <a:pt x="2322" y="699"/>
                  </a:cubicBezTo>
                  <a:lnTo>
                    <a:pt x="2322" y="743"/>
                  </a:lnTo>
                  <a:close/>
                  <a:moveTo>
                    <a:pt x="2322" y="645"/>
                  </a:moveTo>
                  <a:cubicBezTo>
                    <a:pt x="2315" y="644"/>
                    <a:pt x="2309" y="644"/>
                    <a:pt x="2302" y="643"/>
                  </a:cubicBezTo>
                  <a:cubicBezTo>
                    <a:pt x="2295" y="643"/>
                    <a:pt x="2289" y="643"/>
                    <a:pt x="2282" y="643"/>
                  </a:cubicBezTo>
                  <a:cubicBezTo>
                    <a:pt x="2282" y="602"/>
                    <a:pt x="2282" y="602"/>
                    <a:pt x="2282" y="602"/>
                  </a:cubicBezTo>
                  <a:cubicBezTo>
                    <a:pt x="2282" y="588"/>
                    <a:pt x="2292" y="581"/>
                    <a:pt x="2302" y="581"/>
                  </a:cubicBezTo>
                  <a:cubicBezTo>
                    <a:pt x="2312" y="582"/>
                    <a:pt x="2322" y="589"/>
                    <a:pt x="2322" y="603"/>
                  </a:cubicBezTo>
                  <a:lnTo>
                    <a:pt x="2322" y="645"/>
                  </a:lnTo>
                  <a:close/>
                  <a:moveTo>
                    <a:pt x="2367" y="853"/>
                  </a:moveTo>
                  <a:cubicBezTo>
                    <a:pt x="2331" y="853"/>
                    <a:pt x="2331" y="853"/>
                    <a:pt x="2331" y="853"/>
                  </a:cubicBezTo>
                  <a:cubicBezTo>
                    <a:pt x="2331" y="801"/>
                    <a:pt x="2331" y="801"/>
                    <a:pt x="2331" y="801"/>
                  </a:cubicBezTo>
                  <a:cubicBezTo>
                    <a:pt x="2331" y="786"/>
                    <a:pt x="2340" y="778"/>
                    <a:pt x="2349" y="778"/>
                  </a:cubicBezTo>
                  <a:cubicBezTo>
                    <a:pt x="2358" y="779"/>
                    <a:pt x="2367" y="786"/>
                    <a:pt x="2367" y="801"/>
                  </a:cubicBezTo>
                  <a:lnTo>
                    <a:pt x="2367" y="853"/>
                  </a:lnTo>
                  <a:close/>
                  <a:moveTo>
                    <a:pt x="2367" y="746"/>
                  </a:moveTo>
                  <a:cubicBezTo>
                    <a:pt x="2361" y="746"/>
                    <a:pt x="2355" y="745"/>
                    <a:pt x="2349" y="745"/>
                  </a:cubicBezTo>
                  <a:cubicBezTo>
                    <a:pt x="2343" y="745"/>
                    <a:pt x="2337" y="744"/>
                    <a:pt x="2331" y="744"/>
                  </a:cubicBezTo>
                  <a:cubicBezTo>
                    <a:pt x="2331" y="697"/>
                    <a:pt x="2331" y="697"/>
                    <a:pt x="2331" y="697"/>
                  </a:cubicBezTo>
                  <a:cubicBezTo>
                    <a:pt x="2331" y="683"/>
                    <a:pt x="2340" y="677"/>
                    <a:pt x="2349" y="677"/>
                  </a:cubicBezTo>
                  <a:cubicBezTo>
                    <a:pt x="2358" y="677"/>
                    <a:pt x="2367" y="685"/>
                    <a:pt x="2367" y="699"/>
                  </a:cubicBezTo>
                  <a:lnTo>
                    <a:pt x="2367" y="746"/>
                  </a:lnTo>
                  <a:close/>
                  <a:moveTo>
                    <a:pt x="2367" y="650"/>
                  </a:moveTo>
                  <a:cubicBezTo>
                    <a:pt x="2361" y="649"/>
                    <a:pt x="2355" y="648"/>
                    <a:pt x="2349" y="647"/>
                  </a:cubicBezTo>
                  <a:cubicBezTo>
                    <a:pt x="2343" y="647"/>
                    <a:pt x="2337" y="646"/>
                    <a:pt x="2331" y="646"/>
                  </a:cubicBezTo>
                  <a:cubicBezTo>
                    <a:pt x="2331" y="601"/>
                    <a:pt x="2331" y="601"/>
                    <a:pt x="2331" y="601"/>
                  </a:cubicBezTo>
                  <a:cubicBezTo>
                    <a:pt x="2331" y="589"/>
                    <a:pt x="2340" y="583"/>
                    <a:pt x="2349" y="584"/>
                  </a:cubicBezTo>
                  <a:cubicBezTo>
                    <a:pt x="2358" y="585"/>
                    <a:pt x="2367" y="592"/>
                    <a:pt x="2367" y="605"/>
                  </a:cubicBezTo>
                  <a:lnTo>
                    <a:pt x="2367" y="650"/>
                  </a:lnTo>
                  <a:close/>
                  <a:moveTo>
                    <a:pt x="2408" y="854"/>
                  </a:moveTo>
                  <a:cubicBezTo>
                    <a:pt x="2377" y="854"/>
                    <a:pt x="2377" y="854"/>
                    <a:pt x="2377" y="854"/>
                  </a:cubicBezTo>
                  <a:cubicBezTo>
                    <a:pt x="2377" y="799"/>
                    <a:pt x="2377" y="799"/>
                    <a:pt x="2377" y="799"/>
                  </a:cubicBezTo>
                  <a:cubicBezTo>
                    <a:pt x="2377" y="785"/>
                    <a:pt x="2384" y="779"/>
                    <a:pt x="2392" y="779"/>
                  </a:cubicBezTo>
                  <a:cubicBezTo>
                    <a:pt x="2400" y="779"/>
                    <a:pt x="2408" y="786"/>
                    <a:pt x="2408" y="800"/>
                  </a:cubicBezTo>
                  <a:lnTo>
                    <a:pt x="2408" y="854"/>
                  </a:lnTo>
                  <a:close/>
                  <a:moveTo>
                    <a:pt x="2408" y="750"/>
                  </a:moveTo>
                  <a:cubicBezTo>
                    <a:pt x="2392" y="749"/>
                    <a:pt x="2392" y="749"/>
                    <a:pt x="2392" y="749"/>
                  </a:cubicBezTo>
                  <a:cubicBezTo>
                    <a:pt x="2377" y="747"/>
                    <a:pt x="2377" y="747"/>
                    <a:pt x="2377" y="747"/>
                  </a:cubicBezTo>
                  <a:cubicBezTo>
                    <a:pt x="2377" y="697"/>
                    <a:pt x="2377" y="697"/>
                    <a:pt x="2377" y="697"/>
                  </a:cubicBezTo>
                  <a:cubicBezTo>
                    <a:pt x="2377" y="684"/>
                    <a:pt x="2384" y="679"/>
                    <a:pt x="2392" y="679"/>
                  </a:cubicBezTo>
                  <a:cubicBezTo>
                    <a:pt x="2400" y="680"/>
                    <a:pt x="2408" y="687"/>
                    <a:pt x="2408" y="700"/>
                  </a:cubicBezTo>
                  <a:lnTo>
                    <a:pt x="2408" y="750"/>
                  </a:lnTo>
                  <a:close/>
                  <a:moveTo>
                    <a:pt x="2408" y="657"/>
                  </a:moveTo>
                  <a:cubicBezTo>
                    <a:pt x="2392" y="654"/>
                    <a:pt x="2392" y="654"/>
                    <a:pt x="2392" y="654"/>
                  </a:cubicBezTo>
                  <a:cubicBezTo>
                    <a:pt x="2377" y="651"/>
                    <a:pt x="2377" y="651"/>
                    <a:pt x="2377" y="651"/>
                  </a:cubicBezTo>
                  <a:cubicBezTo>
                    <a:pt x="2377" y="604"/>
                    <a:pt x="2377" y="604"/>
                    <a:pt x="2377" y="604"/>
                  </a:cubicBezTo>
                  <a:cubicBezTo>
                    <a:pt x="2377" y="592"/>
                    <a:pt x="2384" y="588"/>
                    <a:pt x="2392" y="589"/>
                  </a:cubicBezTo>
                  <a:cubicBezTo>
                    <a:pt x="2400" y="591"/>
                    <a:pt x="2408" y="598"/>
                    <a:pt x="2408" y="610"/>
                  </a:cubicBezTo>
                  <a:lnTo>
                    <a:pt x="2408" y="657"/>
                  </a:lnTo>
                  <a:close/>
                  <a:moveTo>
                    <a:pt x="2444" y="854"/>
                  </a:moveTo>
                  <a:cubicBezTo>
                    <a:pt x="2417" y="854"/>
                    <a:pt x="2417" y="854"/>
                    <a:pt x="2417" y="854"/>
                  </a:cubicBezTo>
                  <a:cubicBezTo>
                    <a:pt x="2417" y="798"/>
                    <a:pt x="2417" y="798"/>
                    <a:pt x="2417" y="798"/>
                  </a:cubicBezTo>
                  <a:cubicBezTo>
                    <a:pt x="2417" y="786"/>
                    <a:pt x="2424" y="781"/>
                    <a:pt x="2431" y="781"/>
                  </a:cubicBezTo>
                  <a:cubicBezTo>
                    <a:pt x="2437" y="781"/>
                    <a:pt x="2444" y="788"/>
                    <a:pt x="2444" y="799"/>
                  </a:cubicBezTo>
                  <a:lnTo>
                    <a:pt x="2444" y="854"/>
                  </a:lnTo>
                  <a:close/>
                  <a:moveTo>
                    <a:pt x="2444" y="755"/>
                  </a:moveTo>
                  <a:cubicBezTo>
                    <a:pt x="2431" y="753"/>
                    <a:pt x="2431" y="753"/>
                    <a:pt x="2431" y="753"/>
                  </a:cubicBezTo>
                  <a:cubicBezTo>
                    <a:pt x="2417" y="751"/>
                    <a:pt x="2417" y="751"/>
                    <a:pt x="2417" y="751"/>
                  </a:cubicBezTo>
                  <a:cubicBezTo>
                    <a:pt x="2417" y="699"/>
                    <a:pt x="2417" y="699"/>
                    <a:pt x="2417" y="699"/>
                  </a:cubicBezTo>
                  <a:cubicBezTo>
                    <a:pt x="2417" y="688"/>
                    <a:pt x="2424" y="683"/>
                    <a:pt x="2431" y="684"/>
                  </a:cubicBezTo>
                  <a:cubicBezTo>
                    <a:pt x="2437" y="685"/>
                    <a:pt x="2444" y="691"/>
                    <a:pt x="2444" y="702"/>
                  </a:cubicBezTo>
                  <a:lnTo>
                    <a:pt x="2444" y="755"/>
                  </a:lnTo>
                  <a:close/>
                  <a:moveTo>
                    <a:pt x="2444" y="665"/>
                  </a:moveTo>
                  <a:cubicBezTo>
                    <a:pt x="2440" y="664"/>
                    <a:pt x="2435" y="663"/>
                    <a:pt x="2431" y="662"/>
                  </a:cubicBezTo>
                  <a:cubicBezTo>
                    <a:pt x="2426" y="661"/>
                    <a:pt x="2422" y="660"/>
                    <a:pt x="2417" y="659"/>
                  </a:cubicBezTo>
                  <a:cubicBezTo>
                    <a:pt x="2417" y="610"/>
                    <a:pt x="2417" y="610"/>
                    <a:pt x="2417" y="610"/>
                  </a:cubicBezTo>
                  <a:cubicBezTo>
                    <a:pt x="2417" y="600"/>
                    <a:pt x="2424" y="596"/>
                    <a:pt x="2431" y="598"/>
                  </a:cubicBezTo>
                  <a:cubicBezTo>
                    <a:pt x="2437" y="600"/>
                    <a:pt x="2444" y="607"/>
                    <a:pt x="2444" y="617"/>
                  </a:cubicBezTo>
                  <a:lnTo>
                    <a:pt x="2444" y="665"/>
                  </a:lnTo>
                  <a:close/>
                  <a:moveTo>
                    <a:pt x="2476" y="854"/>
                  </a:moveTo>
                  <a:cubicBezTo>
                    <a:pt x="2454" y="854"/>
                    <a:pt x="2454" y="854"/>
                    <a:pt x="2454" y="854"/>
                  </a:cubicBezTo>
                  <a:cubicBezTo>
                    <a:pt x="2454" y="799"/>
                    <a:pt x="2454" y="799"/>
                    <a:pt x="2454" y="799"/>
                  </a:cubicBezTo>
                  <a:cubicBezTo>
                    <a:pt x="2454" y="789"/>
                    <a:pt x="2459" y="785"/>
                    <a:pt x="2465" y="785"/>
                  </a:cubicBezTo>
                  <a:cubicBezTo>
                    <a:pt x="2471" y="785"/>
                    <a:pt x="2476" y="790"/>
                    <a:pt x="2476" y="800"/>
                  </a:cubicBezTo>
                  <a:lnTo>
                    <a:pt x="2476" y="854"/>
                  </a:lnTo>
                  <a:close/>
                  <a:moveTo>
                    <a:pt x="2476" y="760"/>
                  </a:moveTo>
                  <a:cubicBezTo>
                    <a:pt x="2465" y="758"/>
                    <a:pt x="2465" y="758"/>
                    <a:pt x="2465" y="758"/>
                  </a:cubicBezTo>
                  <a:cubicBezTo>
                    <a:pt x="2454" y="756"/>
                    <a:pt x="2454" y="756"/>
                    <a:pt x="2454" y="756"/>
                  </a:cubicBezTo>
                  <a:cubicBezTo>
                    <a:pt x="2454" y="703"/>
                    <a:pt x="2454" y="703"/>
                    <a:pt x="2454" y="703"/>
                  </a:cubicBezTo>
                  <a:cubicBezTo>
                    <a:pt x="2454" y="693"/>
                    <a:pt x="2459" y="690"/>
                    <a:pt x="2465" y="690"/>
                  </a:cubicBezTo>
                  <a:cubicBezTo>
                    <a:pt x="2471" y="691"/>
                    <a:pt x="2476" y="697"/>
                    <a:pt x="2476" y="706"/>
                  </a:cubicBezTo>
                  <a:lnTo>
                    <a:pt x="2476" y="760"/>
                  </a:lnTo>
                  <a:close/>
                  <a:moveTo>
                    <a:pt x="2476" y="674"/>
                  </a:moveTo>
                  <a:cubicBezTo>
                    <a:pt x="2465" y="671"/>
                    <a:pt x="2465" y="671"/>
                    <a:pt x="2465" y="671"/>
                  </a:cubicBezTo>
                  <a:cubicBezTo>
                    <a:pt x="2454" y="668"/>
                    <a:pt x="2454" y="668"/>
                    <a:pt x="2454" y="668"/>
                  </a:cubicBezTo>
                  <a:cubicBezTo>
                    <a:pt x="2454" y="619"/>
                    <a:pt x="2454" y="619"/>
                    <a:pt x="2454" y="619"/>
                  </a:cubicBezTo>
                  <a:cubicBezTo>
                    <a:pt x="2454" y="610"/>
                    <a:pt x="2459" y="608"/>
                    <a:pt x="2465" y="610"/>
                  </a:cubicBezTo>
                  <a:cubicBezTo>
                    <a:pt x="2471" y="611"/>
                    <a:pt x="2476" y="617"/>
                    <a:pt x="2476" y="626"/>
                  </a:cubicBezTo>
                  <a:lnTo>
                    <a:pt x="2476" y="674"/>
                  </a:lnTo>
                  <a:close/>
                  <a:moveTo>
                    <a:pt x="2504" y="853"/>
                  </a:moveTo>
                  <a:cubicBezTo>
                    <a:pt x="2486" y="853"/>
                    <a:pt x="2486" y="853"/>
                    <a:pt x="2486" y="853"/>
                  </a:cubicBezTo>
                  <a:cubicBezTo>
                    <a:pt x="2486" y="800"/>
                    <a:pt x="2486" y="800"/>
                    <a:pt x="2486" y="800"/>
                  </a:cubicBezTo>
                  <a:cubicBezTo>
                    <a:pt x="2486" y="792"/>
                    <a:pt x="2491" y="788"/>
                    <a:pt x="2495" y="789"/>
                  </a:cubicBezTo>
                  <a:cubicBezTo>
                    <a:pt x="2500" y="789"/>
                    <a:pt x="2504" y="793"/>
                    <a:pt x="2504" y="801"/>
                  </a:cubicBezTo>
                  <a:lnTo>
                    <a:pt x="2504" y="853"/>
                  </a:lnTo>
                  <a:close/>
                  <a:moveTo>
                    <a:pt x="2504" y="765"/>
                  </a:moveTo>
                  <a:cubicBezTo>
                    <a:pt x="2495" y="763"/>
                    <a:pt x="2495" y="763"/>
                    <a:pt x="2495" y="763"/>
                  </a:cubicBezTo>
                  <a:cubicBezTo>
                    <a:pt x="2486" y="762"/>
                    <a:pt x="2486" y="762"/>
                    <a:pt x="2486" y="762"/>
                  </a:cubicBezTo>
                  <a:cubicBezTo>
                    <a:pt x="2486" y="707"/>
                    <a:pt x="2486" y="707"/>
                    <a:pt x="2486" y="707"/>
                  </a:cubicBezTo>
                  <a:cubicBezTo>
                    <a:pt x="2486" y="699"/>
                    <a:pt x="2491" y="696"/>
                    <a:pt x="2495" y="697"/>
                  </a:cubicBezTo>
                  <a:cubicBezTo>
                    <a:pt x="2500" y="698"/>
                    <a:pt x="2504" y="702"/>
                    <a:pt x="2504" y="710"/>
                  </a:cubicBezTo>
                  <a:lnTo>
                    <a:pt x="2504" y="765"/>
                  </a:lnTo>
                  <a:close/>
                  <a:moveTo>
                    <a:pt x="2504" y="684"/>
                  </a:moveTo>
                  <a:cubicBezTo>
                    <a:pt x="2495" y="681"/>
                    <a:pt x="2495" y="681"/>
                    <a:pt x="2495" y="681"/>
                  </a:cubicBezTo>
                  <a:cubicBezTo>
                    <a:pt x="2486" y="677"/>
                    <a:pt x="2486" y="677"/>
                    <a:pt x="2486" y="677"/>
                  </a:cubicBezTo>
                  <a:cubicBezTo>
                    <a:pt x="2486" y="629"/>
                    <a:pt x="2486" y="629"/>
                    <a:pt x="2486" y="629"/>
                  </a:cubicBezTo>
                  <a:cubicBezTo>
                    <a:pt x="2486" y="622"/>
                    <a:pt x="2491" y="620"/>
                    <a:pt x="2495" y="621"/>
                  </a:cubicBezTo>
                  <a:cubicBezTo>
                    <a:pt x="2500" y="623"/>
                    <a:pt x="2504" y="628"/>
                    <a:pt x="2504" y="635"/>
                  </a:cubicBezTo>
                  <a:lnTo>
                    <a:pt x="2504" y="684"/>
                  </a:lnTo>
                  <a:close/>
                  <a:moveTo>
                    <a:pt x="2528" y="853"/>
                  </a:moveTo>
                  <a:cubicBezTo>
                    <a:pt x="2521" y="853"/>
                    <a:pt x="2521" y="853"/>
                    <a:pt x="2521" y="853"/>
                  </a:cubicBezTo>
                  <a:cubicBezTo>
                    <a:pt x="2514" y="853"/>
                    <a:pt x="2514" y="853"/>
                    <a:pt x="2514" y="853"/>
                  </a:cubicBezTo>
                  <a:cubicBezTo>
                    <a:pt x="2514" y="800"/>
                    <a:pt x="2514" y="800"/>
                    <a:pt x="2514" y="800"/>
                  </a:cubicBezTo>
                  <a:cubicBezTo>
                    <a:pt x="2514" y="794"/>
                    <a:pt x="2517" y="792"/>
                    <a:pt x="2521" y="792"/>
                  </a:cubicBezTo>
                  <a:cubicBezTo>
                    <a:pt x="2524" y="792"/>
                    <a:pt x="2528" y="795"/>
                    <a:pt x="2528" y="801"/>
                  </a:cubicBezTo>
                  <a:lnTo>
                    <a:pt x="2528" y="853"/>
                  </a:lnTo>
                  <a:close/>
                  <a:moveTo>
                    <a:pt x="2528" y="770"/>
                  </a:moveTo>
                  <a:cubicBezTo>
                    <a:pt x="2521" y="768"/>
                    <a:pt x="2521" y="768"/>
                    <a:pt x="2521" y="768"/>
                  </a:cubicBezTo>
                  <a:cubicBezTo>
                    <a:pt x="2514" y="767"/>
                    <a:pt x="2514" y="767"/>
                    <a:pt x="2514" y="767"/>
                  </a:cubicBezTo>
                  <a:cubicBezTo>
                    <a:pt x="2514" y="711"/>
                    <a:pt x="2514" y="711"/>
                    <a:pt x="2514" y="711"/>
                  </a:cubicBezTo>
                  <a:cubicBezTo>
                    <a:pt x="2514" y="705"/>
                    <a:pt x="2517" y="703"/>
                    <a:pt x="2521" y="704"/>
                  </a:cubicBezTo>
                  <a:cubicBezTo>
                    <a:pt x="2524" y="704"/>
                    <a:pt x="2528" y="708"/>
                    <a:pt x="2528" y="714"/>
                  </a:cubicBezTo>
                  <a:lnTo>
                    <a:pt x="2528" y="770"/>
                  </a:lnTo>
                  <a:close/>
                  <a:moveTo>
                    <a:pt x="2528" y="692"/>
                  </a:moveTo>
                  <a:cubicBezTo>
                    <a:pt x="2521" y="689"/>
                    <a:pt x="2521" y="689"/>
                    <a:pt x="2521" y="689"/>
                  </a:cubicBezTo>
                  <a:cubicBezTo>
                    <a:pt x="2514" y="687"/>
                    <a:pt x="2514" y="687"/>
                    <a:pt x="2514" y="687"/>
                  </a:cubicBezTo>
                  <a:cubicBezTo>
                    <a:pt x="2514" y="638"/>
                    <a:pt x="2514" y="638"/>
                    <a:pt x="2514" y="638"/>
                  </a:cubicBezTo>
                  <a:cubicBezTo>
                    <a:pt x="2514" y="633"/>
                    <a:pt x="2517" y="632"/>
                    <a:pt x="2521" y="633"/>
                  </a:cubicBezTo>
                  <a:cubicBezTo>
                    <a:pt x="2524" y="634"/>
                    <a:pt x="2528" y="638"/>
                    <a:pt x="2528" y="644"/>
                  </a:cubicBezTo>
                  <a:lnTo>
                    <a:pt x="2528" y="692"/>
                  </a:lnTo>
                  <a:close/>
                  <a:moveTo>
                    <a:pt x="2547" y="853"/>
                  </a:moveTo>
                  <a:cubicBezTo>
                    <a:pt x="2542" y="853"/>
                    <a:pt x="2542" y="853"/>
                    <a:pt x="2542" y="853"/>
                  </a:cubicBezTo>
                  <a:cubicBezTo>
                    <a:pt x="2537" y="853"/>
                    <a:pt x="2537" y="853"/>
                    <a:pt x="2537" y="853"/>
                  </a:cubicBezTo>
                  <a:cubicBezTo>
                    <a:pt x="2537" y="801"/>
                    <a:pt x="2537" y="801"/>
                    <a:pt x="2537" y="801"/>
                  </a:cubicBezTo>
                  <a:cubicBezTo>
                    <a:pt x="2537" y="797"/>
                    <a:pt x="2540" y="795"/>
                    <a:pt x="2542" y="795"/>
                  </a:cubicBezTo>
                  <a:cubicBezTo>
                    <a:pt x="2545" y="795"/>
                    <a:pt x="2547" y="798"/>
                    <a:pt x="2547" y="801"/>
                  </a:cubicBezTo>
                  <a:lnTo>
                    <a:pt x="2547" y="853"/>
                  </a:lnTo>
                  <a:close/>
                  <a:moveTo>
                    <a:pt x="2547" y="774"/>
                  </a:moveTo>
                  <a:cubicBezTo>
                    <a:pt x="2542" y="773"/>
                    <a:pt x="2542" y="773"/>
                    <a:pt x="2542" y="773"/>
                  </a:cubicBezTo>
                  <a:cubicBezTo>
                    <a:pt x="2537" y="772"/>
                    <a:pt x="2537" y="772"/>
                    <a:pt x="2537" y="772"/>
                  </a:cubicBezTo>
                  <a:cubicBezTo>
                    <a:pt x="2537" y="715"/>
                    <a:pt x="2537" y="715"/>
                    <a:pt x="2537" y="715"/>
                  </a:cubicBezTo>
                  <a:cubicBezTo>
                    <a:pt x="2537" y="711"/>
                    <a:pt x="2540" y="709"/>
                    <a:pt x="2542" y="710"/>
                  </a:cubicBezTo>
                  <a:cubicBezTo>
                    <a:pt x="2545" y="710"/>
                    <a:pt x="2547" y="713"/>
                    <a:pt x="2547" y="717"/>
                  </a:cubicBezTo>
                  <a:lnTo>
                    <a:pt x="2547" y="774"/>
                  </a:lnTo>
                  <a:close/>
                  <a:moveTo>
                    <a:pt x="2547" y="699"/>
                  </a:moveTo>
                  <a:cubicBezTo>
                    <a:pt x="2542" y="698"/>
                    <a:pt x="2542" y="698"/>
                    <a:pt x="2542" y="698"/>
                  </a:cubicBezTo>
                  <a:cubicBezTo>
                    <a:pt x="2537" y="696"/>
                    <a:pt x="2537" y="696"/>
                    <a:pt x="2537" y="696"/>
                  </a:cubicBezTo>
                  <a:cubicBezTo>
                    <a:pt x="2537" y="647"/>
                    <a:pt x="2537" y="647"/>
                    <a:pt x="2537" y="647"/>
                  </a:cubicBezTo>
                  <a:cubicBezTo>
                    <a:pt x="2537" y="643"/>
                    <a:pt x="2540" y="643"/>
                    <a:pt x="2542" y="644"/>
                  </a:cubicBezTo>
                  <a:cubicBezTo>
                    <a:pt x="2545" y="645"/>
                    <a:pt x="2547" y="647"/>
                    <a:pt x="2547" y="651"/>
                  </a:cubicBezTo>
                  <a:lnTo>
                    <a:pt x="2547" y="699"/>
                  </a:lnTo>
                  <a:close/>
                  <a:moveTo>
                    <a:pt x="3507" y="468"/>
                  </a:moveTo>
                  <a:cubicBezTo>
                    <a:pt x="3506" y="465"/>
                    <a:pt x="3505" y="463"/>
                    <a:pt x="3503" y="463"/>
                  </a:cubicBezTo>
                  <a:cubicBezTo>
                    <a:pt x="3502" y="463"/>
                    <a:pt x="3499" y="461"/>
                    <a:pt x="3499" y="457"/>
                  </a:cubicBezTo>
                  <a:cubicBezTo>
                    <a:pt x="3515" y="458"/>
                    <a:pt x="3515" y="458"/>
                    <a:pt x="3515" y="458"/>
                  </a:cubicBezTo>
                  <a:cubicBezTo>
                    <a:pt x="3524" y="458"/>
                    <a:pt x="3524" y="458"/>
                    <a:pt x="3524" y="458"/>
                  </a:cubicBezTo>
                  <a:cubicBezTo>
                    <a:pt x="3524" y="459"/>
                    <a:pt x="3524" y="459"/>
                    <a:pt x="3524" y="459"/>
                  </a:cubicBezTo>
                  <a:cubicBezTo>
                    <a:pt x="3525" y="462"/>
                    <a:pt x="3527" y="464"/>
                    <a:pt x="3527" y="464"/>
                  </a:cubicBezTo>
                  <a:cubicBezTo>
                    <a:pt x="3527" y="465"/>
                    <a:pt x="3527" y="465"/>
                    <a:pt x="3527" y="465"/>
                  </a:cubicBezTo>
                  <a:cubicBezTo>
                    <a:pt x="3518" y="467"/>
                    <a:pt x="3518" y="467"/>
                    <a:pt x="3518" y="467"/>
                  </a:cubicBezTo>
                  <a:cubicBezTo>
                    <a:pt x="3509" y="470"/>
                    <a:pt x="3509" y="470"/>
                    <a:pt x="3509" y="470"/>
                  </a:cubicBezTo>
                  <a:cubicBezTo>
                    <a:pt x="3508" y="470"/>
                    <a:pt x="3508" y="469"/>
                    <a:pt x="3507" y="468"/>
                  </a:cubicBezTo>
                  <a:close/>
                  <a:moveTo>
                    <a:pt x="3532" y="495"/>
                  </a:moveTo>
                  <a:cubicBezTo>
                    <a:pt x="3530" y="497"/>
                    <a:pt x="3529" y="501"/>
                    <a:pt x="3529" y="501"/>
                  </a:cubicBezTo>
                  <a:cubicBezTo>
                    <a:pt x="3529" y="501"/>
                    <a:pt x="3522" y="498"/>
                    <a:pt x="3519" y="495"/>
                  </a:cubicBezTo>
                  <a:cubicBezTo>
                    <a:pt x="3517" y="493"/>
                    <a:pt x="3516" y="493"/>
                    <a:pt x="3516" y="491"/>
                  </a:cubicBezTo>
                  <a:cubicBezTo>
                    <a:pt x="3515" y="491"/>
                    <a:pt x="3515" y="490"/>
                    <a:pt x="3515" y="490"/>
                  </a:cubicBezTo>
                  <a:cubicBezTo>
                    <a:pt x="3514" y="486"/>
                    <a:pt x="3515" y="484"/>
                    <a:pt x="3513" y="482"/>
                  </a:cubicBezTo>
                  <a:cubicBezTo>
                    <a:pt x="3512" y="480"/>
                    <a:pt x="3512" y="479"/>
                    <a:pt x="3511" y="477"/>
                  </a:cubicBezTo>
                  <a:cubicBezTo>
                    <a:pt x="3511" y="475"/>
                    <a:pt x="3511" y="473"/>
                    <a:pt x="3509" y="471"/>
                  </a:cubicBezTo>
                  <a:cubicBezTo>
                    <a:pt x="3516" y="471"/>
                    <a:pt x="3516" y="471"/>
                    <a:pt x="3516" y="471"/>
                  </a:cubicBezTo>
                  <a:cubicBezTo>
                    <a:pt x="3527" y="470"/>
                    <a:pt x="3527" y="470"/>
                    <a:pt x="3527" y="470"/>
                  </a:cubicBezTo>
                  <a:cubicBezTo>
                    <a:pt x="3527" y="472"/>
                    <a:pt x="3527" y="473"/>
                    <a:pt x="3527" y="475"/>
                  </a:cubicBezTo>
                  <a:cubicBezTo>
                    <a:pt x="3528" y="477"/>
                    <a:pt x="3528" y="478"/>
                    <a:pt x="3528" y="479"/>
                  </a:cubicBezTo>
                  <a:cubicBezTo>
                    <a:pt x="3529" y="484"/>
                    <a:pt x="3529" y="486"/>
                    <a:pt x="3531" y="486"/>
                  </a:cubicBezTo>
                  <a:cubicBezTo>
                    <a:pt x="3533" y="486"/>
                    <a:pt x="3534" y="485"/>
                    <a:pt x="3534" y="485"/>
                  </a:cubicBezTo>
                  <a:cubicBezTo>
                    <a:pt x="3535" y="488"/>
                    <a:pt x="3535" y="488"/>
                    <a:pt x="3535" y="488"/>
                  </a:cubicBezTo>
                  <a:cubicBezTo>
                    <a:pt x="3535" y="488"/>
                    <a:pt x="3533" y="492"/>
                    <a:pt x="3532" y="495"/>
                  </a:cubicBezTo>
                  <a:close/>
                  <a:moveTo>
                    <a:pt x="3983" y="1003"/>
                  </a:moveTo>
                  <a:cubicBezTo>
                    <a:pt x="3951" y="1003"/>
                    <a:pt x="3951" y="1003"/>
                    <a:pt x="3951" y="1003"/>
                  </a:cubicBezTo>
                  <a:cubicBezTo>
                    <a:pt x="3932" y="1003"/>
                    <a:pt x="3932" y="1003"/>
                    <a:pt x="3932" y="1003"/>
                  </a:cubicBezTo>
                  <a:cubicBezTo>
                    <a:pt x="3936" y="961"/>
                    <a:pt x="3936" y="961"/>
                    <a:pt x="3936" y="961"/>
                  </a:cubicBezTo>
                  <a:cubicBezTo>
                    <a:pt x="3941" y="909"/>
                    <a:pt x="3941" y="909"/>
                    <a:pt x="3941" y="909"/>
                  </a:cubicBezTo>
                  <a:cubicBezTo>
                    <a:pt x="3942" y="898"/>
                    <a:pt x="3942" y="898"/>
                    <a:pt x="3942" y="898"/>
                  </a:cubicBezTo>
                  <a:cubicBezTo>
                    <a:pt x="3943" y="888"/>
                    <a:pt x="3943" y="888"/>
                    <a:pt x="3943" y="888"/>
                  </a:cubicBezTo>
                  <a:cubicBezTo>
                    <a:pt x="3943" y="885"/>
                    <a:pt x="3943" y="885"/>
                    <a:pt x="3943" y="885"/>
                  </a:cubicBezTo>
                  <a:cubicBezTo>
                    <a:pt x="3945" y="864"/>
                    <a:pt x="3961" y="857"/>
                    <a:pt x="3974" y="861"/>
                  </a:cubicBezTo>
                  <a:cubicBezTo>
                    <a:pt x="3977" y="862"/>
                    <a:pt x="3980" y="863"/>
                    <a:pt x="3982" y="864"/>
                  </a:cubicBezTo>
                  <a:cubicBezTo>
                    <a:pt x="3984" y="866"/>
                    <a:pt x="3986" y="867"/>
                    <a:pt x="3987" y="869"/>
                  </a:cubicBezTo>
                  <a:cubicBezTo>
                    <a:pt x="3992" y="874"/>
                    <a:pt x="3994" y="881"/>
                    <a:pt x="3993" y="890"/>
                  </a:cubicBezTo>
                  <a:cubicBezTo>
                    <a:pt x="3991" y="914"/>
                    <a:pt x="3991" y="914"/>
                    <a:pt x="3991" y="914"/>
                  </a:cubicBezTo>
                  <a:cubicBezTo>
                    <a:pt x="3986" y="973"/>
                    <a:pt x="3986" y="973"/>
                    <a:pt x="3986" y="973"/>
                  </a:cubicBezTo>
                  <a:lnTo>
                    <a:pt x="3983" y="1003"/>
                  </a:lnTo>
                  <a:close/>
                  <a:moveTo>
                    <a:pt x="4029" y="658"/>
                  </a:moveTo>
                  <a:cubicBezTo>
                    <a:pt x="4029" y="660"/>
                    <a:pt x="4030" y="661"/>
                    <a:pt x="4029" y="663"/>
                  </a:cubicBezTo>
                  <a:cubicBezTo>
                    <a:pt x="4029" y="673"/>
                    <a:pt x="4029" y="673"/>
                    <a:pt x="4029" y="673"/>
                  </a:cubicBezTo>
                  <a:cubicBezTo>
                    <a:pt x="4028" y="682"/>
                    <a:pt x="4028" y="682"/>
                    <a:pt x="4028" y="682"/>
                  </a:cubicBezTo>
                  <a:cubicBezTo>
                    <a:pt x="4027" y="693"/>
                    <a:pt x="4027" y="693"/>
                    <a:pt x="4027" y="693"/>
                  </a:cubicBezTo>
                  <a:cubicBezTo>
                    <a:pt x="4027" y="696"/>
                    <a:pt x="4027" y="696"/>
                    <a:pt x="4027" y="696"/>
                  </a:cubicBezTo>
                  <a:cubicBezTo>
                    <a:pt x="4027" y="703"/>
                    <a:pt x="4026" y="710"/>
                    <a:pt x="4026" y="718"/>
                  </a:cubicBezTo>
                  <a:cubicBezTo>
                    <a:pt x="4025" y="729"/>
                    <a:pt x="4025" y="729"/>
                    <a:pt x="4025" y="729"/>
                  </a:cubicBezTo>
                  <a:cubicBezTo>
                    <a:pt x="4021" y="728"/>
                    <a:pt x="4018" y="727"/>
                    <a:pt x="4015" y="727"/>
                  </a:cubicBezTo>
                  <a:cubicBezTo>
                    <a:pt x="4012" y="726"/>
                    <a:pt x="4008" y="726"/>
                    <a:pt x="4005" y="725"/>
                  </a:cubicBezTo>
                  <a:cubicBezTo>
                    <a:pt x="4006" y="710"/>
                    <a:pt x="4006" y="710"/>
                    <a:pt x="4006" y="710"/>
                  </a:cubicBezTo>
                  <a:cubicBezTo>
                    <a:pt x="4007" y="700"/>
                    <a:pt x="4007" y="700"/>
                    <a:pt x="4007" y="700"/>
                  </a:cubicBezTo>
                  <a:cubicBezTo>
                    <a:pt x="4008" y="692"/>
                    <a:pt x="4008" y="692"/>
                    <a:pt x="4008" y="692"/>
                  </a:cubicBezTo>
                  <a:cubicBezTo>
                    <a:pt x="4008" y="691"/>
                    <a:pt x="4008" y="691"/>
                    <a:pt x="4008" y="691"/>
                  </a:cubicBezTo>
                  <a:cubicBezTo>
                    <a:pt x="4009" y="675"/>
                    <a:pt x="4009" y="675"/>
                    <a:pt x="4009" y="675"/>
                  </a:cubicBezTo>
                  <a:cubicBezTo>
                    <a:pt x="4010" y="670"/>
                    <a:pt x="4010" y="665"/>
                    <a:pt x="4011" y="660"/>
                  </a:cubicBezTo>
                  <a:cubicBezTo>
                    <a:pt x="4012" y="646"/>
                    <a:pt x="4027" y="647"/>
                    <a:pt x="4029" y="658"/>
                  </a:cubicBezTo>
                  <a:close/>
                  <a:moveTo>
                    <a:pt x="4013" y="631"/>
                  </a:moveTo>
                  <a:cubicBezTo>
                    <a:pt x="4013" y="629"/>
                    <a:pt x="4013" y="629"/>
                    <a:pt x="4013" y="629"/>
                  </a:cubicBezTo>
                  <a:cubicBezTo>
                    <a:pt x="4014" y="618"/>
                    <a:pt x="4014" y="618"/>
                    <a:pt x="4014" y="618"/>
                  </a:cubicBezTo>
                  <a:cubicBezTo>
                    <a:pt x="4014" y="613"/>
                    <a:pt x="4014" y="613"/>
                    <a:pt x="4014" y="613"/>
                  </a:cubicBezTo>
                  <a:cubicBezTo>
                    <a:pt x="4015" y="599"/>
                    <a:pt x="4015" y="599"/>
                    <a:pt x="4015" y="599"/>
                  </a:cubicBezTo>
                  <a:cubicBezTo>
                    <a:pt x="4017" y="584"/>
                    <a:pt x="4017" y="584"/>
                    <a:pt x="4017" y="584"/>
                  </a:cubicBezTo>
                  <a:cubicBezTo>
                    <a:pt x="4017" y="574"/>
                    <a:pt x="4017" y="574"/>
                    <a:pt x="4017" y="574"/>
                  </a:cubicBezTo>
                  <a:cubicBezTo>
                    <a:pt x="4018" y="566"/>
                    <a:pt x="4018" y="566"/>
                    <a:pt x="4018" y="566"/>
                  </a:cubicBezTo>
                  <a:cubicBezTo>
                    <a:pt x="4018" y="565"/>
                    <a:pt x="4018" y="564"/>
                    <a:pt x="4019" y="563"/>
                  </a:cubicBezTo>
                  <a:cubicBezTo>
                    <a:pt x="4020" y="559"/>
                    <a:pt x="4023" y="557"/>
                    <a:pt x="4026" y="557"/>
                  </a:cubicBezTo>
                  <a:cubicBezTo>
                    <a:pt x="4029" y="556"/>
                    <a:pt x="4031" y="558"/>
                    <a:pt x="4033" y="560"/>
                  </a:cubicBezTo>
                  <a:cubicBezTo>
                    <a:pt x="4035" y="562"/>
                    <a:pt x="4036" y="565"/>
                    <a:pt x="4036" y="568"/>
                  </a:cubicBezTo>
                  <a:cubicBezTo>
                    <a:pt x="4036" y="569"/>
                    <a:pt x="4036" y="569"/>
                    <a:pt x="4036" y="570"/>
                  </a:cubicBezTo>
                  <a:cubicBezTo>
                    <a:pt x="4035" y="579"/>
                    <a:pt x="4035" y="588"/>
                    <a:pt x="4034" y="597"/>
                  </a:cubicBezTo>
                  <a:cubicBezTo>
                    <a:pt x="4034" y="601"/>
                    <a:pt x="4034" y="601"/>
                    <a:pt x="4034" y="601"/>
                  </a:cubicBezTo>
                  <a:cubicBezTo>
                    <a:pt x="4034" y="603"/>
                    <a:pt x="4034" y="603"/>
                    <a:pt x="4034" y="603"/>
                  </a:cubicBezTo>
                  <a:cubicBezTo>
                    <a:pt x="4033" y="612"/>
                    <a:pt x="4033" y="612"/>
                    <a:pt x="4033" y="612"/>
                  </a:cubicBezTo>
                  <a:cubicBezTo>
                    <a:pt x="4032" y="621"/>
                    <a:pt x="4032" y="621"/>
                    <a:pt x="4032" y="621"/>
                  </a:cubicBezTo>
                  <a:cubicBezTo>
                    <a:pt x="4032" y="628"/>
                    <a:pt x="4032" y="628"/>
                    <a:pt x="4032" y="628"/>
                  </a:cubicBezTo>
                  <a:cubicBezTo>
                    <a:pt x="4031" y="635"/>
                    <a:pt x="4031" y="635"/>
                    <a:pt x="4031" y="635"/>
                  </a:cubicBezTo>
                  <a:cubicBezTo>
                    <a:pt x="4029" y="635"/>
                    <a:pt x="4027" y="634"/>
                    <a:pt x="4025" y="634"/>
                  </a:cubicBezTo>
                  <a:cubicBezTo>
                    <a:pt x="4023" y="633"/>
                    <a:pt x="4021" y="633"/>
                    <a:pt x="4019" y="632"/>
                  </a:cubicBezTo>
                  <a:cubicBezTo>
                    <a:pt x="4017" y="632"/>
                    <a:pt x="4015" y="632"/>
                    <a:pt x="4013" y="631"/>
                  </a:cubicBezTo>
                  <a:close/>
                  <a:moveTo>
                    <a:pt x="4023" y="759"/>
                  </a:moveTo>
                  <a:cubicBezTo>
                    <a:pt x="4022" y="764"/>
                    <a:pt x="4022" y="764"/>
                    <a:pt x="4022" y="764"/>
                  </a:cubicBezTo>
                  <a:cubicBezTo>
                    <a:pt x="4022" y="776"/>
                    <a:pt x="4021" y="787"/>
                    <a:pt x="4020" y="798"/>
                  </a:cubicBezTo>
                  <a:cubicBezTo>
                    <a:pt x="4020" y="798"/>
                    <a:pt x="4020" y="798"/>
                    <a:pt x="4020" y="798"/>
                  </a:cubicBezTo>
                  <a:cubicBezTo>
                    <a:pt x="4018" y="824"/>
                    <a:pt x="4018" y="824"/>
                    <a:pt x="4018" y="824"/>
                  </a:cubicBezTo>
                  <a:cubicBezTo>
                    <a:pt x="4017" y="834"/>
                    <a:pt x="4017" y="834"/>
                    <a:pt x="4017" y="834"/>
                  </a:cubicBezTo>
                  <a:cubicBezTo>
                    <a:pt x="4017" y="838"/>
                    <a:pt x="4017" y="838"/>
                    <a:pt x="4017" y="838"/>
                  </a:cubicBezTo>
                  <a:cubicBezTo>
                    <a:pt x="4013" y="837"/>
                    <a:pt x="4013" y="837"/>
                    <a:pt x="4013" y="837"/>
                  </a:cubicBezTo>
                  <a:cubicBezTo>
                    <a:pt x="4010" y="837"/>
                    <a:pt x="4007" y="837"/>
                    <a:pt x="4003" y="837"/>
                  </a:cubicBezTo>
                  <a:cubicBezTo>
                    <a:pt x="3996" y="836"/>
                    <a:pt x="3996" y="836"/>
                    <a:pt x="3996" y="836"/>
                  </a:cubicBezTo>
                  <a:cubicBezTo>
                    <a:pt x="3998" y="817"/>
                    <a:pt x="3998" y="817"/>
                    <a:pt x="3998" y="817"/>
                  </a:cubicBezTo>
                  <a:cubicBezTo>
                    <a:pt x="4000" y="796"/>
                    <a:pt x="4000" y="796"/>
                    <a:pt x="4000" y="796"/>
                  </a:cubicBezTo>
                  <a:cubicBezTo>
                    <a:pt x="4001" y="783"/>
                    <a:pt x="4001" y="783"/>
                    <a:pt x="4001" y="783"/>
                  </a:cubicBezTo>
                  <a:cubicBezTo>
                    <a:pt x="4002" y="768"/>
                    <a:pt x="4002" y="768"/>
                    <a:pt x="4002" y="768"/>
                  </a:cubicBezTo>
                  <a:cubicBezTo>
                    <a:pt x="4003" y="756"/>
                    <a:pt x="4003" y="756"/>
                    <a:pt x="4003" y="756"/>
                  </a:cubicBezTo>
                  <a:cubicBezTo>
                    <a:pt x="4003" y="755"/>
                    <a:pt x="4003" y="754"/>
                    <a:pt x="4003" y="754"/>
                  </a:cubicBezTo>
                  <a:cubicBezTo>
                    <a:pt x="4004" y="745"/>
                    <a:pt x="4010" y="742"/>
                    <a:pt x="4015" y="743"/>
                  </a:cubicBezTo>
                  <a:cubicBezTo>
                    <a:pt x="4018" y="744"/>
                    <a:pt x="4021" y="747"/>
                    <a:pt x="4022" y="751"/>
                  </a:cubicBezTo>
                  <a:cubicBezTo>
                    <a:pt x="4023" y="753"/>
                    <a:pt x="4023" y="756"/>
                    <a:pt x="4023" y="759"/>
                  </a:cubicBezTo>
                  <a:close/>
                  <a:moveTo>
                    <a:pt x="4008" y="566"/>
                  </a:moveTo>
                  <a:cubicBezTo>
                    <a:pt x="4007" y="572"/>
                    <a:pt x="4007" y="572"/>
                    <a:pt x="4007" y="572"/>
                  </a:cubicBezTo>
                  <a:cubicBezTo>
                    <a:pt x="4006" y="583"/>
                    <a:pt x="4006" y="583"/>
                    <a:pt x="4006" y="583"/>
                  </a:cubicBezTo>
                  <a:cubicBezTo>
                    <a:pt x="4005" y="594"/>
                    <a:pt x="4005" y="594"/>
                    <a:pt x="4005" y="594"/>
                  </a:cubicBezTo>
                  <a:cubicBezTo>
                    <a:pt x="4005" y="598"/>
                    <a:pt x="4005" y="598"/>
                    <a:pt x="4005" y="598"/>
                  </a:cubicBezTo>
                  <a:cubicBezTo>
                    <a:pt x="4004" y="606"/>
                    <a:pt x="4003" y="614"/>
                    <a:pt x="4003" y="623"/>
                  </a:cubicBezTo>
                  <a:cubicBezTo>
                    <a:pt x="4002" y="628"/>
                    <a:pt x="4002" y="628"/>
                    <a:pt x="4002" y="628"/>
                  </a:cubicBezTo>
                  <a:cubicBezTo>
                    <a:pt x="4002" y="630"/>
                    <a:pt x="4002" y="630"/>
                    <a:pt x="4002" y="630"/>
                  </a:cubicBezTo>
                  <a:cubicBezTo>
                    <a:pt x="4000" y="629"/>
                    <a:pt x="4000" y="629"/>
                    <a:pt x="4000" y="629"/>
                  </a:cubicBezTo>
                  <a:cubicBezTo>
                    <a:pt x="3999" y="629"/>
                    <a:pt x="3997" y="629"/>
                    <a:pt x="3996" y="629"/>
                  </a:cubicBezTo>
                  <a:cubicBezTo>
                    <a:pt x="3991" y="628"/>
                    <a:pt x="3986" y="628"/>
                    <a:pt x="3981" y="627"/>
                  </a:cubicBezTo>
                  <a:cubicBezTo>
                    <a:pt x="3981" y="623"/>
                    <a:pt x="3981" y="618"/>
                    <a:pt x="3982" y="613"/>
                  </a:cubicBezTo>
                  <a:cubicBezTo>
                    <a:pt x="3983" y="603"/>
                    <a:pt x="3983" y="603"/>
                    <a:pt x="3983" y="603"/>
                  </a:cubicBezTo>
                  <a:cubicBezTo>
                    <a:pt x="3984" y="596"/>
                    <a:pt x="3984" y="596"/>
                    <a:pt x="3984" y="596"/>
                  </a:cubicBezTo>
                  <a:cubicBezTo>
                    <a:pt x="3984" y="592"/>
                    <a:pt x="3984" y="592"/>
                    <a:pt x="3984" y="592"/>
                  </a:cubicBezTo>
                  <a:cubicBezTo>
                    <a:pt x="3986" y="576"/>
                    <a:pt x="3986" y="576"/>
                    <a:pt x="3986" y="576"/>
                  </a:cubicBezTo>
                  <a:cubicBezTo>
                    <a:pt x="3987" y="564"/>
                    <a:pt x="3987" y="564"/>
                    <a:pt x="3987" y="564"/>
                  </a:cubicBezTo>
                  <a:cubicBezTo>
                    <a:pt x="3987" y="563"/>
                    <a:pt x="3987" y="562"/>
                    <a:pt x="3987" y="561"/>
                  </a:cubicBezTo>
                  <a:cubicBezTo>
                    <a:pt x="3987" y="561"/>
                    <a:pt x="3988" y="560"/>
                    <a:pt x="3988" y="560"/>
                  </a:cubicBezTo>
                  <a:cubicBezTo>
                    <a:pt x="3989" y="556"/>
                    <a:pt x="3993" y="553"/>
                    <a:pt x="3996" y="553"/>
                  </a:cubicBezTo>
                  <a:cubicBezTo>
                    <a:pt x="3997" y="553"/>
                    <a:pt x="3997" y="553"/>
                    <a:pt x="3997" y="553"/>
                  </a:cubicBezTo>
                  <a:cubicBezTo>
                    <a:pt x="4001" y="553"/>
                    <a:pt x="4005" y="555"/>
                    <a:pt x="4007" y="558"/>
                  </a:cubicBezTo>
                  <a:cubicBezTo>
                    <a:pt x="4007" y="560"/>
                    <a:pt x="4008" y="563"/>
                    <a:pt x="4008" y="566"/>
                  </a:cubicBezTo>
                  <a:close/>
                  <a:moveTo>
                    <a:pt x="3985" y="482"/>
                  </a:moveTo>
                  <a:cubicBezTo>
                    <a:pt x="3985" y="483"/>
                    <a:pt x="3985" y="483"/>
                    <a:pt x="3985" y="483"/>
                  </a:cubicBezTo>
                  <a:cubicBezTo>
                    <a:pt x="3984" y="489"/>
                    <a:pt x="3984" y="489"/>
                    <a:pt x="3984" y="489"/>
                  </a:cubicBezTo>
                  <a:cubicBezTo>
                    <a:pt x="3984" y="491"/>
                    <a:pt x="3984" y="491"/>
                    <a:pt x="3984" y="491"/>
                  </a:cubicBezTo>
                  <a:cubicBezTo>
                    <a:pt x="3983" y="503"/>
                    <a:pt x="3983" y="503"/>
                    <a:pt x="3983" y="503"/>
                  </a:cubicBezTo>
                  <a:cubicBezTo>
                    <a:pt x="3982" y="512"/>
                    <a:pt x="3982" y="512"/>
                    <a:pt x="3982" y="512"/>
                  </a:cubicBezTo>
                  <a:cubicBezTo>
                    <a:pt x="3981" y="519"/>
                    <a:pt x="3981" y="519"/>
                    <a:pt x="3981" y="519"/>
                  </a:cubicBezTo>
                  <a:cubicBezTo>
                    <a:pt x="3980" y="528"/>
                    <a:pt x="3980" y="528"/>
                    <a:pt x="3980" y="528"/>
                  </a:cubicBezTo>
                  <a:cubicBezTo>
                    <a:pt x="3979" y="541"/>
                    <a:pt x="3979" y="541"/>
                    <a:pt x="3979" y="541"/>
                  </a:cubicBezTo>
                  <a:cubicBezTo>
                    <a:pt x="3979" y="541"/>
                    <a:pt x="3979" y="541"/>
                    <a:pt x="3979" y="541"/>
                  </a:cubicBezTo>
                  <a:cubicBezTo>
                    <a:pt x="3978" y="541"/>
                    <a:pt x="3978" y="541"/>
                    <a:pt x="3978" y="541"/>
                  </a:cubicBezTo>
                  <a:cubicBezTo>
                    <a:pt x="3973" y="542"/>
                    <a:pt x="3968" y="542"/>
                    <a:pt x="3963" y="542"/>
                  </a:cubicBezTo>
                  <a:cubicBezTo>
                    <a:pt x="3961" y="542"/>
                    <a:pt x="3961" y="542"/>
                    <a:pt x="3961" y="542"/>
                  </a:cubicBezTo>
                  <a:cubicBezTo>
                    <a:pt x="3962" y="535"/>
                    <a:pt x="3962" y="535"/>
                    <a:pt x="3962" y="535"/>
                  </a:cubicBezTo>
                  <a:cubicBezTo>
                    <a:pt x="3964" y="520"/>
                    <a:pt x="3964" y="520"/>
                    <a:pt x="3964" y="520"/>
                  </a:cubicBezTo>
                  <a:cubicBezTo>
                    <a:pt x="3964" y="512"/>
                    <a:pt x="3964" y="512"/>
                    <a:pt x="3964" y="512"/>
                  </a:cubicBezTo>
                  <a:cubicBezTo>
                    <a:pt x="3965" y="507"/>
                    <a:pt x="3965" y="507"/>
                    <a:pt x="3965" y="507"/>
                  </a:cubicBezTo>
                  <a:cubicBezTo>
                    <a:pt x="3965" y="505"/>
                    <a:pt x="3965" y="505"/>
                    <a:pt x="3965" y="505"/>
                  </a:cubicBezTo>
                  <a:cubicBezTo>
                    <a:pt x="3966" y="499"/>
                    <a:pt x="3966" y="499"/>
                    <a:pt x="3966" y="499"/>
                  </a:cubicBezTo>
                  <a:cubicBezTo>
                    <a:pt x="3967" y="494"/>
                    <a:pt x="3967" y="488"/>
                    <a:pt x="3968" y="482"/>
                  </a:cubicBezTo>
                  <a:cubicBezTo>
                    <a:pt x="3968" y="482"/>
                    <a:pt x="3968" y="481"/>
                    <a:pt x="3968" y="481"/>
                  </a:cubicBezTo>
                  <a:cubicBezTo>
                    <a:pt x="3968" y="479"/>
                    <a:pt x="3969" y="478"/>
                    <a:pt x="3970" y="477"/>
                  </a:cubicBezTo>
                  <a:cubicBezTo>
                    <a:pt x="3971" y="474"/>
                    <a:pt x="3973" y="472"/>
                    <a:pt x="3976" y="472"/>
                  </a:cubicBezTo>
                  <a:cubicBezTo>
                    <a:pt x="3977" y="471"/>
                    <a:pt x="3978" y="471"/>
                    <a:pt x="3979" y="471"/>
                  </a:cubicBezTo>
                  <a:cubicBezTo>
                    <a:pt x="3983" y="472"/>
                    <a:pt x="3986" y="475"/>
                    <a:pt x="3985" y="482"/>
                  </a:cubicBezTo>
                  <a:close/>
                  <a:moveTo>
                    <a:pt x="3933" y="645"/>
                  </a:moveTo>
                  <a:cubicBezTo>
                    <a:pt x="3936" y="644"/>
                    <a:pt x="3939" y="646"/>
                    <a:pt x="3940" y="649"/>
                  </a:cubicBezTo>
                  <a:cubicBezTo>
                    <a:pt x="3941" y="650"/>
                    <a:pt x="3941" y="652"/>
                    <a:pt x="3941" y="655"/>
                  </a:cubicBezTo>
                  <a:cubicBezTo>
                    <a:pt x="3938" y="677"/>
                    <a:pt x="3938" y="677"/>
                    <a:pt x="3938" y="677"/>
                  </a:cubicBezTo>
                  <a:cubicBezTo>
                    <a:pt x="3937" y="683"/>
                    <a:pt x="3937" y="683"/>
                    <a:pt x="3937" y="683"/>
                  </a:cubicBezTo>
                  <a:cubicBezTo>
                    <a:pt x="3937" y="688"/>
                    <a:pt x="3937" y="688"/>
                    <a:pt x="3937" y="688"/>
                  </a:cubicBezTo>
                  <a:cubicBezTo>
                    <a:pt x="3936" y="693"/>
                    <a:pt x="3936" y="693"/>
                    <a:pt x="3936" y="693"/>
                  </a:cubicBezTo>
                  <a:cubicBezTo>
                    <a:pt x="3935" y="703"/>
                    <a:pt x="3935" y="703"/>
                    <a:pt x="3935" y="703"/>
                  </a:cubicBezTo>
                  <a:cubicBezTo>
                    <a:pt x="3934" y="711"/>
                    <a:pt x="3934" y="711"/>
                    <a:pt x="3934" y="711"/>
                  </a:cubicBezTo>
                  <a:cubicBezTo>
                    <a:pt x="3933" y="720"/>
                    <a:pt x="3933" y="720"/>
                    <a:pt x="3933" y="720"/>
                  </a:cubicBezTo>
                  <a:cubicBezTo>
                    <a:pt x="3929" y="721"/>
                    <a:pt x="3926" y="721"/>
                    <a:pt x="3922" y="721"/>
                  </a:cubicBezTo>
                  <a:cubicBezTo>
                    <a:pt x="3920" y="721"/>
                    <a:pt x="3918" y="721"/>
                    <a:pt x="3916" y="721"/>
                  </a:cubicBezTo>
                  <a:cubicBezTo>
                    <a:pt x="3916" y="719"/>
                    <a:pt x="3916" y="719"/>
                    <a:pt x="3916" y="719"/>
                  </a:cubicBezTo>
                  <a:cubicBezTo>
                    <a:pt x="3918" y="709"/>
                    <a:pt x="3918" y="709"/>
                    <a:pt x="3918" y="709"/>
                  </a:cubicBezTo>
                  <a:cubicBezTo>
                    <a:pt x="3919" y="698"/>
                    <a:pt x="3919" y="698"/>
                    <a:pt x="3919" y="698"/>
                  </a:cubicBezTo>
                  <a:cubicBezTo>
                    <a:pt x="3920" y="693"/>
                    <a:pt x="3920" y="693"/>
                    <a:pt x="3920" y="693"/>
                  </a:cubicBezTo>
                  <a:cubicBezTo>
                    <a:pt x="3920" y="689"/>
                    <a:pt x="3920" y="689"/>
                    <a:pt x="3920" y="689"/>
                  </a:cubicBezTo>
                  <a:cubicBezTo>
                    <a:pt x="3921" y="680"/>
                    <a:pt x="3922" y="671"/>
                    <a:pt x="3924" y="663"/>
                  </a:cubicBezTo>
                  <a:cubicBezTo>
                    <a:pt x="3924" y="656"/>
                    <a:pt x="3924" y="656"/>
                    <a:pt x="3924" y="656"/>
                  </a:cubicBezTo>
                  <a:cubicBezTo>
                    <a:pt x="3925" y="654"/>
                    <a:pt x="3925" y="652"/>
                    <a:pt x="3926" y="651"/>
                  </a:cubicBezTo>
                  <a:cubicBezTo>
                    <a:pt x="3927" y="647"/>
                    <a:pt x="3930" y="645"/>
                    <a:pt x="3933" y="645"/>
                  </a:cubicBezTo>
                  <a:close/>
                  <a:moveTo>
                    <a:pt x="3928" y="629"/>
                  </a:moveTo>
                  <a:cubicBezTo>
                    <a:pt x="3929" y="624"/>
                    <a:pt x="3929" y="624"/>
                    <a:pt x="3929" y="624"/>
                  </a:cubicBezTo>
                  <a:cubicBezTo>
                    <a:pt x="3931" y="609"/>
                    <a:pt x="3931" y="609"/>
                    <a:pt x="3931" y="609"/>
                  </a:cubicBezTo>
                  <a:cubicBezTo>
                    <a:pt x="3931" y="608"/>
                    <a:pt x="3931" y="608"/>
                    <a:pt x="3931" y="608"/>
                  </a:cubicBezTo>
                  <a:cubicBezTo>
                    <a:pt x="3932" y="601"/>
                    <a:pt x="3932" y="601"/>
                    <a:pt x="3932" y="601"/>
                  </a:cubicBezTo>
                  <a:cubicBezTo>
                    <a:pt x="3932" y="598"/>
                    <a:pt x="3932" y="598"/>
                    <a:pt x="3932" y="598"/>
                  </a:cubicBezTo>
                  <a:cubicBezTo>
                    <a:pt x="3935" y="578"/>
                    <a:pt x="3935" y="578"/>
                    <a:pt x="3935" y="578"/>
                  </a:cubicBezTo>
                  <a:cubicBezTo>
                    <a:pt x="3936" y="566"/>
                    <a:pt x="3936" y="566"/>
                    <a:pt x="3936" y="566"/>
                  </a:cubicBezTo>
                  <a:cubicBezTo>
                    <a:pt x="3936" y="566"/>
                    <a:pt x="3936" y="565"/>
                    <a:pt x="3936" y="565"/>
                  </a:cubicBezTo>
                  <a:cubicBezTo>
                    <a:pt x="3938" y="557"/>
                    <a:pt x="3944" y="553"/>
                    <a:pt x="3948" y="555"/>
                  </a:cubicBezTo>
                  <a:cubicBezTo>
                    <a:pt x="3951" y="556"/>
                    <a:pt x="3952" y="559"/>
                    <a:pt x="3952" y="564"/>
                  </a:cubicBezTo>
                  <a:cubicBezTo>
                    <a:pt x="3952" y="564"/>
                    <a:pt x="3952" y="564"/>
                    <a:pt x="3952" y="564"/>
                  </a:cubicBezTo>
                  <a:cubicBezTo>
                    <a:pt x="3949" y="587"/>
                    <a:pt x="3949" y="587"/>
                    <a:pt x="3949" y="587"/>
                  </a:cubicBezTo>
                  <a:cubicBezTo>
                    <a:pt x="3948" y="593"/>
                    <a:pt x="3948" y="593"/>
                    <a:pt x="3948" y="593"/>
                  </a:cubicBezTo>
                  <a:cubicBezTo>
                    <a:pt x="3948" y="594"/>
                    <a:pt x="3948" y="594"/>
                    <a:pt x="3948" y="594"/>
                  </a:cubicBezTo>
                  <a:cubicBezTo>
                    <a:pt x="3948" y="596"/>
                    <a:pt x="3948" y="596"/>
                    <a:pt x="3948" y="596"/>
                  </a:cubicBezTo>
                  <a:cubicBezTo>
                    <a:pt x="3946" y="609"/>
                    <a:pt x="3946" y="609"/>
                    <a:pt x="3946" y="609"/>
                  </a:cubicBezTo>
                  <a:cubicBezTo>
                    <a:pt x="3944" y="625"/>
                    <a:pt x="3944" y="625"/>
                    <a:pt x="3944" y="625"/>
                  </a:cubicBezTo>
                  <a:cubicBezTo>
                    <a:pt x="3944" y="628"/>
                    <a:pt x="3944" y="628"/>
                    <a:pt x="3944" y="628"/>
                  </a:cubicBezTo>
                  <a:cubicBezTo>
                    <a:pt x="3942" y="628"/>
                    <a:pt x="3942" y="628"/>
                    <a:pt x="3942" y="628"/>
                  </a:cubicBezTo>
                  <a:cubicBezTo>
                    <a:pt x="3937" y="628"/>
                    <a:pt x="3933" y="629"/>
                    <a:pt x="3928" y="629"/>
                  </a:cubicBezTo>
                  <a:close/>
                  <a:moveTo>
                    <a:pt x="3942" y="704"/>
                  </a:moveTo>
                  <a:cubicBezTo>
                    <a:pt x="3943" y="697"/>
                    <a:pt x="3943" y="697"/>
                    <a:pt x="3943" y="697"/>
                  </a:cubicBezTo>
                  <a:cubicBezTo>
                    <a:pt x="3944" y="688"/>
                    <a:pt x="3944" y="688"/>
                    <a:pt x="3944" y="688"/>
                  </a:cubicBezTo>
                  <a:cubicBezTo>
                    <a:pt x="3944" y="687"/>
                    <a:pt x="3944" y="687"/>
                    <a:pt x="3944" y="687"/>
                  </a:cubicBezTo>
                  <a:cubicBezTo>
                    <a:pt x="3944" y="683"/>
                    <a:pt x="3945" y="680"/>
                    <a:pt x="3945" y="676"/>
                  </a:cubicBezTo>
                  <a:cubicBezTo>
                    <a:pt x="3946" y="671"/>
                    <a:pt x="3946" y="671"/>
                    <a:pt x="3946" y="671"/>
                  </a:cubicBezTo>
                  <a:cubicBezTo>
                    <a:pt x="3946" y="666"/>
                    <a:pt x="3947" y="661"/>
                    <a:pt x="3948" y="656"/>
                  </a:cubicBezTo>
                  <a:cubicBezTo>
                    <a:pt x="3949" y="641"/>
                    <a:pt x="3966" y="640"/>
                    <a:pt x="3967" y="653"/>
                  </a:cubicBezTo>
                  <a:cubicBezTo>
                    <a:pt x="3967" y="654"/>
                    <a:pt x="3967" y="655"/>
                    <a:pt x="3967" y="656"/>
                  </a:cubicBezTo>
                  <a:cubicBezTo>
                    <a:pt x="3966" y="658"/>
                    <a:pt x="3966" y="658"/>
                    <a:pt x="3966" y="658"/>
                  </a:cubicBezTo>
                  <a:cubicBezTo>
                    <a:pt x="3965" y="669"/>
                    <a:pt x="3965" y="669"/>
                    <a:pt x="3965" y="669"/>
                  </a:cubicBezTo>
                  <a:cubicBezTo>
                    <a:pt x="3964" y="678"/>
                    <a:pt x="3964" y="678"/>
                    <a:pt x="3964" y="678"/>
                  </a:cubicBezTo>
                  <a:cubicBezTo>
                    <a:pt x="3964" y="686"/>
                    <a:pt x="3964" y="686"/>
                    <a:pt x="3964" y="686"/>
                  </a:cubicBezTo>
                  <a:cubicBezTo>
                    <a:pt x="3963" y="688"/>
                    <a:pt x="3963" y="688"/>
                    <a:pt x="3963" y="688"/>
                  </a:cubicBezTo>
                  <a:cubicBezTo>
                    <a:pt x="3962" y="698"/>
                    <a:pt x="3961" y="707"/>
                    <a:pt x="3960" y="716"/>
                  </a:cubicBezTo>
                  <a:cubicBezTo>
                    <a:pt x="3960" y="721"/>
                    <a:pt x="3960" y="721"/>
                    <a:pt x="3960" y="721"/>
                  </a:cubicBezTo>
                  <a:cubicBezTo>
                    <a:pt x="3959" y="720"/>
                    <a:pt x="3957" y="720"/>
                    <a:pt x="3956" y="720"/>
                  </a:cubicBezTo>
                  <a:cubicBezTo>
                    <a:pt x="3951" y="720"/>
                    <a:pt x="3945" y="720"/>
                    <a:pt x="3940" y="720"/>
                  </a:cubicBezTo>
                  <a:cubicBezTo>
                    <a:pt x="3941" y="715"/>
                    <a:pt x="3941" y="710"/>
                    <a:pt x="3942" y="704"/>
                  </a:cubicBezTo>
                  <a:close/>
                  <a:moveTo>
                    <a:pt x="3962" y="815"/>
                  </a:moveTo>
                  <a:cubicBezTo>
                    <a:pt x="3963" y="800"/>
                    <a:pt x="3963" y="800"/>
                    <a:pt x="3963" y="800"/>
                  </a:cubicBezTo>
                  <a:cubicBezTo>
                    <a:pt x="3964" y="793"/>
                    <a:pt x="3964" y="793"/>
                    <a:pt x="3964" y="793"/>
                  </a:cubicBezTo>
                  <a:cubicBezTo>
                    <a:pt x="3965" y="786"/>
                    <a:pt x="3965" y="786"/>
                    <a:pt x="3965" y="786"/>
                  </a:cubicBezTo>
                  <a:cubicBezTo>
                    <a:pt x="3967" y="767"/>
                    <a:pt x="3967" y="767"/>
                    <a:pt x="3967" y="767"/>
                  </a:cubicBezTo>
                  <a:cubicBezTo>
                    <a:pt x="3968" y="753"/>
                    <a:pt x="3968" y="753"/>
                    <a:pt x="3968" y="753"/>
                  </a:cubicBezTo>
                  <a:cubicBezTo>
                    <a:pt x="3970" y="736"/>
                    <a:pt x="3986" y="735"/>
                    <a:pt x="3990" y="747"/>
                  </a:cubicBezTo>
                  <a:cubicBezTo>
                    <a:pt x="3991" y="749"/>
                    <a:pt x="3992" y="752"/>
                    <a:pt x="3991" y="755"/>
                  </a:cubicBezTo>
                  <a:cubicBezTo>
                    <a:pt x="3990" y="764"/>
                    <a:pt x="3990" y="764"/>
                    <a:pt x="3990" y="764"/>
                  </a:cubicBezTo>
                  <a:cubicBezTo>
                    <a:pt x="3989" y="778"/>
                    <a:pt x="3989" y="778"/>
                    <a:pt x="3989" y="778"/>
                  </a:cubicBezTo>
                  <a:cubicBezTo>
                    <a:pt x="3988" y="793"/>
                    <a:pt x="3988" y="793"/>
                    <a:pt x="3988" y="793"/>
                  </a:cubicBezTo>
                  <a:cubicBezTo>
                    <a:pt x="3988" y="795"/>
                    <a:pt x="3988" y="795"/>
                    <a:pt x="3988" y="795"/>
                  </a:cubicBezTo>
                  <a:cubicBezTo>
                    <a:pt x="3987" y="806"/>
                    <a:pt x="3986" y="817"/>
                    <a:pt x="3985" y="827"/>
                  </a:cubicBezTo>
                  <a:cubicBezTo>
                    <a:pt x="3984" y="835"/>
                    <a:pt x="3984" y="835"/>
                    <a:pt x="3984" y="835"/>
                  </a:cubicBezTo>
                  <a:cubicBezTo>
                    <a:pt x="3977" y="834"/>
                    <a:pt x="3977" y="834"/>
                    <a:pt x="3977" y="834"/>
                  </a:cubicBezTo>
                  <a:cubicBezTo>
                    <a:pt x="3972" y="834"/>
                    <a:pt x="3966" y="833"/>
                    <a:pt x="3960" y="832"/>
                  </a:cubicBezTo>
                  <a:lnTo>
                    <a:pt x="3962" y="815"/>
                  </a:lnTo>
                  <a:close/>
                  <a:moveTo>
                    <a:pt x="3970" y="627"/>
                  </a:moveTo>
                  <a:cubicBezTo>
                    <a:pt x="3969" y="627"/>
                    <a:pt x="3967" y="627"/>
                    <a:pt x="3966" y="627"/>
                  </a:cubicBezTo>
                  <a:cubicBezTo>
                    <a:pt x="3962" y="627"/>
                    <a:pt x="3958" y="627"/>
                    <a:pt x="3954" y="627"/>
                  </a:cubicBezTo>
                  <a:cubicBezTo>
                    <a:pt x="3951" y="627"/>
                    <a:pt x="3951" y="627"/>
                    <a:pt x="3951" y="627"/>
                  </a:cubicBezTo>
                  <a:cubicBezTo>
                    <a:pt x="3952" y="619"/>
                    <a:pt x="3952" y="619"/>
                    <a:pt x="3952" y="619"/>
                  </a:cubicBezTo>
                  <a:cubicBezTo>
                    <a:pt x="3954" y="603"/>
                    <a:pt x="3954" y="603"/>
                    <a:pt x="3954" y="603"/>
                  </a:cubicBezTo>
                  <a:cubicBezTo>
                    <a:pt x="3955" y="595"/>
                    <a:pt x="3955" y="595"/>
                    <a:pt x="3955" y="595"/>
                  </a:cubicBezTo>
                  <a:cubicBezTo>
                    <a:pt x="3955" y="588"/>
                    <a:pt x="3955" y="588"/>
                    <a:pt x="3955" y="588"/>
                  </a:cubicBezTo>
                  <a:cubicBezTo>
                    <a:pt x="3956" y="587"/>
                    <a:pt x="3956" y="587"/>
                    <a:pt x="3956" y="587"/>
                  </a:cubicBezTo>
                  <a:cubicBezTo>
                    <a:pt x="3956" y="580"/>
                    <a:pt x="3956" y="580"/>
                    <a:pt x="3956" y="580"/>
                  </a:cubicBezTo>
                  <a:cubicBezTo>
                    <a:pt x="3957" y="575"/>
                    <a:pt x="3958" y="569"/>
                    <a:pt x="3958" y="563"/>
                  </a:cubicBezTo>
                  <a:cubicBezTo>
                    <a:pt x="3959" y="560"/>
                    <a:pt x="3960" y="558"/>
                    <a:pt x="3961" y="556"/>
                  </a:cubicBezTo>
                  <a:cubicBezTo>
                    <a:pt x="3962" y="554"/>
                    <a:pt x="3964" y="553"/>
                    <a:pt x="3965" y="552"/>
                  </a:cubicBezTo>
                  <a:cubicBezTo>
                    <a:pt x="3971" y="550"/>
                    <a:pt x="3978" y="553"/>
                    <a:pt x="3977" y="563"/>
                  </a:cubicBezTo>
                  <a:cubicBezTo>
                    <a:pt x="3976" y="563"/>
                    <a:pt x="3976" y="563"/>
                    <a:pt x="3976" y="563"/>
                  </a:cubicBezTo>
                  <a:cubicBezTo>
                    <a:pt x="3976" y="570"/>
                    <a:pt x="3976" y="570"/>
                    <a:pt x="3976" y="570"/>
                  </a:cubicBezTo>
                  <a:cubicBezTo>
                    <a:pt x="3976" y="571"/>
                    <a:pt x="3976" y="571"/>
                    <a:pt x="3976" y="571"/>
                  </a:cubicBezTo>
                  <a:cubicBezTo>
                    <a:pt x="3974" y="586"/>
                    <a:pt x="3974" y="586"/>
                    <a:pt x="3974" y="586"/>
                  </a:cubicBezTo>
                  <a:cubicBezTo>
                    <a:pt x="3973" y="595"/>
                    <a:pt x="3973" y="595"/>
                    <a:pt x="3973" y="595"/>
                  </a:cubicBezTo>
                  <a:cubicBezTo>
                    <a:pt x="3972" y="602"/>
                    <a:pt x="3972" y="602"/>
                    <a:pt x="3972" y="602"/>
                  </a:cubicBezTo>
                  <a:cubicBezTo>
                    <a:pt x="3971" y="612"/>
                    <a:pt x="3971" y="612"/>
                    <a:pt x="3971" y="612"/>
                  </a:cubicBezTo>
                  <a:cubicBezTo>
                    <a:pt x="3970" y="623"/>
                    <a:pt x="3970" y="623"/>
                    <a:pt x="3970" y="623"/>
                  </a:cubicBezTo>
                  <a:lnTo>
                    <a:pt x="3970" y="627"/>
                  </a:lnTo>
                  <a:close/>
                  <a:moveTo>
                    <a:pt x="3962" y="484"/>
                  </a:moveTo>
                  <a:cubicBezTo>
                    <a:pt x="3961" y="487"/>
                    <a:pt x="3961" y="487"/>
                    <a:pt x="3961" y="487"/>
                  </a:cubicBezTo>
                  <a:cubicBezTo>
                    <a:pt x="3961" y="493"/>
                    <a:pt x="3960" y="499"/>
                    <a:pt x="3959" y="505"/>
                  </a:cubicBezTo>
                  <a:cubicBezTo>
                    <a:pt x="3958" y="511"/>
                    <a:pt x="3958" y="511"/>
                    <a:pt x="3958" y="511"/>
                  </a:cubicBezTo>
                  <a:cubicBezTo>
                    <a:pt x="3958" y="513"/>
                    <a:pt x="3958" y="513"/>
                    <a:pt x="3958" y="513"/>
                  </a:cubicBezTo>
                  <a:cubicBezTo>
                    <a:pt x="3958" y="514"/>
                    <a:pt x="3958" y="514"/>
                    <a:pt x="3958" y="514"/>
                  </a:cubicBezTo>
                  <a:cubicBezTo>
                    <a:pt x="3957" y="526"/>
                    <a:pt x="3957" y="526"/>
                    <a:pt x="3957" y="526"/>
                  </a:cubicBezTo>
                  <a:cubicBezTo>
                    <a:pt x="3955" y="541"/>
                    <a:pt x="3955" y="541"/>
                    <a:pt x="3955" y="541"/>
                  </a:cubicBezTo>
                  <a:cubicBezTo>
                    <a:pt x="3955" y="543"/>
                    <a:pt x="3955" y="543"/>
                    <a:pt x="3955" y="543"/>
                  </a:cubicBezTo>
                  <a:cubicBezTo>
                    <a:pt x="3952" y="544"/>
                    <a:pt x="3952" y="544"/>
                    <a:pt x="3952" y="544"/>
                  </a:cubicBezTo>
                  <a:cubicBezTo>
                    <a:pt x="3948" y="544"/>
                    <a:pt x="3943" y="545"/>
                    <a:pt x="3939" y="546"/>
                  </a:cubicBezTo>
                  <a:cubicBezTo>
                    <a:pt x="3940" y="540"/>
                    <a:pt x="3940" y="540"/>
                    <a:pt x="3940" y="540"/>
                  </a:cubicBezTo>
                  <a:cubicBezTo>
                    <a:pt x="3942" y="527"/>
                    <a:pt x="3942" y="527"/>
                    <a:pt x="3942" y="527"/>
                  </a:cubicBezTo>
                  <a:cubicBezTo>
                    <a:pt x="3942" y="525"/>
                    <a:pt x="3942" y="525"/>
                    <a:pt x="3942" y="525"/>
                  </a:cubicBezTo>
                  <a:cubicBezTo>
                    <a:pt x="3943" y="519"/>
                    <a:pt x="3943" y="519"/>
                    <a:pt x="3943" y="519"/>
                  </a:cubicBezTo>
                  <a:cubicBezTo>
                    <a:pt x="3943" y="516"/>
                    <a:pt x="3943" y="516"/>
                    <a:pt x="3943" y="516"/>
                  </a:cubicBezTo>
                  <a:cubicBezTo>
                    <a:pt x="3945" y="501"/>
                    <a:pt x="3945" y="501"/>
                    <a:pt x="3945" y="501"/>
                  </a:cubicBezTo>
                  <a:cubicBezTo>
                    <a:pt x="3945" y="497"/>
                    <a:pt x="3945" y="497"/>
                    <a:pt x="3945" y="497"/>
                  </a:cubicBezTo>
                  <a:cubicBezTo>
                    <a:pt x="3947" y="487"/>
                    <a:pt x="3947" y="487"/>
                    <a:pt x="3947" y="487"/>
                  </a:cubicBezTo>
                  <a:cubicBezTo>
                    <a:pt x="3948" y="474"/>
                    <a:pt x="3962" y="472"/>
                    <a:pt x="3962" y="483"/>
                  </a:cubicBezTo>
                  <a:cubicBezTo>
                    <a:pt x="3962" y="484"/>
                    <a:pt x="3962" y="484"/>
                    <a:pt x="3962" y="484"/>
                  </a:cubicBezTo>
                  <a:close/>
                  <a:moveTo>
                    <a:pt x="3942" y="488"/>
                  </a:moveTo>
                  <a:cubicBezTo>
                    <a:pt x="3940" y="502"/>
                    <a:pt x="3940" y="502"/>
                    <a:pt x="3940" y="502"/>
                  </a:cubicBezTo>
                  <a:cubicBezTo>
                    <a:pt x="3939" y="505"/>
                    <a:pt x="3939" y="505"/>
                    <a:pt x="3939" y="505"/>
                  </a:cubicBezTo>
                  <a:cubicBezTo>
                    <a:pt x="3938" y="518"/>
                    <a:pt x="3938" y="518"/>
                    <a:pt x="3938" y="518"/>
                  </a:cubicBezTo>
                  <a:cubicBezTo>
                    <a:pt x="3937" y="524"/>
                    <a:pt x="3937" y="524"/>
                    <a:pt x="3937" y="524"/>
                  </a:cubicBezTo>
                  <a:cubicBezTo>
                    <a:pt x="3936" y="529"/>
                    <a:pt x="3936" y="529"/>
                    <a:pt x="3936" y="529"/>
                  </a:cubicBezTo>
                  <a:cubicBezTo>
                    <a:pt x="3936" y="532"/>
                    <a:pt x="3936" y="532"/>
                    <a:pt x="3936" y="532"/>
                  </a:cubicBezTo>
                  <a:cubicBezTo>
                    <a:pt x="3935" y="536"/>
                    <a:pt x="3935" y="540"/>
                    <a:pt x="3934" y="544"/>
                  </a:cubicBezTo>
                  <a:cubicBezTo>
                    <a:pt x="3934" y="547"/>
                    <a:pt x="3934" y="547"/>
                    <a:pt x="3934" y="547"/>
                  </a:cubicBezTo>
                  <a:cubicBezTo>
                    <a:pt x="3933" y="547"/>
                    <a:pt x="3932" y="547"/>
                    <a:pt x="3931" y="547"/>
                  </a:cubicBezTo>
                  <a:cubicBezTo>
                    <a:pt x="3928" y="548"/>
                    <a:pt x="3924" y="549"/>
                    <a:pt x="3921" y="550"/>
                  </a:cubicBezTo>
                  <a:cubicBezTo>
                    <a:pt x="3922" y="544"/>
                    <a:pt x="3922" y="544"/>
                    <a:pt x="3922" y="544"/>
                  </a:cubicBezTo>
                  <a:cubicBezTo>
                    <a:pt x="3922" y="541"/>
                    <a:pt x="3922" y="541"/>
                    <a:pt x="3922" y="541"/>
                  </a:cubicBezTo>
                  <a:cubicBezTo>
                    <a:pt x="3923" y="535"/>
                    <a:pt x="3923" y="535"/>
                    <a:pt x="3923" y="535"/>
                  </a:cubicBezTo>
                  <a:cubicBezTo>
                    <a:pt x="3924" y="530"/>
                    <a:pt x="3925" y="525"/>
                    <a:pt x="3925" y="520"/>
                  </a:cubicBezTo>
                  <a:cubicBezTo>
                    <a:pt x="3926" y="517"/>
                    <a:pt x="3926" y="517"/>
                    <a:pt x="3926" y="517"/>
                  </a:cubicBezTo>
                  <a:cubicBezTo>
                    <a:pt x="3926" y="513"/>
                    <a:pt x="3926" y="513"/>
                    <a:pt x="3926" y="513"/>
                  </a:cubicBezTo>
                  <a:cubicBezTo>
                    <a:pt x="3927" y="506"/>
                    <a:pt x="3928" y="500"/>
                    <a:pt x="3929" y="493"/>
                  </a:cubicBezTo>
                  <a:cubicBezTo>
                    <a:pt x="3929" y="491"/>
                    <a:pt x="3929" y="491"/>
                    <a:pt x="3929" y="491"/>
                  </a:cubicBezTo>
                  <a:cubicBezTo>
                    <a:pt x="3931" y="482"/>
                    <a:pt x="3939" y="478"/>
                    <a:pt x="3941" y="483"/>
                  </a:cubicBezTo>
                  <a:cubicBezTo>
                    <a:pt x="3942" y="484"/>
                    <a:pt x="3942" y="486"/>
                    <a:pt x="3942" y="488"/>
                  </a:cubicBezTo>
                  <a:close/>
                  <a:moveTo>
                    <a:pt x="3930" y="562"/>
                  </a:moveTo>
                  <a:cubicBezTo>
                    <a:pt x="3931" y="564"/>
                    <a:pt x="3931" y="566"/>
                    <a:pt x="3931" y="569"/>
                  </a:cubicBezTo>
                  <a:cubicBezTo>
                    <a:pt x="3931" y="570"/>
                    <a:pt x="3931" y="570"/>
                    <a:pt x="3931" y="570"/>
                  </a:cubicBezTo>
                  <a:cubicBezTo>
                    <a:pt x="3929" y="583"/>
                    <a:pt x="3929" y="583"/>
                    <a:pt x="3929" y="583"/>
                  </a:cubicBezTo>
                  <a:cubicBezTo>
                    <a:pt x="3927" y="599"/>
                    <a:pt x="3927" y="599"/>
                    <a:pt x="3927" y="599"/>
                  </a:cubicBezTo>
                  <a:cubicBezTo>
                    <a:pt x="3926" y="606"/>
                    <a:pt x="3926" y="606"/>
                    <a:pt x="3926" y="606"/>
                  </a:cubicBezTo>
                  <a:cubicBezTo>
                    <a:pt x="3925" y="613"/>
                    <a:pt x="3925" y="613"/>
                    <a:pt x="3925" y="613"/>
                  </a:cubicBezTo>
                  <a:cubicBezTo>
                    <a:pt x="3925" y="614"/>
                    <a:pt x="3925" y="614"/>
                    <a:pt x="3925" y="614"/>
                  </a:cubicBezTo>
                  <a:cubicBezTo>
                    <a:pt x="3924" y="619"/>
                    <a:pt x="3923" y="624"/>
                    <a:pt x="3923" y="629"/>
                  </a:cubicBezTo>
                  <a:cubicBezTo>
                    <a:pt x="3923" y="630"/>
                    <a:pt x="3923" y="630"/>
                    <a:pt x="3923" y="630"/>
                  </a:cubicBezTo>
                  <a:cubicBezTo>
                    <a:pt x="3922" y="630"/>
                    <a:pt x="3922" y="630"/>
                    <a:pt x="3922" y="630"/>
                  </a:cubicBezTo>
                  <a:cubicBezTo>
                    <a:pt x="3918" y="631"/>
                    <a:pt x="3913" y="631"/>
                    <a:pt x="3909" y="632"/>
                  </a:cubicBezTo>
                  <a:cubicBezTo>
                    <a:pt x="3910" y="626"/>
                    <a:pt x="3910" y="626"/>
                    <a:pt x="3910" y="626"/>
                  </a:cubicBezTo>
                  <a:cubicBezTo>
                    <a:pt x="3910" y="625"/>
                    <a:pt x="3910" y="625"/>
                    <a:pt x="3910" y="625"/>
                  </a:cubicBezTo>
                  <a:cubicBezTo>
                    <a:pt x="3911" y="618"/>
                    <a:pt x="3911" y="618"/>
                    <a:pt x="3911" y="618"/>
                  </a:cubicBezTo>
                  <a:cubicBezTo>
                    <a:pt x="3912" y="613"/>
                    <a:pt x="3913" y="607"/>
                    <a:pt x="3914" y="602"/>
                  </a:cubicBezTo>
                  <a:cubicBezTo>
                    <a:pt x="3915" y="595"/>
                    <a:pt x="3915" y="595"/>
                    <a:pt x="3915" y="595"/>
                  </a:cubicBezTo>
                  <a:cubicBezTo>
                    <a:pt x="3916" y="582"/>
                    <a:pt x="3916" y="582"/>
                    <a:pt x="3916" y="582"/>
                  </a:cubicBezTo>
                  <a:cubicBezTo>
                    <a:pt x="3918" y="572"/>
                    <a:pt x="3918" y="572"/>
                    <a:pt x="3918" y="572"/>
                  </a:cubicBezTo>
                  <a:cubicBezTo>
                    <a:pt x="3918" y="571"/>
                    <a:pt x="3918" y="571"/>
                    <a:pt x="3918" y="571"/>
                  </a:cubicBezTo>
                  <a:cubicBezTo>
                    <a:pt x="3919" y="562"/>
                    <a:pt x="3927" y="558"/>
                    <a:pt x="3930" y="562"/>
                  </a:cubicBezTo>
                  <a:close/>
                  <a:moveTo>
                    <a:pt x="3917" y="649"/>
                  </a:moveTo>
                  <a:cubicBezTo>
                    <a:pt x="3918" y="650"/>
                    <a:pt x="3919" y="653"/>
                    <a:pt x="3919" y="657"/>
                  </a:cubicBezTo>
                  <a:cubicBezTo>
                    <a:pt x="3919" y="657"/>
                    <a:pt x="3919" y="657"/>
                    <a:pt x="3919" y="657"/>
                  </a:cubicBezTo>
                  <a:cubicBezTo>
                    <a:pt x="3917" y="668"/>
                    <a:pt x="3917" y="668"/>
                    <a:pt x="3917" y="668"/>
                  </a:cubicBezTo>
                  <a:cubicBezTo>
                    <a:pt x="3916" y="675"/>
                    <a:pt x="3916" y="682"/>
                    <a:pt x="3915" y="689"/>
                  </a:cubicBezTo>
                  <a:cubicBezTo>
                    <a:pt x="3913" y="698"/>
                    <a:pt x="3913" y="698"/>
                    <a:pt x="3913" y="698"/>
                  </a:cubicBezTo>
                  <a:cubicBezTo>
                    <a:pt x="3913" y="703"/>
                    <a:pt x="3913" y="703"/>
                    <a:pt x="3913" y="703"/>
                  </a:cubicBezTo>
                  <a:cubicBezTo>
                    <a:pt x="3911" y="714"/>
                    <a:pt x="3911" y="714"/>
                    <a:pt x="3911" y="714"/>
                  </a:cubicBezTo>
                  <a:cubicBezTo>
                    <a:pt x="3910" y="722"/>
                    <a:pt x="3910" y="722"/>
                    <a:pt x="3910" y="722"/>
                  </a:cubicBezTo>
                  <a:cubicBezTo>
                    <a:pt x="3907" y="722"/>
                    <a:pt x="3904" y="722"/>
                    <a:pt x="3901" y="723"/>
                  </a:cubicBezTo>
                  <a:cubicBezTo>
                    <a:pt x="3896" y="723"/>
                    <a:pt x="3896" y="723"/>
                    <a:pt x="3896" y="723"/>
                  </a:cubicBezTo>
                  <a:cubicBezTo>
                    <a:pt x="3897" y="716"/>
                    <a:pt x="3897" y="716"/>
                    <a:pt x="3897" y="716"/>
                  </a:cubicBezTo>
                  <a:cubicBezTo>
                    <a:pt x="3898" y="711"/>
                    <a:pt x="3898" y="711"/>
                    <a:pt x="3898" y="711"/>
                  </a:cubicBezTo>
                  <a:cubicBezTo>
                    <a:pt x="3901" y="691"/>
                    <a:pt x="3901" y="691"/>
                    <a:pt x="3901" y="691"/>
                  </a:cubicBezTo>
                  <a:cubicBezTo>
                    <a:pt x="3902" y="681"/>
                    <a:pt x="3902" y="681"/>
                    <a:pt x="3902" y="681"/>
                  </a:cubicBezTo>
                  <a:cubicBezTo>
                    <a:pt x="3904" y="669"/>
                    <a:pt x="3904" y="669"/>
                    <a:pt x="3904" y="669"/>
                  </a:cubicBezTo>
                  <a:cubicBezTo>
                    <a:pt x="3905" y="658"/>
                    <a:pt x="3905" y="658"/>
                    <a:pt x="3905" y="658"/>
                  </a:cubicBezTo>
                  <a:cubicBezTo>
                    <a:pt x="3905" y="658"/>
                    <a:pt x="3905" y="658"/>
                    <a:pt x="3905" y="658"/>
                  </a:cubicBezTo>
                  <a:cubicBezTo>
                    <a:pt x="3907" y="649"/>
                    <a:pt x="3913" y="646"/>
                    <a:pt x="3917" y="649"/>
                  </a:cubicBezTo>
                  <a:close/>
                  <a:moveTo>
                    <a:pt x="3906" y="752"/>
                  </a:moveTo>
                  <a:cubicBezTo>
                    <a:pt x="3905" y="763"/>
                    <a:pt x="3905" y="763"/>
                    <a:pt x="3905" y="763"/>
                  </a:cubicBezTo>
                  <a:cubicBezTo>
                    <a:pt x="3903" y="780"/>
                    <a:pt x="3903" y="780"/>
                    <a:pt x="3903" y="780"/>
                  </a:cubicBezTo>
                  <a:cubicBezTo>
                    <a:pt x="3901" y="789"/>
                    <a:pt x="3901" y="789"/>
                    <a:pt x="3901" y="789"/>
                  </a:cubicBezTo>
                  <a:cubicBezTo>
                    <a:pt x="3901" y="789"/>
                    <a:pt x="3901" y="789"/>
                    <a:pt x="3901" y="789"/>
                  </a:cubicBezTo>
                  <a:cubicBezTo>
                    <a:pt x="3900" y="800"/>
                    <a:pt x="3900" y="800"/>
                    <a:pt x="3900" y="800"/>
                  </a:cubicBezTo>
                  <a:cubicBezTo>
                    <a:pt x="3899" y="809"/>
                    <a:pt x="3898" y="818"/>
                    <a:pt x="3896" y="827"/>
                  </a:cubicBezTo>
                  <a:cubicBezTo>
                    <a:pt x="3896" y="827"/>
                    <a:pt x="3896" y="827"/>
                    <a:pt x="3896" y="827"/>
                  </a:cubicBezTo>
                  <a:cubicBezTo>
                    <a:pt x="3896" y="827"/>
                    <a:pt x="3896" y="827"/>
                    <a:pt x="3896" y="827"/>
                  </a:cubicBezTo>
                  <a:cubicBezTo>
                    <a:pt x="3882" y="826"/>
                    <a:pt x="3882" y="826"/>
                    <a:pt x="3882" y="826"/>
                  </a:cubicBezTo>
                  <a:cubicBezTo>
                    <a:pt x="3884" y="814"/>
                    <a:pt x="3884" y="814"/>
                    <a:pt x="3884" y="814"/>
                  </a:cubicBezTo>
                  <a:cubicBezTo>
                    <a:pt x="3885" y="802"/>
                    <a:pt x="3885" y="802"/>
                    <a:pt x="3885" y="802"/>
                  </a:cubicBezTo>
                  <a:cubicBezTo>
                    <a:pt x="3887" y="793"/>
                    <a:pt x="3887" y="793"/>
                    <a:pt x="3887" y="793"/>
                  </a:cubicBezTo>
                  <a:cubicBezTo>
                    <a:pt x="3887" y="789"/>
                    <a:pt x="3887" y="789"/>
                    <a:pt x="3887" y="789"/>
                  </a:cubicBezTo>
                  <a:cubicBezTo>
                    <a:pt x="3889" y="777"/>
                    <a:pt x="3889" y="777"/>
                    <a:pt x="3889" y="777"/>
                  </a:cubicBezTo>
                  <a:cubicBezTo>
                    <a:pt x="3890" y="769"/>
                    <a:pt x="3891" y="761"/>
                    <a:pt x="3892" y="753"/>
                  </a:cubicBezTo>
                  <a:cubicBezTo>
                    <a:pt x="3894" y="738"/>
                    <a:pt x="3908" y="736"/>
                    <a:pt x="3906" y="752"/>
                  </a:cubicBezTo>
                  <a:close/>
                  <a:moveTo>
                    <a:pt x="3903" y="821"/>
                  </a:moveTo>
                  <a:cubicBezTo>
                    <a:pt x="3907" y="794"/>
                    <a:pt x="3907" y="794"/>
                    <a:pt x="3907" y="794"/>
                  </a:cubicBezTo>
                  <a:cubicBezTo>
                    <a:pt x="3907" y="790"/>
                    <a:pt x="3907" y="790"/>
                    <a:pt x="3907" y="790"/>
                  </a:cubicBezTo>
                  <a:cubicBezTo>
                    <a:pt x="3908" y="783"/>
                    <a:pt x="3908" y="783"/>
                    <a:pt x="3908" y="783"/>
                  </a:cubicBezTo>
                  <a:cubicBezTo>
                    <a:pt x="3909" y="774"/>
                    <a:pt x="3909" y="774"/>
                    <a:pt x="3909" y="774"/>
                  </a:cubicBezTo>
                  <a:cubicBezTo>
                    <a:pt x="3911" y="758"/>
                    <a:pt x="3911" y="758"/>
                    <a:pt x="3911" y="758"/>
                  </a:cubicBezTo>
                  <a:cubicBezTo>
                    <a:pt x="3912" y="752"/>
                    <a:pt x="3912" y="752"/>
                    <a:pt x="3912" y="752"/>
                  </a:cubicBezTo>
                  <a:cubicBezTo>
                    <a:pt x="3914" y="738"/>
                    <a:pt x="3925" y="735"/>
                    <a:pt x="3929" y="743"/>
                  </a:cubicBezTo>
                  <a:cubicBezTo>
                    <a:pt x="3929" y="745"/>
                    <a:pt x="3930" y="748"/>
                    <a:pt x="3929" y="751"/>
                  </a:cubicBezTo>
                  <a:cubicBezTo>
                    <a:pt x="3928" y="758"/>
                    <a:pt x="3928" y="758"/>
                    <a:pt x="3928" y="758"/>
                  </a:cubicBezTo>
                  <a:cubicBezTo>
                    <a:pt x="3927" y="767"/>
                    <a:pt x="3927" y="767"/>
                    <a:pt x="3927" y="767"/>
                  </a:cubicBezTo>
                  <a:cubicBezTo>
                    <a:pt x="3926" y="778"/>
                    <a:pt x="3926" y="778"/>
                    <a:pt x="3926" y="778"/>
                  </a:cubicBezTo>
                  <a:cubicBezTo>
                    <a:pt x="3925" y="790"/>
                    <a:pt x="3925" y="790"/>
                    <a:pt x="3925" y="790"/>
                  </a:cubicBezTo>
                  <a:cubicBezTo>
                    <a:pt x="3923" y="804"/>
                    <a:pt x="3923" y="804"/>
                    <a:pt x="3923" y="804"/>
                  </a:cubicBezTo>
                  <a:cubicBezTo>
                    <a:pt x="3921" y="823"/>
                    <a:pt x="3921" y="823"/>
                    <a:pt x="3921" y="823"/>
                  </a:cubicBezTo>
                  <a:cubicBezTo>
                    <a:pt x="3920" y="829"/>
                    <a:pt x="3920" y="829"/>
                    <a:pt x="3920" y="829"/>
                  </a:cubicBezTo>
                  <a:cubicBezTo>
                    <a:pt x="3914" y="828"/>
                    <a:pt x="3914" y="828"/>
                    <a:pt x="3914" y="828"/>
                  </a:cubicBezTo>
                  <a:cubicBezTo>
                    <a:pt x="3902" y="827"/>
                    <a:pt x="3902" y="827"/>
                    <a:pt x="3902" y="827"/>
                  </a:cubicBezTo>
                  <a:lnTo>
                    <a:pt x="3903" y="821"/>
                  </a:lnTo>
                  <a:close/>
                  <a:moveTo>
                    <a:pt x="3929" y="816"/>
                  </a:moveTo>
                  <a:cubicBezTo>
                    <a:pt x="3931" y="797"/>
                    <a:pt x="3931" y="797"/>
                    <a:pt x="3931" y="797"/>
                  </a:cubicBezTo>
                  <a:cubicBezTo>
                    <a:pt x="3932" y="790"/>
                    <a:pt x="3932" y="790"/>
                    <a:pt x="3932" y="790"/>
                  </a:cubicBezTo>
                  <a:cubicBezTo>
                    <a:pt x="3934" y="771"/>
                    <a:pt x="3934" y="771"/>
                    <a:pt x="3934" y="771"/>
                  </a:cubicBezTo>
                  <a:cubicBezTo>
                    <a:pt x="3935" y="760"/>
                    <a:pt x="3935" y="760"/>
                    <a:pt x="3935" y="760"/>
                  </a:cubicBezTo>
                  <a:cubicBezTo>
                    <a:pt x="3936" y="751"/>
                    <a:pt x="3936" y="751"/>
                    <a:pt x="3936" y="751"/>
                  </a:cubicBezTo>
                  <a:cubicBezTo>
                    <a:pt x="3936" y="751"/>
                    <a:pt x="3936" y="751"/>
                    <a:pt x="3936" y="751"/>
                  </a:cubicBezTo>
                  <a:cubicBezTo>
                    <a:pt x="3938" y="739"/>
                    <a:pt x="3946" y="735"/>
                    <a:pt x="3952" y="738"/>
                  </a:cubicBezTo>
                  <a:cubicBezTo>
                    <a:pt x="3954" y="739"/>
                    <a:pt x="3955" y="741"/>
                    <a:pt x="3956" y="743"/>
                  </a:cubicBezTo>
                  <a:cubicBezTo>
                    <a:pt x="3957" y="745"/>
                    <a:pt x="3957" y="748"/>
                    <a:pt x="3957" y="752"/>
                  </a:cubicBezTo>
                  <a:cubicBezTo>
                    <a:pt x="3957" y="752"/>
                    <a:pt x="3957" y="752"/>
                    <a:pt x="3957" y="752"/>
                  </a:cubicBezTo>
                  <a:cubicBezTo>
                    <a:pt x="3954" y="778"/>
                    <a:pt x="3954" y="778"/>
                    <a:pt x="3954" y="778"/>
                  </a:cubicBezTo>
                  <a:cubicBezTo>
                    <a:pt x="3952" y="791"/>
                    <a:pt x="3952" y="791"/>
                    <a:pt x="3952" y="791"/>
                  </a:cubicBezTo>
                  <a:cubicBezTo>
                    <a:pt x="3952" y="797"/>
                    <a:pt x="3952" y="797"/>
                    <a:pt x="3952" y="797"/>
                  </a:cubicBezTo>
                  <a:cubicBezTo>
                    <a:pt x="3951" y="802"/>
                    <a:pt x="3951" y="806"/>
                    <a:pt x="3950" y="811"/>
                  </a:cubicBezTo>
                  <a:cubicBezTo>
                    <a:pt x="3949" y="826"/>
                    <a:pt x="3949" y="826"/>
                    <a:pt x="3949" y="826"/>
                  </a:cubicBezTo>
                  <a:cubicBezTo>
                    <a:pt x="3948" y="831"/>
                    <a:pt x="3948" y="831"/>
                    <a:pt x="3948" y="831"/>
                  </a:cubicBezTo>
                  <a:cubicBezTo>
                    <a:pt x="3943" y="831"/>
                    <a:pt x="3943" y="831"/>
                    <a:pt x="3943" y="831"/>
                  </a:cubicBezTo>
                  <a:cubicBezTo>
                    <a:pt x="3938" y="831"/>
                    <a:pt x="3933" y="830"/>
                    <a:pt x="3929" y="830"/>
                  </a:cubicBezTo>
                  <a:cubicBezTo>
                    <a:pt x="3927" y="830"/>
                    <a:pt x="3927" y="830"/>
                    <a:pt x="3927" y="830"/>
                  </a:cubicBezTo>
                  <a:lnTo>
                    <a:pt x="3929" y="816"/>
                  </a:lnTo>
                  <a:close/>
                  <a:moveTo>
                    <a:pt x="3991" y="723"/>
                  </a:moveTo>
                  <a:cubicBezTo>
                    <a:pt x="3988" y="723"/>
                    <a:pt x="3984" y="722"/>
                    <a:pt x="3981" y="722"/>
                  </a:cubicBezTo>
                  <a:cubicBezTo>
                    <a:pt x="3978" y="722"/>
                    <a:pt x="3975" y="721"/>
                    <a:pt x="3972" y="721"/>
                  </a:cubicBezTo>
                  <a:cubicBezTo>
                    <a:pt x="3971" y="721"/>
                    <a:pt x="3971" y="721"/>
                    <a:pt x="3971" y="721"/>
                  </a:cubicBezTo>
                  <a:cubicBezTo>
                    <a:pt x="3973" y="706"/>
                    <a:pt x="3973" y="706"/>
                    <a:pt x="3973" y="706"/>
                  </a:cubicBezTo>
                  <a:cubicBezTo>
                    <a:pt x="3974" y="689"/>
                    <a:pt x="3974" y="689"/>
                    <a:pt x="3974" y="689"/>
                  </a:cubicBezTo>
                  <a:cubicBezTo>
                    <a:pt x="3976" y="676"/>
                    <a:pt x="3976" y="676"/>
                    <a:pt x="3976" y="676"/>
                  </a:cubicBezTo>
                  <a:cubicBezTo>
                    <a:pt x="3976" y="668"/>
                    <a:pt x="3976" y="668"/>
                    <a:pt x="3976" y="668"/>
                  </a:cubicBezTo>
                  <a:cubicBezTo>
                    <a:pt x="3977" y="659"/>
                    <a:pt x="3977" y="659"/>
                    <a:pt x="3977" y="659"/>
                  </a:cubicBezTo>
                  <a:cubicBezTo>
                    <a:pt x="3978" y="657"/>
                    <a:pt x="3978" y="657"/>
                    <a:pt x="3978" y="657"/>
                  </a:cubicBezTo>
                  <a:cubicBezTo>
                    <a:pt x="3978" y="648"/>
                    <a:pt x="3986" y="644"/>
                    <a:pt x="3992" y="646"/>
                  </a:cubicBezTo>
                  <a:cubicBezTo>
                    <a:pt x="3994" y="647"/>
                    <a:pt x="3996" y="648"/>
                    <a:pt x="3998" y="650"/>
                  </a:cubicBezTo>
                  <a:cubicBezTo>
                    <a:pt x="3999" y="652"/>
                    <a:pt x="3999" y="654"/>
                    <a:pt x="4000" y="656"/>
                  </a:cubicBezTo>
                  <a:cubicBezTo>
                    <a:pt x="4000" y="657"/>
                    <a:pt x="4000" y="658"/>
                    <a:pt x="4000" y="659"/>
                  </a:cubicBezTo>
                  <a:cubicBezTo>
                    <a:pt x="3999" y="668"/>
                    <a:pt x="3998" y="677"/>
                    <a:pt x="3997" y="685"/>
                  </a:cubicBezTo>
                  <a:cubicBezTo>
                    <a:pt x="3997" y="691"/>
                    <a:pt x="3997" y="691"/>
                    <a:pt x="3997" y="691"/>
                  </a:cubicBezTo>
                  <a:cubicBezTo>
                    <a:pt x="3996" y="701"/>
                    <a:pt x="3996" y="701"/>
                    <a:pt x="3996" y="701"/>
                  </a:cubicBezTo>
                  <a:cubicBezTo>
                    <a:pt x="3995" y="710"/>
                    <a:pt x="3995" y="710"/>
                    <a:pt x="3995" y="710"/>
                  </a:cubicBezTo>
                  <a:cubicBezTo>
                    <a:pt x="3994" y="720"/>
                    <a:pt x="3994" y="720"/>
                    <a:pt x="3994" y="720"/>
                  </a:cubicBezTo>
                  <a:cubicBezTo>
                    <a:pt x="3994" y="723"/>
                    <a:pt x="3994" y="723"/>
                    <a:pt x="3994" y="723"/>
                  </a:cubicBezTo>
                  <a:lnTo>
                    <a:pt x="3991" y="723"/>
                  </a:lnTo>
                  <a:close/>
                  <a:moveTo>
                    <a:pt x="3997" y="964"/>
                  </a:moveTo>
                  <a:cubicBezTo>
                    <a:pt x="4003" y="904"/>
                    <a:pt x="4003" y="904"/>
                    <a:pt x="4003" y="904"/>
                  </a:cubicBezTo>
                  <a:cubicBezTo>
                    <a:pt x="4004" y="896"/>
                    <a:pt x="4004" y="896"/>
                    <a:pt x="4004" y="896"/>
                  </a:cubicBezTo>
                  <a:cubicBezTo>
                    <a:pt x="4006" y="872"/>
                    <a:pt x="4026" y="865"/>
                    <a:pt x="4038" y="875"/>
                  </a:cubicBezTo>
                  <a:cubicBezTo>
                    <a:pt x="4044" y="879"/>
                    <a:pt x="4047" y="888"/>
                    <a:pt x="4046" y="900"/>
                  </a:cubicBezTo>
                  <a:cubicBezTo>
                    <a:pt x="4044" y="924"/>
                    <a:pt x="4044" y="924"/>
                    <a:pt x="4044" y="924"/>
                  </a:cubicBezTo>
                  <a:cubicBezTo>
                    <a:pt x="4040" y="968"/>
                    <a:pt x="4040" y="968"/>
                    <a:pt x="4040" y="968"/>
                  </a:cubicBezTo>
                  <a:cubicBezTo>
                    <a:pt x="4037" y="1002"/>
                    <a:pt x="4037" y="1002"/>
                    <a:pt x="4037" y="1002"/>
                  </a:cubicBezTo>
                  <a:cubicBezTo>
                    <a:pt x="3998" y="1003"/>
                    <a:pt x="3998" y="1003"/>
                    <a:pt x="3998" y="1003"/>
                  </a:cubicBezTo>
                  <a:cubicBezTo>
                    <a:pt x="3994" y="1003"/>
                    <a:pt x="3994" y="1003"/>
                    <a:pt x="3994" y="1003"/>
                  </a:cubicBezTo>
                  <a:lnTo>
                    <a:pt x="3997" y="964"/>
                  </a:lnTo>
                  <a:close/>
                  <a:moveTo>
                    <a:pt x="4046" y="776"/>
                  </a:moveTo>
                  <a:cubicBezTo>
                    <a:pt x="4045" y="785"/>
                    <a:pt x="4045" y="793"/>
                    <a:pt x="4044" y="802"/>
                  </a:cubicBezTo>
                  <a:cubicBezTo>
                    <a:pt x="4044" y="802"/>
                    <a:pt x="4044" y="802"/>
                    <a:pt x="4044" y="802"/>
                  </a:cubicBezTo>
                  <a:cubicBezTo>
                    <a:pt x="4044" y="812"/>
                    <a:pt x="4044" y="812"/>
                    <a:pt x="4044" y="812"/>
                  </a:cubicBezTo>
                  <a:cubicBezTo>
                    <a:pt x="4043" y="822"/>
                    <a:pt x="4043" y="822"/>
                    <a:pt x="4043" y="822"/>
                  </a:cubicBezTo>
                  <a:cubicBezTo>
                    <a:pt x="4043" y="828"/>
                    <a:pt x="4043" y="834"/>
                    <a:pt x="4042" y="840"/>
                  </a:cubicBezTo>
                  <a:cubicBezTo>
                    <a:pt x="4036" y="840"/>
                    <a:pt x="4031" y="839"/>
                    <a:pt x="4025" y="839"/>
                  </a:cubicBezTo>
                  <a:cubicBezTo>
                    <a:pt x="4025" y="838"/>
                    <a:pt x="4025" y="838"/>
                    <a:pt x="4025" y="838"/>
                  </a:cubicBezTo>
                  <a:cubicBezTo>
                    <a:pt x="4025" y="827"/>
                    <a:pt x="4025" y="827"/>
                    <a:pt x="4025" y="827"/>
                  </a:cubicBezTo>
                  <a:cubicBezTo>
                    <a:pt x="4026" y="817"/>
                    <a:pt x="4026" y="817"/>
                    <a:pt x="4026" y="817"/>
                  </a:cubicBezTo>
                  <a:cubicBezTo>
                    <a:pt x="4027" y="799"/>
                    <a:pt x="4027" y="799"/>
                    <a:pt x="4027" y="799"/>
                  </a:cubicBezTo>
                  <a:cubicBezTo>
                    <a:pt x="4028" y="791"/>
                    <a:pt x="4028" y="791"/>
                    <a:pt x="4028" y="791"/>
                  </a:cubicBezTo>
                  <a:cubicBezTo>
                    <a:pt x="4030" y="760"/>
                    <a:pt x="4030" y="760"/>
                    <a:pt x="4030" y="760"/>
                  </a:cubicBezTo>
                  <a:cubicBezTo>
                    <a:pt x="4030" y="759"/>
                    <a:pt x="4030" y="758"/>
                    <a:pt x="4030" y="758"/>
                  </a:cubicBezTo>
                  <a:cubicBezTo>
                    <a:pt x="4031" y="750"/>
                    <a:pt x="4036" y="747"/>
                    <a:pt x="4040" y="749"/>
                  </a:cubicBezTo>
                  <a:cubicBezTo>
                    <a:pt x="4044" y="751"/>
                    <a:pt x="4047" y="756"/>
                    <a:pt x="4047" y="764"/>
                  </a:cubicBezTo>
                  <a:lnTo>
                    <a:pt x="4046" y="776"/>
                  </a:lnTo>
                  <a:close/>
                  <a:moveTo>
                    <a:pt x="4043" y="733"/>
                  </a:moveTo>
                  <a:cubicBezTo>
                    <a:pt x="4039" y="732"/>
                    <a:pt x="4036" y="731"/>
                    <a:pt x="4032" y="730"/>
                  </a:cubicBezTo>
                  <a:cubicBezTo>
                    <a:pt x="4032" y="729"/>
                    <a:pt x="4032" y="729"/>
                    <a:pt x="4032" y="729"/>
                  </a:cubicBezTo>
                  <a:cubicBezTo>
                    <a:pt x="4033" y="711"/>
                    <a:pt x="4033" y="711"/>
                    <a:pt x="4033" y="711"/>
                  </a:cubicBezTo>
                  <a:cubicBezTo>
                    <a:pt x="4034" y="697"/>
                    <a:pt x="4034" y="697"/>
                    <a:pt x="4034" y="697"/>
                  </a:cubicBezTo>
                  <a:cubicBezTo>
                    <a:pt x="4035" y="686"/>
                    <a:pt x="4035" y="686"/>
                    <a:pt x="4035" y="686"/>
                  </a:cubicBezTo>
                  <a:cubicBezTo>
                    <a:pt x="4035" y="676"/>
                    <a:pt x="4035" y="676"/>
                    <a:pt x="4035" y="676"/>
                  </a:cubicBezTo>
                  <a:cubicBezTo>
                    <a:pt x="4036" y="667"/>
                    <a:pt x="4036" y="667"/>
                    <a:pt x="4036" y="667"/>
                  </a:cubicBezTo>
                  <a:cubicBezTo>
                    <a:pt x="4036" y="664"/>
                    <a:pt x="4036" y="664"/>
                    <a:pt x="4036" y="664"/>
                  </a:cubicBezTo>
                  <a:cubicBezTo>
                    <a:pt x="4037" y="654"/>
                    <a:pt x="4044" y="652"/>
                    <a:pt x="4049" y="657"/>
                  </a:cubicBezTo>
                  <a:cubicBezTo>
                    <a:pt x="4050" y="658"/>
                    <a:pt x="4051" y="660"/>
                    <a:pt x="4052" y="662"/>
                  </a:cubicBezTo>
                  <a:cubicBezTo>
                    <a:pt x="4052" y="664"/>
                    <a:pt x="4052" y="665"/>
                    <a:pt x="4052" y="667"/>
                  </a:cubicBezTo>
                  <a:cubicBezTo>
                    <a:pt x="4052" y="672"/>
                    <a:pt x="4052" y="672"/>
                    <a:pt x="4052" y="672"/>
                  </a:cubicBezTo>
                  <a:cubicBezTo>
                    <a:pt x="4051" y="680"/>
                    <a:pt x="4051" y="688"/>
                    <a:pt x="4050" y="697"/>
                  </a:cubicBezTo>
                  <a:cubicBezTo>
                    <a:pt x="4050" y="701"/>
                    <a:pt x="4050" y="701"/>
                    <a:pt x="4050" y="701"/>
                  </a:cubicBezTo>
                  <a:cubicBezTo>
                    <a:pt x="4050" y="705"/>
                    <a:pt x="4050" y="710"/>
                    <a:pt x="4049" y="714"/>
                  </a:cubicBezTo>
                  <a:cubicBezTo>
                    <a:pt x="4049" y="728"/>
                    <a:pt x="4049" y="728"/>
                    <a:pt x="4049" y="728"/>
                  </a:cubicBezTo>
                  <a:cubicBezTo>
                    <a:pt x="4048" y="734"/>
                    <a:pt x="4048" y="734"/>
                    <a:pt x="4048" y="734"/>
                  </a:cubicBezTo>
                  <a:cubicBezTo>
                    <a:pt x="4047" y="734"/>
                    <a:pt x="4045" y="733"/>
                    <a:pt x="4043" y="733"/>
                  </a:cubicBezTo>
                  <a:close/>
                  <a:moveTo>
                    <a:pt x="4082" y="670"/>
                  </a:moveTo>
                  <a:cubicBezTo>
                    <a:pt x="4084" y="672"/>
                    <a:pt x="4085" y="675"/>
                    <a:pt x="4085" y="680"/>
                  </a:cubicBezTo>
                  <a:cubicBezTo>
                    <a:pt x="4085" y="684"/>
                    <a:pt x="4085" y="684"/>
                    <a:pt x="4085" y="684"/>
                  </a:cubicBezTo>
                  <a:cubicBezTo>
                    <a:pt x="4085" y="698"/>
                    <a:pt x="4085" y="698"/>
                    <a:pt x="4085" y="698"/>
                  </a:cubicBezTo>
                  <a:cubicBezTo>
                    <a:pt x="4084" y="703"/>
                    <a:pt x="4084" y="707"/>
                    <a:pt x="4084" y="712"/>
                  </a:cubicBezTo>
                  <a:cubicBezTo>
                    <a:pt x="4084" y="713"/>
                    <a:pt x="4084" y="713"/>
                    <a:pt x="4084" y="713"/>
                  </a:cubicBezTo>
                  <a:cubicBezTo>
                    <a:pt x="4084" y="723"/>
                    <a:pt x="4083" y="734"/>
                    <a:pt x="4083" y="745"/>
                  </a:cubicBezTo>
                  <a:cubicBezTo>
                    <a:pt x="4083" y="745"/>
                    <a:pt x="4083" y="745"/>
                    <a:pt x="4083" y="745"/>
                  </a:cubicBezTo>
                  <a:cubicBezTo>
                    <a:pt x="4082" y="745"/>
                    <a:pt x="4082" y="745"/>
                    <a:pt x="4082" y="745"/>
                  </a:cubicBezTo>
                  <a:cubicBezTo>
                    <a:pt x="4079" y="744"/>
                    <a:pt x="4076" y="743"/>
                    <a:pt x="4073" y="742"/>
                  </a:cubicBezTo>
                  <a:cubicBezTo>
                    <a:pt x="4073" y="735"/>
                    <a:pt x="4073" y="728"/>
                    <a:pt x="4073" y="721"/>
                  </a:cubicBezTo>
                  <a:cubicBezTo>
                    <a:pt x="4074" y="709"/>
                    <a:pt x="4074" y="709"/>
                    <a:pt x="4074" y="709"/>
                  </a:cubicBezTo>
                  <a:cubicBezTo>
                    <a:pt x="4074" y="707"/>
                    <a:pt x="4074" y="707"/>
                    <a:pt x="4074" y="707"/>
                  </a:cubicBezTo>
                  <a:cubicBezTo>
                    <a:pt x="4075" y="693"/>
                    <a:pt x="4075" y="693"/>
                    <a:pt x="4075" y="693"/>
                  </a:cubicBezTo>
                  <a:cubicBezTo>
                    <a:pt x="4075" y="676"/>
                    <a:pt x="4075" y="676"/>
                    <a:pt x="4075" y="676"/>
                  </a:cubicBezTo>
                  <a:cubicBezTo>
                    <a:pt x="4075" y="675"/>
                    <a:pt x="4075" y="675"/>
                    <a:pt x="4075" y="675"/>
                  </a:cubicBezTo>
                  <a:cubicBezTo>
                    <a:pt x="4076" y="669"/>
                    <a:pt x="4080" y="667"/>
                    <a:pt x="4082" y="670"/>
                  </a:cubicBezTo>
                  <a:close/>
                  <a:moveTo>
                    <a:pt x="4076" y="650"/>
                  </a:moveTo>
                  <a:cubicBezTo>
                    <a:pt x="4077" y="641"/>
                    <a:pt x="4077" y="641"/>
                    <a:pt x="4077" y="641"/>
                  </a:cubicBezTo>
                  <a:cubicBezTo>
                    <a:pt x="4077" y="633"/>
                    <a:pt x="4077" y="633"/>
                    <a:pt x="4077" y="633"/>
                  </a:cubicBezTo>
                  <a:cubicBezTo>
                    <a:pt x="4077" y="628"/>
                    <a:pt x="4078" y="623"/>
                    <a:pt x="4078" y="618"/>
                  </a:cubicBezTo>
                  <a:cubicBezTo>
                    <a:pt x="4078" y="617"/>
                    <a:pt x="4078" y="617"/>
                    <a:pt x="4078" y="617"/>
                  </a:cubicBezTo>
                  <a:cubicBezTo>
                    <a:pt x="4078" y="608"/>
                    <a:pt x="4079" y="598"/>
                    <a:pt x="4079" y="588"/>
                  </a:cubicBezTo>
                  <a:cubicBezTo>
                    <a:pt x="4079" y="587"/>
                    <a:pt x="4079" y="587"/>
                    <a:pt x="4079" y="587"/>
                  </a:cubicBezTo>
                  <a:cubicBezTo>
                    <a:pt x="4080" y="579"/>
                    <a:pt x="4084" y="578"/>
                    <a:pt x="4086" y="582"/>
                  </a:cubicBezTo>
                  <a:cubicBezTo>
                    <a:pt x="4088" y="584"/>
                    <a:pt x="4089" y="587"/>
                    <a:pt x="4088" y="591"/>
                  </a:cubicBezTo>
                  <a:cubicBezTo>
                    <a:pt x="4088" y="597"/>
                    <a:pt x="4088" y="603"/>
                    <a:pt x="4088" y="609"/>
                  </a:cubicBezTo>
                  <a:cubicBezTo>
                    <a:pt x="4087" y="623"/>
                    <a:pt x="4087" y="623"/>
                    <a:pt x="4087" y="623"/>
                  </a:cubicBezTo>
                  <a:cubicBezTo>
                    <a:pt x="4087" y="624"/>
                    <a:pt x="4087" y="624"/>
                    <a:pt x="4087" y="624"/>
                  </a:cubicBezTo>
                  <a:cubicBezTo>
                    <a:pt x="4087" y="632"/>
                    <a:pt x="4087" y="632"/>
                    <a:pt x="4087" y="632"/>
                  </a:cubicBezTo>
                  <a:cubicBezTo>
                    <a:pt x="4087" y="643"/>
                    <a:pt x="4087" y="643"/>
                    <a:pt x="4087" y="643"/>
                  </a:cubicBezTo>
                  <a:cubicBezTo>
                    <a:pt x="4086" y="654"/>
                    <a:pt x="4086" y="654"/>
                    <a:pt x="4086" y="654"/>
                  </a:cubicBezTo>
                  <a:cubicBezTo>
                    <a:pt x="4083" y="653"/>
                    <a:pt x="4080" y="651"/>
                    <a:pt x="4077" y="650"/>
                  </a:cubicBezTo>
                  <a:lnTo>
                    <a:pt x="4076" y="650"/>
                  </a:lnTo>
                  <a:close/>
                  <a:moveTo>
                    <a:pt x="4081" y="771"/>
                  </a:moveTo>
                  <a:cubicBezTo>
                    <a:pt x="4081" y="772"/>
                    <a:pt x="4082" y="774"/>
                    <a:pt x="4081" y="776"/>
                  </a:cubicBezTo>
                  <a:cubicBezTo>
                    <a:pt x="4081" y="780"/>
                    <a:pt x="4081" y="780"/>
                    <a:pt x="4081" y="780"/>
                  </a:cubicBezTo>
                  <a:cubicBezTo>
                    <a:pt x="4081" y="790"/>
                    <a:pt x="4081" y="790"/>
                    <a:pt x="4081" y="790"/>
                  </a:cubicBezTo>
                  <a:cubicBezTo>
                    <a:pt x="4081" y="797"/>
                    <a:pt x="4081" y="803"/>
                    <a:pt x="4080" y="810"/>
                  </a:cubicBezTo>
                  <a:cubicBezTo>
                    <a:pt x="4080" y="820"/>
                    <a:pt x="4080" y="830"/>
                    <a:pt x="4079" y="840"/>
                  </a:cubicBezTo>
                  <a:cubicBezTo>
                    <a:pt x="4079" y="844"/>
                    <a:pt x="4079" y="844"/>
                    <a:pt x="4079" y="844"/>
                  </a:cubicBezTo>
                  <a:cubicBezTo>
                    <a:pt x="4074" y="844"/>
                    <a:pt x="4074" y="844"/>
                    <a:pt x="4074" y="844"/>
                  </a:cubicBezTo>
                  <a:cubicBezTo>
                    <a:pt x="4068" y="843"/>
                    <a:pt x="4068" y="843"/>
                    <a:pt x="4068" y="843"/>
                  </a:cubicBezTo>
                  <a:cubicBezTo>
                    <a:pt x="4069" y="831"/>
                    <a:pt x="4069" y="819"/>
                    <a:pt x="4070" y="808"/>
                  </a:cubicBezTo>
                  <a:cubicBezTo>
                    <a:pt x="4070" y="800"/>
                    <a:pt x="4070" y="800"/>
                    <a:pt x="4070" y="800"/>
                  </a:cubicBezTo>
                  <a:cubicBezTo>
                    <a:pt x="4070" y="789"/>
                    <a:pt x="4070" y="789"/>
                    <a:pt x="4070" y="789"/>
                  </a:cubicBezTo>
                  <a:cubicBezTo>
                    <a:pt x="4071" y="780"/>
                    <a:pt x="4071" y="780"/>
                    <a:pt x="4071" y="780"/>
                  </a:cubicBezTo>
                  <a:cubicBezTo>
                    <a:pt x="4071" y="772"/>
                    <a:pt x="4071" y="772"/>
                    <a:pt x="4071" y="772"/>
                  </a:cubicBezTo>
                  <a:cubicBezTo>
                    <a:pt x="4072" y="760"/>
                    <a:pt x="4079" y="762"/>
                    <a:pt x="4081" y="771"/>
                  </a:cubicBezTo>
                  <a:close/>
                  <a:moveTo>
                    <a:pt x="4070" y="680"/>
                  </a:moveTo>
                  <a:cubicBezTo>
                    <a:pt x="4070" y="686"/>
                    <a:pt x="4069" y="692"/>
                    <a:pt x="4069" y="698"/>
                  </a:cubicBezTo>
                  <a:cubicBezTo>
                    <a:pt x="4069" y="707"/>
                    <a:pt x="4069" y="707"/>
                    <a:pt x="4069" y="707"/>
                  </a:cubicBezTo>
                  <a:cubicBezTo>
                    <a:pt x="4068" y="712"/>
                    <a:pt x="4068" y="712"/>
                    <a:pt x="4068" y="712"/>
                  </a:cubicBezTo>
                  <a:cubicBezTo>
                    <a:pt x="4068" y="726"/>
                    <a:pt x="4068" y="726"/>
                    <a:pt x="4068" y="726"/>
                  </a:cubicBezTo>
                  <a:cubicBezTo>
                    <a:pt x="4067" y="740"/>
                    <a:pt x="4067" y="740"/>
                    <a:pt x="4067" y="740"/>
                  </a:cubicBezTo>
                  <a:cubicBezTo>
                    <a:pt x="4063" y="739"/>
                    <a:pt x="4059" y="738"/>
                    <a:pt x="4055" y="736"/>
                  </a:cubicBezTo>
                  <a:cubicBezTo>
                    <a:pt x="4054" y="736"/>
                    <a:pt x="4054" y="736"/>
                    <a:pt x="4054" y="736"/>
                  </a:cubicBezTo>
                  <a:cubicBezTo>
                    <a:pt x="4054" y="723"/>
                    <a:pt x="4054" y="723"/>
                    <a:pt x="4054" y="723"/>
                  </a:cubicBezTo>
                  <a:cubicBezTo>
                    <a:pt x="4055" y="710"/>
                    <a:pt x="4055" y="710"/>
                    <a:pt x="4055" y="710"/>
                  </a:cubicBezTo>
                  <a:cubicBezTo>
                    <a:pt x="4056" y="703"/>
                    <a:pt x="4056" y="703"/>
                    <a:pt x="4056" y="703"/>
                  </a:cubicBezTo>
                  <a:cubicBezTo>
                    <a:pt x="4056" y="692"/>
                    <a:pt x="4056" y="692"/>
                    <a:pt x="4056" y="692"/>
                  </a:cubicBezTo>
                  <a:cubicBezTo>
                    <a:pt x="4057" y="684"/>
                    <a:pt x="4057" y="677"/>
                    <a:pt x="4057" y="669"/>
                  </a:cubicBezTo>
                  <a:cubicBezTo>
                    <a:pt x="4057" y="668"/>
                    <a:pt x="4058" y="668"/>
                    <a:pt x="4058" y="667"/>
                  </a:cubicBezTo>
                  <a:cubicBezTo>
                    <a:pt x="4059" y="662"/>
                    <a:pt x="4062" y="660"/>
                    <a:pt x="4065" y="661"/>
                  </a:cubicBezTo>
                  <a:cubicBezTo>
                    <a:pt x="4068" y="662"/>
                    <a:pt x="4071" y="667"/>
                    <a:pt x="4070" y="673"/>
                  </a:cubicBezTo>
                  <a:lnTo>
                    <a:pt x="4070" y="680"/>
                  </a:lnTo>
                  <a:close/>
                  <a:moveTo>
                    <a:pt x="4066" y="767"/>
                  </a:moveTo>
                  <a:cubicBezTo>
                    <a:pt x="4065" y="785"/>
                    <a:pt x="4065" y="785"/>
                    <a:pt x="4065" y="785"/>
                  </a:cubicBezTo>
                  <a:cubicBezTo>
                    <a:pt x="4065" y="794"/>
                    <a:pt x="4065" y="794"/>
                    <a:pt x="4065" y="794"/>
                  </a:cubicBezTo>
                  <a:cubicBezTo>
                    <a:pt x="4064" y="805"/>
                    <a:pt x="4064" y="805"/>
                    <a:pt x="4064" y="805"/>
                  </a:cubicBezTo>
                  <a:cubicBezTo>
                    <a:pt x="4064" y="805"/>
                    <a:pt x="4064" y="805"/>
                    <a:pt x="4064" y="805"/>
                  </a:cubicBezTo>
                  <a:cubicBezTo>
                    <a:pt x="4064" y="817"/>
                    <a:pt x="4063" y="830"/>
                    <a:pt x="4062" y="843"/>
                  </a:cubicBezTo>
                  <a:cubicBezTo>
                    <a:pt x="4058" y="842"/>
                    <a:pt x="4053" y="842"/>
                    <a:pt x="4048" y="841"/>
                  </a:cubicBezTo>
                  <a:cubicBezTo>
                    <a:pt x="4049" y="817"/>
                    <a:pt x="4049" y="817"/>
                    <a:pt x="4049" y="817"/>
                  </a:cubicBezTo>
                  <a:cubicBezTo>
                    <a:pt x="4050" y="807"/>
                    <a:pt x="4050" y="807"/>
                    <a:pt x="4050" y="807"/>
                  </a:cubicBezTo>
                  <a:cubicBezTo>
                    <a:pt x="4050" y="802"/>
                    <a:pt x="4050" y="802"/>
                    <a:pt x="4050" y="802"/>
                  </a:cubicBezTo>
                  <a:cubicBezTo>
                    <a:pt x="4051" y="797"/>
                    <a:pt x="4051" y="797"/>
                    <a:pt x="4051" y="797"/>
                  </a:cubicBezTo>
                  <a:cubicBezTo>
                    <a:pt x="4052" y="771"/>
                    <a:pt x="4052" y="771"/>
                    <a:pt x="4052" y="771"/>
                  </a:cubicBezTo>
                  <a:cubicBezTo>
                    <a:pt x="4052" y="763"/>
                    <a:pt x="4052" y="763"/>
                    <a:pt x="4052" y="763"/>
                  </a:cubicBezTo>
                  <a:cubicBezTo>
                    <a:pt x="4053" y="750"/>
                    <a:pt x="4062" y="751"/>
                    <a:pt x="4065" y="760"/>
                  </a:cubicBezTo>
                  <a:cubicBezTo>
                    <a:pt x="4066" y="762"/>
                    <a:pt x="4066" y="764"/>
                    <a:pt x="4066" y="767"/>
                  </a:cubicBezTo>
                  <a:close/>
                  <a:moveTo>
                    <a:pt x="4057" y="577"/>
                  </a:moveTo>
                  <a:cubicBezTo>
                    <a:pt x="4057" y="582"/>
                    <a:pt x="4057" y="582"/>
                    <a:pt x="4057" y="582"/>
                  </a:cubicBezTo>
                  <a:cubicBezTo>
                    <a:pt x="4056" y="592"/>
                    <a:pt x="4056" y="592"/>
                    <a:pt x="4056" y="592"/>
                  </a:cubicBezTo>
                  <a:cubicBezTo>
                    <a:pt x="4056" y="601"/>
                    <a:pt x="4056" y="601"/>
                    <a:pt x="4056" y="601"/>
                  </a:cubicBezTo>
                  <a:cubicBezTo>
                    <a:pt x="4055" y="609"/>
                    <a:pt x="4055" y="609"/>
                    <a:pt x="4055" y="609"/>
                  </a:cubicBezTo>
                  <a:cubicBezTo>
                    <a:pt x="4055" y="609"/>
                    <a:pt x="4055" y="609"/>
                    <a:pt x="4055" y="609"/>
                  </a:cubicBezTo>
                  <a:cubicBezTo>
                    <a:pt x="4054" y="638"/>
                    <a:pt x="4054" y="638"/>
                    <a:pt x="4054" y="638"/>
                  </a:cubicBezTo>
                  <a:cubicBezTo>
                    <a:pt x="4053" y="641"/>
                    <a:pt x="4053" y="641"/>
                    <a:pt x="4053" y="641"/>
                  </a:cubicBezTo>
                  <a:cubicBezTo>
                    <a:pt x="4052" y="641"/>
                    <a:pt x="4051" y="641"/>
                    <a:pt x="4050" y="640"/>
                  </a:cubicBezTo>
                  <a:cubicBezTo>
                    <a:pt x="4046" y="639"/>
                    <a:pt x="4042" y="638"/>
                    <a:pt x="4038" y="637"/>
                  </a:cubicBezTo>
                  <a:cubicBezTo>
                    <a:pt x="4039" y="622"/>
                    <a:pt x="4039" y="622"/>
                    <a:pt x="4039" y="622"/>
                  </a:cubicBezTo>
                  <a:cubicBezTo>
                    <a:pt x="4039" y="615"/>
                    <a:pt x="4039" y="615"/>
                    <a:pt x="4039" y="615"/>
                  </a:cubicBezTo>
                  <a:cubicBezTo>
                    <a:pt x="4040" y="606"/>
                    <a:pt x="4040" y="606"/>
                    <a:pt x="4040" y="606"/>
                  </a:cubicBezTo>
                  <a:cubicBezTo>
                    <a:pt x="4040" y="605"/>
                    <a:pt x="4040" y="605"/>
                    <a:pt x="4040" y="605"/>
                  </a:cubicBezTo>
                  <a:cubicBezTo>
                    <a:pt x="4041" y="595"/>
                    <a:pt x="4041" y="595"/>
                    <a:pt x="4041" y="595"/>
                  </a:cubicBezTo>
                  <a:cubicBezTo>
                    <a:pt x="4041" y="591"/>
                    <a:pt x="4041" y="591"/>
                    <a:pt x="4041" y="591"/>
                  </a:cubicBezTo>
                  <a:cubicBezTo>
                    <a:pt x="4042" y="572"/>
                    <a:pt x="4042" y="572"/>
                    <a:pt x="4042" y="572"/>
                  </a:cubicBezTo>
                  <a:cubicBezTo>
                    <a:pt x="4043" y="558"/>
                    <a:pt x="4058" y="562"/>
                    <a:pt x="4057" y="577"/>
                  </a:cubicBezTo>
                  <a:close/>
                  <a:moveTo>
                    <a:pt x="4052" y="958"/>
                  </a:moveTo>
                  <a:cubicBezTo>
                    <a:pt x="4056" y="915"/>
                    <a:pt x="4056" y="915"/>
                    <a:pt x="4056" y="915"/>
                  </a:cubicBezTo>
                  <a:cubicBezTo>
                    <a:pt x="4057" y="901"/>
                    <a:pt x="4057" y="901"/>
                    <a:pt x="4057" y="901"/>
                  </a:cubicBezTo>
                  <a:cubicBezTo>
                    <a:pt x="4060" y="872"/>
                    <a:pt x="4082" y="867"/>
                    <a:pt x="4087" y="888"/>
                  </a:cubicBezTo>
                  <a:cubicBezTo>
                    <a:pt x="4088" y="892"/>
                    <a:pt x="4089" y="897"/>
                    <a:pt x="4088" y="904"/>
                  </a:cubicBezTo>
                  <a:cubicBezTo>
                    <a:pt x="4086" y="929"/>
                    <a:pt x="4086" y="929"/>
                    <a:pt x="4086" y="929"/>
                  </a:cubicBezTo>
                  <a:cubicBezTo>
                    <a:pt x="4079" y="1002"/>
                    <a:pt x="4079" y="1002"/>
                    <a:pt x="4079" y="1002"/>
                  </a:cubicBezTo>
                  <a:cubicBezTo>
                    <a:pt x="4047" y="1002"/>
                    <a:pt x="4047" y="1002"/>
                    <a:pt x="4047" y="1002"/>
                  </a:cubicBezTo>
                  <a:lnTo>
                    <a:pt x="4052" y="958"/>
                  </a:lnTo>
                  <a:close/>
                  <a:moveTo>
                    <a:pt x="4086" y="845"/>
                  </a:moveTo>
                  <a:cubicBezTo>
                    <a:pt x="4086" y="834"/>
                    <a:pt x="4086" y="834"/>
                    <a:pt x="4086" y="834"/>
                  </a:cubicBezTo>
                  <a:cubicBezTo>
                    <a:pt x="4086" y="826"/>
                    <a:pt x="4087" y="819"/>
                    <a:pt x="4087" y="811"/>
                  </a:cubicBezTo>
                  <a:cubicBezTo>
                    <a:pt x="4087" y="802"/>
                    <a:pt x="4088" y="793"/>
                    <a:pt x="4088" y="785"/>
                  </a:cubicBezTo>
                  <a:cubicBezTo>
                    <a:pt x="4088" y="776"/>
                    <a:pt x="4088" y="776"/>
                    <a:pt x="4088" y="776"/>
                  </a:cubicBezTo>
                  <a:cubicBezTo>
                    <a:pt x="4088" y="776"/>
                    <a:pt x="4088" y="775"/>
                    <a:pt x="4088" y="774"/>
                  </a:cubicBezTo>
                  <a:cubicBezTo>
                    <a:pt x="4089" y="769"/>
                    <a:pt x="4091" y="768"/>
                    <a:pt x="4093" y="770"/>
                  </a:cubicBezTo>
                  <a:cubicBezTo>
                    <a:pt x="4094" y="772"/>
                    <a:pt x="4095" y="775"/>
                    <a:pt x="4095" y="778"/>
                  </a:cubicBezTo>
                  <a:cubicBezTo>
                    <a:pt x="4095" y="779"/>
                    <a:pt x="4095" y="779"/>
                    <a:pt x="4095" y="780"/>
                  </a:cubicBezTo>
                  <a:cubicBezTo>
                    <a:pt x="4095" y="791"/>
                    <a:pt x="4095" y="802"/>
                    <a:pt x="4094" y="813"/>
                  </a:cubicBezTo>
                  <a:cubicBezTo>
                    <a:pt x="4094" y="827"/>
                    <a:pt x="4094" y="827"/>
                    <a:pt x="4094" y="827"/>
                  </a:cubicBezTo>
                  <a:cubicBezTo>
                    <a:pt x="4093" y="846"/>
                    <a:pt x="4093" y="846"/>
                    <a:pt x="4093" y="846"/>
                  </a:cubicBezTo>
                  <a:cubicBezTo>
                    <a:pt x="4091" y="846"/>
                    <a:pt x="4088" y="846"/>
                    <a:pt x="4086" y="845"/>
                  </a:cubicBezTo>
                  <a:close/>
                  <a:moveTo>
                    <a:pt x="4089" y="571"/>
                  </a:moveTo>
                  <a:cubicBezTo>
                    <a:pt x="4084" y="568"/>
                    <a:pt x="4084" y="568"/>
                    <a:pt x="4084" y="568"/>
                  </a:cubicBezTo>
                  <a:cubicBezTo>
                    <a:pt x="4083" y="568"/>
                    <a:pt x="4081" y="567"/>
                    <a:pt x="4080" y="566"/>
                  </a:cubicBezTo>
                  <a:cubicBezTo>
                    <a:pt x="4080" y="562"/>
                    <a:pt x="4080" y="562"/>
                    <a:pt x="4080" y="562"/>
                  </a:cubicBezTo>
                  <a:cubicBezTo>
                    <a:pt x="4080" y="558"/>
                    <a:pt x="4080" y="558"/>
                    <a:pt x="4080" y="558"/>
                  </a:cubicBezTo>
                  <a:cubicBezTo>
                    <a:pt x="4080" y="550"/>
                    <a:pt x="4081" y="543"/>
                    <a:pt x="4081" y="536"/>
                  </a:cubicBezTo>
                  <a:cubicBezTo>
                    <a:pt x="4081" y="530"/>
                    <a:pt x="4081" y="530"/>
                    <a:pt x="4081" y="530"/>
                  </a:cubicBezTo>
                  <a:cubicBezTo>
                    <a:pt x="4082" y="519"/>
                    <a:pt x="4082" y="519"/>
                    <a:pt x="4082" y="519"/>
                  </a:cubicBezTo>
                  <a:cubicBezTo>
                    <a:pt x="4082" y="509"/>
                    <a:pt x="4082" y="509"/>
                    <a:pt x="4082" y="509"/>
                  </a:cubicBezTo>
                  <a:cubicBezTo>
                    <a:pt x="4082" y="506"/>
                    <a:pt x="4082" y="506"/>
                    <a:pt x="4082" y="506"/>
                  </a:cubicBezTo>
                  <a:cubicBezTo>
                    <a:pt x="4083" y="498"/>
                    <a:pt x="4087" y="498"/>
                    <a:pt x="4090" y="503"/>
                  </a:cubicBezTo>
                  <a:cubicBezTo>
                    <a:pt x="4091" y="505"/>
                    <a:pt x="4091" y="508"/>
                    <a:pt x="4091" y="511"/>
                  </a:cubicBezTo>
                  <a:cubicBezTo>
                    <a:pt x="4091" y="511"/>
                    <a:pt x="4091" y="511"/>
                    <a:pt x="4091" y="511"/>
                  </a:cubicBezTo>
                  <a:cubicBezTo>
                    <a:pt x="4091" y="522"/>
                    <a:pt x="4091" y="522"/>
                    <a:pt x="4091" y="522"/>
                  </a:cubicBezTo>
                  <a:cubicBezTo>
                    <a:pt x="4090" y="528"/>
                    <a:pt x="4090" y="534"/>
                    <a:pt x="4090" y="541"/>
                  </a:cubicBezTo>
                  <a:cubicBezTo>
                    <a:pt x="4090" y="550"/>
                    <a:pt x="4090" y="550"/>
                    <a:pt x="4090" y="550"/>
                  </a:cubicBezTo>
                  <a:cubicBezTo>
                    <a:pt x="4089" y="554"/>
                    <a:pt x="4089" y="554"/>
                    <a:pt x="4089" y="554"/>
                  </a:cubicBezTo>
                  <a:cubicBezTo>
                    <a:pt x="4089" y="564"/>
                    <a:pt x="4089" y="564"/>
                    <a:pt x="4089" y="564"/>
                  </a:cubicBezTo>
                  <a:lnTo>
                    <a:pt x="4089" y="571"/>
                  </a:lnTo>
                  <a:close/>
                  <a:moveTo>
                    <a:pt x="4087" y="490"/>
                  </a:moveTo>
                  <a:cubicBezTo>
                    <a:pt x="4086" y="489"/>
                    <a:pt x="4084" y="488"/>
                    <a:pt x="4083" y="488"/>
                  </a:cubicBezTo>
                  <a:cubicBezTo>
                    <a:pt x="4083" y="481"/>
                    <a:pt x="4083" y="481"/>
                    <a:pt x="4083" y="481"/>
                  </a:cubicBezTo>
                  <a:cubicBezTo>
                    <a:pt x="4083" y="480"/>
                    <a:pt x="4083" y="480"/>
                    <a:pt x="4083" y="480"/>
                  </a:cubicBezTo>
                  <a:cubicBezTo>
                    <a:pt x="4083" y="473"/>
                    <a:pt x="4083" y="473"/>
                    <a:pt x="4083" y="473"/>
                  </a:cubicBezTo>
                  <a:cubicBezTo>
                    <a:pt x="4083" y="469"/>
                    <a:pt x="4084" y="464"/>
                    <a:pt x="4084" y="459"/>
                  </a:cubicBezTo>
                  <a:cubicBezTo>
                    <a:pt x="4084" y="452"/>
                    <a:pt x="4084" y="452"/>
                    <a:pt x="4084" y="452"/>
                  </a:cubicBezTo>
                  <a:cubicBezTo>
                    <a:pt x="4084" y="448"/>
                    <a:pt x="4084" y="444"/>
                    <a:pt x="4085" y="440"/>
                  </a:cubicBezTo>
                  <a:cubicBezTo>
                    <a:pt x="4085" y="431"/>
                    <a:pt x="4085" y="431"/>
                    <a:pt x="4085" y="431"/>
                  </a:cubicBezTo>
                  <a:cubicBezTo>
                    <a:pt x="4085" y="430"/>
                    <a:pt x="4085" y="430"/>
                    <a:pt x="4085" y="430"/>
                  </a:cubicBezTo>
                  <a:cubicBezTo>
                    <a:pt x="4085" y="423"/>
                    <a:pt x="4089" y="423"/>
                    <a:pt x="4091" y="426"/>
                  </a:cubicBezTo>
                  <a:cubicBezTo>
                    <a:pt x="4092" y="428"/>
                    <a:pt x="4093" y="430"/>
                    <a:pt x="4093" y="433"/>
                  </a:cubicBezTo>
                  <a:cubicBezTo>
                    <a:pt x="4093" y="433"/>
                    <a:pt x="4093" y="434"/>
                    <a:pt x="4093" y="435"/>
                  </a:cubicBezTo>
                  <a:cubicBezTo>
                    <a:pt x="4093" y="445"/>
                    <a:pt x="4093" y="445"/>
                    <a:pt x="4093" y="445"/>
                  </a:cubicBezTo>
                  <a:cubicBezTo>
                    <a:pt x="4093" y="451"/>
                    <a:pt x="4093" y="458"/>
                    <a:pt x="4092" y="464"/>
                  </a:cubicBezTo>
                  <a:cubicBezTo>
                    <a:pt x="4092" y="466"/>
                    <a:pt x="4092" y="466"/>
                    <a:pt x="4092" y="466"/>
                  </a:cubicBezTo>
                  <a:cubicBezTo>
                    <a:pt x="4092" y="472"/>
                    <a:pt x="4092" y="472"/>
                    <a:pt x="4092" y="472"/>
                  </a:cubicBezTo>
                  <a:cubicBezTo>
                    <a:pt x="4092" y="473"/>
                    <a:pt x="4092" y="473"/>
                    <a:pt x="4092" y="473"/>
                  </a:cubicBezTo>
                  <a:cubicBezTo>
                    <a:pt x="4091" y="487"/>
                    <a:pt x="4091" y="487"/>
                    <a:pt x="4091" y="487"/>
                  </a:cubicBezTo>
                  <a:cubicBezTo>
                    <a:pt x="4091" y="493"/>
                    <a:pt x="4091" y="493"/>
                    <a:pt x="4091" y="493"/>
                  </a:cubicBezTo>
                  <a:cubicBezTo>
                    <a:pt x="4090" y="492"/>
                    <a:pt x="4089" y="491"/>
                    <a:pt x="4087" y="490"/>
                  </a:cubicBezTo>
                  <a:close/>
                  <a:moveTo>
                    <a:pt x="4084" y="363"/>
                  </a:moveTo>
                  <a:cubicBezTo>
                    <a:pt x="4084" y="369"/>
                    <a:pt x="4083" y="375"/>
                    <a:pt x="4083" y="381"/>
                  </a:cubicBezTo>
                  <a:cubicBezTo>
                    <a:pt x="4083" y="384"/>
                    <a:pt x="4083" y="384"/>
                    <a:pt x="4083" y="384"/>
                  </a:cubicBezTo>
                  <a:cubicBezTo>
                    <a:pt x="4083" y="384"/>
                    <a:pt x="4083" y="384"/>
                    <a:pt x="4083" y="384"/>
                  </a:cubicBezTo>
                  <a:cubicBezTo>
                    <a:pt x="4082" y="401"/>
                    <a:pt x="4082" y="401"/>
                    <a:pt x="4082" y="401"/>
                  </a:cubicBezTo>
                  <a:cubicBezTo>
                    <a:pt x="4082" y="407"/>
                    <a:pt x="4082" y="407"/>
                    <a:pt x="4082" y="407"/>
                  </a:cubicBezTo>
                  <a:cubicBezTo>
                    <a:pt x="4082" y="409"/>
                    <a:pt x="4082" y="409"/>
                    <a:pt x="4082" y="409"/>
                  </a:cubicBezTo>
                  <a:cubicBezTo>
                    <a:pt x="4082" y="409"/>
                    <a:pt x="4082" y="409"/>
                    <a:pt x="4082" y="409"/>
                  </a:cubicBezTo>
                  <a:cubicBezTo>
                    <a:pt x="4082" y="409"/>
                    <a:pt x="4082" y="409"/>
                    <a:pt x="4082" y="409"/>
                  </a:cubicBezTo>
                  <a:cubicBezTo>
                    <a:pt x="4081" y="409"/>
                    <a:pt x="4081" y="408"/>
                    <a:pt x="4080" y="408"/>
                  </a:cubicBezTo>
                  <a:cubicBezTo>
                    <a:pt x="4079" y="407"/>
                    <a:pt x="4078" y="407"/>
                    <a:pt x="4076" y="406"/>
                  </a:cubicBezTo>
                  <a:cubicBezTo>
                    <a:pt x="4075" y="405"/>
                    <a:pt x="4073" y="404"/>
                    <a:pt x="4071" y="403"/>
                  </a:cubicBezTo>
                  <a:cubicBezTo>
                    <a:pt x="4071" y="394"/>
                    <a:pt x="4071" y="394"/>
                    <a:pt x="4071" y="394"/>
                  </a:cubicBezTo>
                  <a:cubicBezTo>
                    <a:pt x="4072" y="391"/>
                    <a:pt x="4072" y="391"/>
                    <a:pt x="4072" y="391"/>
                  </a:cubicBezTo>
                  <a:cubicBezTo>
                    <a:pt x="4072" y="379"/>
                    <a:pt x="4072" y="379"/>
                    <a:pt x="4072" y="379"/>
                  </a:cubicBezTo>
                  <a:cubicBezTo>
                    <a:pt x="4073" y="372"/>
                    <a:pt x="4073" y="372"/>
                    <a:pt x="4073" y="372"/>
                  </a:cubicBezTo>
                  <a:cubicBezTo>
                    <a:pt x="4073" y="358"/>
                    <a:pt x="4073" y="358"/>
                    <a:pt x="4073" y="358"/>
                  </a:cubicBezTo>
                  <a:cubicBezTo>
                    <a:pt x="4074" y="354"/>
                    <a:pt x="4074" y="354"/>
                    <a:pt x="4074" y="354"/>
                  </a:cubicBezTo>
                  <a:cubicBezTo>
                    <a:pt x="4074" y="347"/>
                    <a:pt x="4079" y="347"/>
                    <a:pt x="4082" y="351"/>
                  </a:cubicBezTo>
                  <a:cubicBezTo>
                    <a:pt x="4083" y="353"/>
                    <a:pt x="4084" y="355"/>
                    <a:pt x="4084" y="358"/>
                  </a:cubicBezTo>
                  <a:lnTo>
                    <a:pt x="4084" y="363"/>
                  </a:lnTo>
                  <a:close/>
                  <a:moveTo>
                    <a:pt x="4071" y="418"/>
                  </a:moveTo>
                  <a:cubicBezTo>
                    <a:pt x="4072" y="417"/>
                    <a:pt x="4072" y="417"/>
                    <a:pt x="4073" y="417"/>
                  </a:cubicBezTo>
                  <a:cubicBezTo>
                    <a:pt x="4075" y="415"/>
                    <a:pt x="4078" y="418"/>
                    <a:pt x="4080" y="422"/>
                  </a:cubicBezTo>
                  <a:cubicBezTo>
                    <a:pt x="4080" y="423"/>
                    <a:pt x="4081" y="425"/>
                    <a:pt x="4081" y="428"/>
                  </a:cubicBezTo>
                  <a:cubicBezTo>
                    <a:pt x="4080" y="435"/>
                    <a:pt x="4080" y="435"/>
                    <a:pt x="4080" y="435"/>
                  </a:cubicBezTo>
                  <a:cubicBezTo>
                    <a:pt x="4080" y="444"/>
                    <a:pt x="4080" y="444"/>
                    <a:pt x="4080" y="444"/>
                  </a:cubicBezTo>
                  <a:cubicBezTo>
                    <a:pt x="4079" y="456"/>
                    <a:pt x="4079" y="456"/>
                    <a:pt x="4079" y="456"/>
                  </a:cubicBezTo>
                  <a:cubicBezTo>
                    <a:pt x="4079" y="456"/>
                    <a:pt x="4079" y="456"/>
                    <a:pt x="4079" y="456"/>
                  </a:cubicBezTo>
                  <a:cubicBezTo>
                    <a:pt x="4079" y="463"/>
                    <a:pt x="4079" y="470"/>
                    <a:pt x="4078" y="477"/>
                  </a:cubicBezTo>
                  <a:cubicBezTo>
                    <a:pt x="4078" y="484"/>
                    <a:pt x="4078" y="484"/>
                    <a:pt x="4078" y="484"/>
                  </a:cubicBezTo>
                  <a:cubicBezTo>
                    <a:pt x="4078" y="485"/>
                    <a:pt x="4078" y="485"/>
                    <a:pt x="4078" y="485"/>
                  </a:cubicBezTo>
                  <a:cubicBezTo>
                    <a:pt x="4078" y="485"/>
                    <a:pt x="4078" y="485"/>
                    <a:pt x="4078" y="485"/>
                  </a:cubicBezTo>
                  <a:cubicBezTo>
                    <a:pt x="4078" y="485"/>
                    <a:pt x="4078" y="485"/>
                    <a:pt x="4078" y="485"/>
                  </a:cubicBezTo>
                  <a:cubicBezTo>
                    <a:pt x="4077" y="484"/>
                    <a:pt x="4077" y="484"/>
                    <a:pt x="4077" y="484"/>
                  </a:cubicBezTo>
                  <a:cubicBezTo>
                    <a:pt x="4076" y="484"/>
                    <a:pt x="4074" y="483"/>
                    <a:pt x="4073" y="482"/>
                  </a:cubicBezTo>
                  <a:cubicBezTo>
                    <a:pt x="4071" y="481"/>
                    <a:pt x="4069" y="480"/>
                    <a:pt x="4067" y="479"/>
                  </a:cubicBezTo>
                  <a:cubicBezTo>
                    <a:pt x="4067" y="466"/>
                    <a:pt x="4067" y="466"/>
                    <a:pt x="4067" y="466"/>
                  </a:cubicBezTo>
                  <a:cubicBezTo>
                    <a:pt x="4068" y="454"/>
                    <a:pt x="4068" y="454"/>
                    <a:pt x="4068" y="454"/>
                  </a:cubicBezTo>
                  <a:cubicBezTo>
                    <a:pt x="4068" y="451"/>
                    <a:pt x="4068" y="451"/>
                    <a:pt x="4068" y="451"/>
                  </a:cubicBezTo>
                  <a:cubicBezTo>
                    <a:pt x="4069" y="445"/>
                    <a:pt x="4069" y="445"/>
                    <a:pt x="4069" y="445"/>
                  </a:cubicBezTo>
                  <a:cubicBezTo>
                    <a:pt x="4069" y="430"/>
                    <a:pt x="4069" y="430"/>
                    <a:pt x="4069" y="430"/>
                  </a:cubicBezTo>
                  <a:cubicBezTo>
                    <a:pt x="4070" y="423"/>
                    <a:pt x="4070" y="423"/>
                    <a:pt x="4070" y="423"/>
                  </a:cubicBezTo>
                  <a:cubicBezTo>
                    <a:pt x="4070" y="421"/>
                    <a:pt x="4070" y="419"/>
                    <a:pt x="4071" y="418"/>
                  </a:cubicBezTo>
                  <a:close/>
                  <a:moveTo>
                    <a:pt x="4067" y="494"/>
                  </a:moveTo>
                  <a:cubicBezTo>
                    <a:pt x="4068" y="492"/>
                    <a:pt x="4069" y="491"/>
                    <a:pt x="4071" y="491"/>
                  </a:cubicBezTo>
                  <a:cubicBezTo>
                    <a:pt x="4073" y="491"/>
                    <a:pt x="4076" y="494"/>
                    <a:pt x="4077" y="499"/>
                  </a:cubicBezTo>
                  <a:cubicBezTo>
                    <a:pt x="4078" y="500"/>
                    <a:pt x="4078" y="501"/>
                    <a:pt x="4078" y="503"/>
                  </a:cubicBezTo>
                  <a:cubicBezTo>
                    <a:pt x="4077" y="513"/>
                    <a:pt x="4077" y="513"/>
                    <a:pt x="4077" y="513"/>
                  </a:cubicBezTo>
                  <a:cubicBezTo>
                    <a:pt x="4077" y="524"/>
                    <a:pt x="4077" y="524"/>
                    <a:pt x="4077" y="524"/>
                  </a:cubicBezTo>
                  <a:cubicBezTo>
                    <a:pt x="4076" y="533"/>
                    <a:pt x="4076" y="533"/>
                    <a:pt x="4076" y="533"/>
                  </a:cubicBezTo>
                  <a:cubicBezTo>
                    <a:pt x="4076" y="534"/>
                    <a:pt x="4076" y="534"/>
                    <a:pt x="4076" y="534"/>
                  </a:cubicBezTo>
                  <a:cubicBezTo>
                    <a:pt x="4075" y="562"/>
                    <a:pt x="4075" y="562"/>
                    <a:pt x="4075" y="562"/>
                  </a:cubicBezTo>
                  <a:cubicBezTo>
                    <a:pt x="4075" y="563"/>
                    <a:pt x="4075" y="563"/>
                    <a:pt x="4075" y="563"/>
                  </a:cubicBezTo>
                  <a:cubicBezTo>
                    <a:pt x="4074" y="563"/>
                    <a:pt x="4074" y="563"/>
                    <a:pt x="4074" y="563"/>
                  </a:cubicBezTo>
                  <a:cubicBezTo>
                    <a:pt x="4070" y="561"/>
                    <a:pt x="4067" y="560"/>
                    <a:pt x="4063" y="558"/>
                  </a:cubicBezTo>
                  <a:cubicBezTo>
                    <a:pt x="4064" y="545"/>
                    <a:pt x="4064" y="545"/>
                    <a:pt x="4064" y="545"/>
                  </a:cubicBezTo>
                  <a:cubicBezTo>
                    <a:pt x="4064" y="534"/>
                    <a:pt x="4064" y="534"/>
                    <a:pt x="4064" y="534"/>
                  </a:cubicBezTo>
                  <a:cubicBezTo>
                    <a:pt x="4065" y="528"/>
                    <a:pt x="4065" y="528"/>
                    <a:pt x="4065" y="528"/>
                  </a:cubicBezTo>
                  <a:cubicBezTo>
                    <a:pt x="4065" y="524"/>
                    <a:pt x="4065" y="524"/>
                    <a:pt x="4065" y="524"/>
                  </a:cubicBezTo>
                  <a:cubicBezTo>
                    <a:pt x="4066" y="509"/>
                    <a:pt x="4066" y="509"/>
                    <a:pt x="4066" y="509"/>
                  </a:cubicBezTo>
                  <a:cubicBezTo>
                    <a:pt x="4066" y="498"/>
                    <a:pt x="4066" y="498"/>
                    <a:pt x="4066" y="498"/>
                  </a:cubicBezTo>
                  <a:cubicBezTo>
                    <a:pt x="4066" y="496"/>
                    <a:pt x="4066" y="495"/>
                    <a:pt x="4067" y="494"/>
                  </a:cubicBezTo>
                  <a:close/>
                  <a:moveTo>
                    <a:pt x="4068" y="573"/>
                  </a:moveTo>
                  <a:cubicBezTo>
                    <a:pt x="4070" y="573"/>
                    <a:pt x="4072" y="575"/>
                    <a:pt x="4073" y="578"/>
                  </a:cubicBezTo>
                  <a:cubicBezTo>
                    <a:pt x="4074" y="580"/>
                    <a:pt x="4074" y="582"/>
                    <a:pt x="4074" y="585"/>
                  </a:cubicBezTo>
                  <a:cubicBezTo>
                    <a:pt x="4074" y="586"/>
                    <a:pt x="4074" y="586"/>
                    <a:pt x="4074" y="586"/>
                  </a:cubicBezTo>
                  <a:cubicBezTo>
                    <a:pt x="4074" y="593"/>
                    <a:pt x="4074" y="593"/>
                    <a:pt x="4074" y="593"/>
                  </a:cubicBezTo>
                  <a:cubicBezTo>
                    <a:pt x="4073" y="601"/>
                    <a:pt x="4073" y="609"/>
                    <a:pt x="4073" y="616"/>
                  </a:cubicBezTo>
                  <a:cubicBezTo>
                    <a:pt x="4072" y="622"/>
                    <a:pt x="4072" y="622"/>
                    <a:pt x="4072" y="622"/>
                  </a:cubicBezTo>
                  <a:cubicBezTo>
                    <a:pt x="4072" y="637"/>
                    <a:pt x="4072" y="637"/>
                    <a:pt x="4072" y="637"/>
                  </a:cubicBezTo>
                  <a:cubicBezTo>
                    <a:pt x="4071" y="646"/>
                    <a:pt x="4071" y="646"/>
                    <a:pt x="4071" y="646"/>
                  </a:cubicBezTo>
                  <a:cubicBezTo>
                    <a:pt x="4071" y="648"/>
                    <a:pt x="4071" y="648"/>
                    <a:pt x="4071" y="648"/>
                  </a:cubicBezTo>
                  <a:cubicBezTo>
                    <a:pt x="4070" y="647"/>
                    <a:pt x="4070" y="647"/>
                    <a:pt x="4070" y="647"/>
                  </a:cubicBezTo>
                  <a:cubicBezTo>
                    <a:pt x="4067" y="646"/>
                    <a:pt x="4065" y="645"/>
                    <a:pt x="4063" y="645"/>
                  </a:cubicBezTo>
                  <a:cubicBezTo>
                    <a:pt x="4061" y="644"/>
                    <a:pt x="4060" y="644"/>
                    <a:pt x="4059" y="643"/>
                  </a:cubicBezTo>
                  <a:cubicBezTo>
                    <a:pt x="4059" y="633"/>
                    <a:pt x="4059" y="633"/>
                    <a:pt x="4059" y="633"/>
                  </a:cubicBezTo>
                  <a:cubicBezTo>
                    <a:pt x="4060" y="612"/>
                    <a:pt x="4060" y="612"/>
                    <a:pt x="4060" y="612"/>
                  </a:cubicBezTo>
                  <a:cubicBezTo>
                    <a:pt x="4061" y="604"/>
                    <a:pt x="4061" y="604"/>
                    <a:pt x="4061" y="604"/>
                  </a:cubicBezTo>
                  <a:cubicBezTo>
                    <a:pt x="4061" y="597"/>
                    <a:pt x="4061" y="597"/>
                    <a:pt x="4061" y="597"/>
                  </a:cubicBezTo>
                  <a:cubicBezTo>
                    <a:pt x="4062" y="588"/>
                    <a:pt x="4062" y="588"/>
                    <a:pt x="4062" y="588"/>
                  </a:cubicBezTo>
                  <a:cubicBezTo>
                    <a:pt x="4062" y="580"/>
                    <a:pt x="4062" y="580"/>
                    <a:pt x="4062" y="580"/>
                  </a:cubicBezTo>
                  <a:cubicBezTo>
                    <a:pt x="4062" y="579"/>
                    <a:pt x="4062" y="578"/>
                    <a:pt x="4063" y="577"/>
                  </a:cubicBezTo>
                  <a:cubicBezTo>
                    <a:pt x="4063" y="574"/>
                    <a:pt x="4065" y="572"/>
                    <a:pt x="4068" y="573"/>
                  </a:cubicBezTo>
                  <a:close/>
                  <a:moveTo>
                    <a:pt x="4061" y="498"/>
                  </a:moveTo>
                  <a:cubicBezTo>
                    <a:pt x="4061" y="499"/>
                    <a:pt x="4061" y="499"/>
                    <a:pt x="4061" y="499"/>
                  </a:cubicBezTo>
                  <a:cubicBezTo>
                    <a:pt x="4061" y="503"/>
                    <a:pt x="4061" y="508"/>
                    <a:pt x="4060" y="513"/>
                  </a:cubicBezTo>
                  <a:cubicBezTo>
                    <a:pt x="4060" y="526"/>
                    <a:pt x="4060" y="526"/>
                    <a:pt x="4060" y="526"/>
                  </a:cubicBezTo>
                  <a:cubicBezTo>
                    <a:pt x="4060" y="528"/>
                    <a:pt x="4060" y="528"/>
                    <a:pt x="4060" y="528"/>
                  </a:cubicBezTo>
                  <a:cubicBezTo>
                    <a:pt x="4059" y="538"/>
                    <a:pt x="4059" y="538"/>
                    <a:pt x="4059" y="538"/>
                  </a:cubicBezTo>
                  <a:cubicBezTo>
                    <a:pt x="4058" y="549"/>
                    <a:pt x="4058" y="549"/>
                    <a:pt x="4058" y="549"/>
                  </a:cubicBezTo>
                  <a:cubicBezTo>
                    <a:pt x="4058" y="556"/>
                    <a:pt x="4058" y="556"/>
                    <a:pt x="4058" y="556"/>
                  </a:cubicBezTo>
                  <a:cubicBezTo>
                    <a:pt x="4056" y="555"/>
                    <a:pt x="4054" y="555"/>
                    <a:pt x="4052" y="554"/>
                  </a:cubicBezTo>
                  <a:cubicBezTo>
                    <a:pt x="4050" y="553"/>
                    <a:pt x="4047" y="552"/>
                    <a:pt x="4044" y="551"/>
                  </a:cubicBezTo>
                  <a:cubicBezTo>
                    <a:pt x="4043" y="551"/>
                    <a:pt x="4043" y="551"/>
                    <a:pt x="4043" y="551"/>
                  </a:cubicBezTo>
                  <a:cubicBezTo>
                    <a:pt x="4044" y="541"/>
                    <a:pt x="4044" y="541"/>
                    <a:pt x="4044" y="541"/>
                  </a:cubicBezTo>
                  <a:cubicBezTo>
                    <a:pt x="4044" y="536"/>
                    <a:pt x="4045" y="531"/>
                    <a:pt x="4045" y="526"/>
                  </a:cubicBezTo>
                  <a:cubicBezTo>
                    <a:pt x="4045" y="521"/>
                    <a:pt x="4045" y="521"/>
                    <a:pt x="4045" y="521"/>
                  </a:cubicBezTo>
                  <a:cubicBezTo>
                    <a:pt x="4046" y="512"/>
                    <a:pt x="4046" y="512"/>
                    <a:pt x="4046" y="512"/>
                  </a:cubicBezTo>
                  <a:cubicBezTo>
                    <a:pt x="4046" y="511"/>
                    <a:pt x="4046" y="511"/>
                    <a:pt x="4046" y="511"/>
                  </a:cubicBezTo>
                  <a:cubicBezTo>
                    <a:pt x="4046" y="504"/>
                    <a:pt x="4046" y="504"/>
                    <a:pt x="4046" y="504"/>
                  </a:cubicBezTo>
                  <a:cubicBezTo>
                    <a:pt x="4047" y="491"/>
                    <a:pt x="4047" y="491"/>
                    <a:pt x="4047" y="491"/>
                  </a:cubicBezTo>
                  <a:cubicBezTo>
                    <a:pt x="4048" y="479"/>
                    <a:pt x="4060" y="482"/>
                    <a:pt x="4061" y="492"/>
                  </a:cubicBezTo>
                  <a:cubicBezTo>
                    <a:pt x="4061" y="493"/>
                    <a:pt x="4062" y="494"/>
                    <a:pt x="4061" y="496"/>
                  </a:cubicBezTo>
                  <a:lnTo>
                    <a:pt x="4061" y="498"/>
                  </a:lnTo>
                  <a:close/>
                  <a:moveTo>
                    <a:pt x="4046" y="413"/>
                  </a:moveTo>
                  <a:cubicBezTo>
                    <a:pt x="4046" y="415"/>
                    <a:pt x="4046" y="415"/>
                    <a:pt x="4046" y="415"/>
                  </a:cubicBezTo>
                  <a:cubicBezTo>
                    <a:pt x="4045" y="433"/>
                    <a:pt x="4045" y="433"/>
                    <a:pt x="4045" y="433"/>
                  </a:cubicBezTo>
                  <a:cubicBezTo>
                    <a:pt x="4045" y="438"/>
                    <a:pt x="4045" y="438"/>
                    <a:pt x="4045" y="438"/>
                  </a:cubicBezTo>
                  <a:cubicBezTo>
                    <a:pt x="4044" y="440"/>
                    <a:pt x="4044" y="440"/>
                    <a:pt x="4044" y="440"/>
                  </a:cubicBezTo>
                  <a:cubicBezTo>
                    <a:pt x="4044" y="441"/>
                    <a:pt x="4044" y="441"/>
                    <a:pt x="4044" y="441"/>
                  </a:cubicBezTo>
                  <a:cubicBezTo>
                    <a:pt x="4044" y="452"/>
                    <a:pt x="4044" y="452"/>
                    <a:pt x="4044" y="452"/>
                  </a:cubicBezTo>
                  <a:cubicBezTo>
                    <a:pt x="4043" y="467"/>
                    <a:pt x="4043" y="467"/>
                    <a:pt x="4043" y="467"/>
                  </a:cubicBezTo>
                  <a:cubicBezTo>
                    <a:pt x="4042" y="470"/>
                    <a:pt x="4042" y="470"/>
                    <a:pt x="4042" y="470"/>
                  </a:cubicBezTo>
                  <a:cubicBezTo>
                    <a:pt x="4042" y="470"/>
                    <a:pt x="4041" y="469"/>
                    <a:pt x="4040" y="469"/>
                  </a:cubicBezTo>
                  <a:cubicBezTo>
                    <a:pt x="4036" y="468"/>
                    <a:pt x="4032" y="467"/>
                    <a:pt x="4027" y="466"/>
                  </a:cubicBezTo>
                  <a:cubicBezTo>
                    <a:pt x="4026" y="466"/>
                    <a:pt x="4026" y="466"/>
                    <a:pt x="4026" y="466"/>
                  </a:cubicBezTo>
                  <a:cubicBezTo>
                    <a:pt x="4027" y="455"/>
                    <a:pt x="4027" y="455"/>
                    <a:pt x="4027" y="455"/>
                  </a:cubicBezTo>
                  <a:cubicBezTo>
                    <a:pt x="4027" y="453"/>
                    <a:pt x="4027" y="453"/>
                    <a:pt x="4027" y="453"/>
                  </a:cubicBezTo>
                  <a:cubicBezTo>
                    <a:pt x="4027" y="448"/>
                    <a:pt x="4027" y="448"/>
                    <a:pt x="4027" y="448"/>
                  </a:cubicBezTo>
                  <a:cubicBezTo>
                    <a:pt x="4028" y="438"/>
                    <a:pt x="4028" y="438"/>
                    <a:pt x="4028" y="438"/>
                  </a:cubicBezTo>
                  <a:cubicBezTo>
                    <a:pt x="4029" y="430"/>
                    <a:pt x="4029" y="430"/>
                    <a:pt x="4029" y="430"/>
                  </a:cubicBezTo>
                  <a:cubicBezTo>
                    <a:pt x="4029" y="427"/>
                    <a:pt x="4029" y="427"/>
                    <a:pt x="4029" y="427"/>
                  </a:cubicBezTo>
                  <a:cubicBezTo>
                    <a:pt x="4030" y="410"/>
                    <a:pt x="4030" y="410"/>
                    <a:pt x="4030" y="410"/>
                  </a:cubicBezTo>
                  <a:cubicBezTo>
                    <a:pt x="4030" y="409"/>
                    <a:pt x="4031" y="408"/>
                    <a:pt x="4031" y="407"/>
                  </a:cubicBezTo>
                  <a:cubicBezTo>
                    <a:pt x="4032" y="403"/>
                    <a:pt x="4035" y="401"/>
                    <a:pt x="4038" y="401"/>
                  </a:cubicBezTo>
                  <a:cubicBezTo>
                    <a:pt x="4042" y="401"/>
                    <a:pt x="4046" y="405"/>
                    <a:pt x="4046" y="412"/>
                  </a:cubicBezTo>
                  <a:cubicBezTo>
                    <a:pt x="4046" y="412"/>
                    <a:pt x="4046" y="413"/>
                    <a:pt x="4046" y="413"/>
                  </a:cubicBezTo>
                  <a:close/>
                  <a:moveTo>
                    <a:pt x="4033" y="475"/>
                  </a:moveTo>
                  <a:cubicBezTo>
                    <a:pt x="4035" y="475"/>
                    <a:pt x="4037" y="476"/>
                    <a:pt x="4039" y="478"/>
                  </a:cubicBezTo>
                  <a:cubicBezTo>
                    <a:pt x="4041" y="481"/>
                    <a:pt x="4042" y="484"/>
                    <a:pt x="4041" y="488"/>
                  </a:cubicBezTo>
                  <a:cubicBezTo>
                    <a:pt x="4041" y="488"/>
                    <a:pt x="4041" y="488"/>
                    <a:pt x="4041" y="488"/>
                  </a:cubicBezTo>
                  <a:cubicBezTo>
                    <a:pt x="4041" y="495"/>
                    <a:pt x="4040" y="503"/>
                    <a:pt x="4040" y="510"/>
                  </a:cubicBezTo>
                  <a:cubicBezTo>
                    <a:pt x="4039" y="516"/>
                    <a:pt x="4039" y="516"/>
                    <a:pt x="4039" y="516"/>
                  </a:cubicBezTo>
                  <a:cubicBezTo>
                    <a:pt x="4039" y="517"/>
                    <a:pt x="4039" y="517"/>
                    <a:pt x="4039" y="517"/>
                  </a:cubicBezTo>
                  <a:cubicBezTo>
                    <a:pt x="4039" y="518"/>
                    <a:pt x="4039" y="518"/>
                    <a:pt x="4039" y="518"/>
                  </a:cubicBezTo>
                  <a:cubicBezTo>
                    <a:pt x="4038" y="532"/>
                    <a:pt x="4038" y="532"/>
                    <a:pt x="4038" y="532"/>
                  </a:cubicBezTo>
                  <a:cubicBezTo>
                    <a:pt x="4037" y="547"/>
                    <a:pt x="4037" y="547"/>
                    <a:pt x="4037" y="547"/>
                  </a:cubicBezTo>
                  <a:cubicBezTo>
                    <a:pt x="4037" y="549"/>
                    <a:pt x="4037" y="549"/>
                    <a:pt x="4037" y="549"/>
                  </a:cubicBezTo>
                  <a:cubicBezTo>
                    <a:pt x="4035" y="549"/>
                    <a:pt x="4035" y="549"/>
                    <a:pt x="4035" y="549"/>
                  </a:cubicBezTo>
                  <a:cubicBezTo>
                    <a:pt x="4031" y="547"/>
                    <a:pt x="4026" y="546"/>
                    <a:pt x="4022" y="545"/>
                  </a:cubicBezTo>
                  <a:cubicBezTo>
                    <a:pt x="4020" y="545"/>
                    <a:pt x="4020" y="545"/>
                    <a:pt x="4020" y="545"/>
                  </a:cubicBezTo>
                  <a:cubicBezTo>
                    <a:pt x="4021" y="533"/>
                    <a:pt x="4021" y="533"/>
                    <a:pt x="4021" y="533"/>
                  </a:cubicBezTo>
                  <a:cubicBezTo>
                    <a:pt x="4021" y="532"/>
                    <a:pt x="4021" y="532"/>
                    <a:pt x="4021" y="532"/>
                  </a:cubicBezTo>
                  <a:cubicBezTo>
                    <a:pt x="4021" y="526"/>
                    <a:pt x="4021" y="526"/>
                    <a:pt x="4021" y="526"/>
                  </a:cubicBezTo>
                  <a:cubicBezTo>
                    <a:pt x="4022" y="515"/>
                    <a:pt x="4022" y="515"/>
                    <a:pt x="4022" y="515"/>
                  </a:cubicBezTo>
                  <a:cubicBezTo>
                    <a:pt x="4023" y="504"/>
                    <a:pt x="4023" y="504"/>
                    <a:pt x="4023" y="504"/>
                  </a:cubicBezTo>
                  <a:cubicBezTo>
                    <a:pt x="4024" y="491"/>
                    <a:pt x="4024" y="491"/>
                    <a:pt x="4024" y="491"/>
                  </a:cubicBezTo>
                  <a:cubicBezTo>
                    <a:pt x="4025" y="484"/>
                    <a:pt x="4025" y="484"/>
                    <a:pt x="4025" y="484"/>
                  </a:cubicBezTo>
                  <a:cubicBezTo>
                    <a:pt x="4025" y="484"/>
                    <a:pt x="4025" y="483"/>
                    <a:pt x="4025" y="482"/>
                  </a:cubicBezTo>
                  <a:cubicBezTo>
                    <a:pt x="4026" y="477"/>
                    <a:pt x="4030" y="475"/>
                    <a:pt x="4033" y="475"/>
                  </a:cubicBezTo>
                  <a:close/>
                  <a:moveTo>
                    <a:pt x="4021" y="409"/>
                  </a:moveTo>
                  <a:cubicBezTo>
                    <a:pt x="4021" y="416"/>
                    <a:pt x="4021" y="416"/>
                    <a:pt x="4021" y="416"/>
                  </a:cubicBezTo>
                  <a:cubicBezTo>
                    <a:pt x="4019" y="435"/>
                    <a:pt x="4019" y="435"/>
                    <a:pt x="4019" y="435"/>
                  </a:cubicBezTo>
                  <a:cubicBezTo>
                    <a:pt x="4019" y="437"/>
                    <a:pt x="4019" y="437"/>
                    <a:pt x="4019" y="437"/>
                  </a:cubicBezTo>
                  <a:cubicBezTo>
                    <a:pt x="4019" y="438"/>
                    <a:pt x="4019" y="438"/>
                    <a:pt x="4019" y="438"/>
                  </a:cubicBezTo>
                  <a:cubicBezTo>
                    <a:pt x="4018" y="444"/>
                    <a:pt x="4018" y="450"/>
                    <a:pt x="4017" y="456"/>
                  </a:cubicBezTo>
                  <a:cubicBezTo>
                    <a:pt x="4017" y="462"/>
                    <a:pt x="4017" y="462"/>
                    <a:pt x="4017" y="462"/>
                  </a:cubicBezTo>
                  <a:cubicBezTo>
                    <a:pt x="4016" y="464"/>
                    <a:pt x="4016" y="464"/>
                    <a:pt x="4016" y="464"/>
                  </a:cubicBezTo>
                  <a:cubicBezTo>
                    <a:pt x="4016" y="464"/>
                    <a:pt x="4016" y="464"/>
                    <a:pt x="4016" y="464"/>
                  </a:cubicBezTo>
                  <a:cubicBezTo>
                    <a:pt x="4016" y="464"/>
                    <a:pt x="4016" y="464"/>
                    <a:pt x="4016" y="464"/>
                  </a:cubicBezTo>
                  <a:cubicBezTo>
                    <a:pt x="4015" y="464"/>
                    <a:pt x="4015" y="464"/>
                    <a:pt x="4014" y="464"/>
                  </a:cubicBezTo>
                  <a:cubicBezTo>
                    <a:pt x="4012" y="464"/>
                    <a:pt x="4010" y="463"/>
                    <a:pt x="4009" y="463"/>
                  </a:cubicBezTo>
                  <a:cubicBezTo>
                    <a:pt x="4005" y="463"/>
                    <a:pt x="4001" y="463"/>
                    <a:pt x="3997" y="463"/>
                  </a:cubicBezTo>
                  <a:cubicBezTo>
                    <a:pt x="3998" y="456"/>
                    <a:pt x="3998" y="456"/>
                    <a:pt x="3998" y="456"/>
                  </a:cubicBezTo>
                  <a:cubicBezTo>
                    <a:pt x="3998" y="453"/>
                    <a:pt x="3998" y="453"/>
                    <a:pt x="3998" y="453"/>
                  </a:cubicBezTo>
                  <a:cubicBezTo>
                    <a:pt x="3999" y="447"/>
                    <a:pt x="3999" y="441"/>
                    <a:pt x="4000" y="435"/>
                  </a:cubicBezTo>
                  <a:cubicBezTo>
                    <a:pt x="4000" y="433"/>
                    <a:pt x="4000" y="433"/>
                    <a:pt x="4000" y="433"/>
                  </a:cubicBezTo>
                  <a:cubicBezTo>
                    <a:pt x="4001" y="419"/>
                    <a:pt x="4001" y="419"/>
                    <a:pt x="4001" y="419"/>
                  </a:cubicBezTo>
                  <a:cubicBezTo>
                    <a:pt x="4002" y="408"/>
                    <a:pt x="4002" y="408"/>
                    <a:pt x="4002" y="408"/>
                  </a:cubicBezTo>
                  <a:cubicBezTo>
                    <a:pt x="4003" y="406"/>
                    <a:pt x="4003" y="405"/>
                    <a:pt x="4003" y="404"/>
                  </a:cubicBezTo>
                  <a:cubicBezTo>
                    <a:pt x="4005" y="401"/>
                    <a:pt x="4007" y="399"/>
                    <a:pt x="4010" y="398"/>
                  </a:cubicBezTo>
                  <a:cubicBezTo>
                    <a:pt x="4014" y="397"/>
                    <a:pt x="4018" y="399"/>
                    <a:pt x="4020" y="403"/>
                  </a:cubicBezTo>
                  <a:cubicBezTo>
                    <a:pt x="4021" y="405"/>
                    <a:pt x="4021" y="407"/>
                    <a:pt x="4021" y="409"/>
                  </a:cubicBezTo>
                  <a:close/>
                  <a:moveTo>
                    <a:pt x="4004" y="472"/>
                  </a:moveTo>
                  <a:cubicBezTo>
                    <a:pt x="4005" y="472"/>
                    <a:pt x="4006" y="472"/>
                    <a:pt x="4007" y="472"/>
                  </a:cubicBezTo>
                  <a:cubicBezTo>
                    <a:pt x="4010" y="472"/>
                    <a:pt x="4012" y="474"/>
                    <a:pt x="4014" y="477"/>
                  </a:cubicBezTo>
                  <a:cubicBezTo>
                    <a:pt x="4015" y="479"/>
                    <a:pt x="4015" y="481"/>
                    <a:pt x="4015" y="484"/>
                  </a:cubicBezTo>
                  <a:cubicBezTo>
                    <a:pt x="4014" y="491"/>
                    <a:pt x="4014" y="491"/>
                    <a:pt x="4014" y="491"/>
                  </a:cubicBezTo>
                  <a:cubicBezTo>
                    <a:pt x="4013" y="500"/>
                    <a:pt x="4013" y="500"/>
                    <a:pt x="4013" y="500"/>
                  </a:cubicBezTo>
                  <a:cubicBezTo>
                    <a:pt x="4012" y="513"/>
                    <a:pt x="4012" y="513"/>
                    <a:pt x="4012" y="513"/>
                  </a:cubicBezTo>
                  <a:cubicBezTo>
                    <a:pt x="4012" y="514"/>
                    <a:pt x="4012" y="514"/>
                    <a:pt x="4012" y="514"/>
                  </a:cubicBezTo>
                  <a:cubicBezTo>
                    <a:pt x="4012" y="521"/>
                    <a:pt x="4011" y="528"/>
                    <a:pt x="4010" y="535"/>
                  </a:cubicBezTo>
                  <a:cubicBezTo>
                    <a:pt x="4010" y="541"/>
                    <a:pt x="4010" y="541"/>
                    <a:pt x="4010" y="541"/>
                  </a:cubicBezTo>
                  <a:cubicBezTo>
                    <a:pt x="4010" y="542"/>
                    <a:pt x="4010" y="542"/>
                    <a:pt x="4010" y="542"/>
                  </a:cubicBezTo>
                  <a:cubicBezTo>
                    <a:pt x="4010" y="543"/>
                    <a:pt x="4010" y="543"/>
                    <a:pt x="4010" y="543"/>
                  </a:cubicBezTo>
                  <a:cubicBezTo>
                    <a:pt x="4009" y="543"/>
                    <a:pt x="4009" y="543"/>
                    <a:pt x="4009" y="543"/>
                  </a:cubicBezTo>
                  <a:cubicBezTo>
                    <a:pt x="4008" y="543"/>
                    <a:pt x="4008" y="543"/>
                    <a:pt x="4008" y="543"/>
                  </a:cubicBezTo>
                  <a:cubicBezTo>
                    <a:pt x="4005" y="543"/>
                    <a:pt x="4003" y="543"/>
                    <a:pt x="4001" y="542"/>
                  </a:cubicBezTo>
                  <a:cubicBezTo>
                    <a:pt x="3997" y="542"/>
                    <a:pt x="3993" y="542"/>
                    <a:pt x="3989" y="542"/>
                  </a:cubicBezTo>
                  <a:cubicBezTo>
                    <a:pt x="3990" y="531"/>
                    <a:pt x="3990" y="531"/>
                    <a:pt x="3990" y="531"/>
                  </a:cubicBezTo>
                  <a:cubicBezTo>
                    <a:pt x="3991" y="518"/>
                    <a:pt x="3991" y="518"/>
                    <a:pt x="3991" y="518"/>
                  </a:cubicBezTo>
                  <a:cubicBezTo>
                    <a:pt x="3992" y="512"/>
                    <a:pt x="3992" y="512"/>
                    <a:pt x="3992" y="512"/>
                  </a:cubicBezTo>
                  <a:cubicBezTo>
                    <a:pt x="3992" y="509"/>
                    <a:pt x="3992" y="509"/>
                    <a:pt x="3992" y="509"/>
                  </a:cubicBezTo>
                  <a:cubicBezTo>
                    <a:pt x="3994" y="494"/>
                    <a:pt x="3994" y="494"/>
                    <a:pt x="3994" y="494"/>
                  </a:cubicBezTo>
                  <a:cubicBezTo>
                    <a:pt x="3995" y="482"/>
                    <a:pt x="3995" y="482"/>
                    <a:pt x="3995" y="482"/>
                  </a:cubicBezTo>
                  <a:cubicBezTo>
                    <a:pt x="3995" y="482"/>
                    <a:pt x="3995" y="482"/>
                    <a:pt x="3995" y="482"/>
                  </a:cubicBezTo>
                  <a:cubicBezTo>
                    <a:pt x="3995" y="481"/>
                    <a:pt x="3995" y="480"/>
                    <a:pt x="3996" y="479"/>
                  </a:cubicBezTo>
                  <a:cubicBezTo>
                    <a:pt x="3997" y="475"/>
                    <a:pt x="4001" y="472"/>
                    <a:pt x="4004" y="472"/>
                  </a:cubicBezTo>
                  <a:close/>
                  <a:moveTo>
                    <a:pt x="3993" y="407"/>
                  </a:moveTo>
                  <a:cubicBezTo>
                    <a:pt x="3993" y="408"/>
                    <a:pt x="3993" y="408"/>
                    <a:pt x="3993" y="408"/>
                  </a:cubicBezTo>
                  <a:cubicBezTo>
                    <a:pt x="3993" y="413"/>
                    <a:pt x="3993" y="413"/>
                    <a:pt x="3993" y="413"/>
                  </a:cubicBezTo>
                  <a:cubicBezTo>
                    <a:pt x="3991" y="427"/>
                    <a:pt x="3991" y="427"/>
                    <a:pt x="3991" y="427"/>
                  </a:cubicBezTo>
                  <a:cubicBezTo>
                    <a:pt x="3990" y="435"/>
                    <a:pt x="3990" y="435"/>
                    <a:pt x="3990" y="435"/>
                  </a:cubicBezTo>
                  <a:cubicBezTo>
                    <a:pt x="3990" y="442"/>
                    <a:pt x="3990" y="442"/>
                    <a:pt x="3990" y="442"/>
                  </a:cubicBezTo>
                  <a:cubicBezTo>
                    <a:pt x="3987" y="462"/>
                    <a:pt x="3987" y="462"/>
                    <a:pt x="3987" y="462"/>
                  </a:cubicBezTo>
                  <a:cubicBezTo>
                    <a:pt x="3987" y="463"/>
                    <a:pt x="3987" y="463"/>
                    <a:pt x="3987" y="463"/>
                  </a:cubicBezTo>
                  <a:cubicBezTo>
                    <a:pt x="3986" y="463"/>
                    <a:pt x="3986" y="463"/>
                    <a:pt x="3986" y="463"/>
                  </a:cubicBezTo>
                  <a:cubicBezTo>
                    <a:pt x="3981" y="463"/>
                    <a:pt x="3976" y="463"/>
                    <a:pt x="3970" y="464"/>
                  </a:cubicBezTo>
                  <a:cubicBezTo>
                    <a:pt x="3971" y="458"/>
                    <a:pt x="3971" y="458"/>
                    <a:pt x="3971" y="458"/>
                  </a:cubicBezTo>
                  <a:cubicBezTo>
                    <a:pt x="3972" y="453"/>
                    <a:pt x="3972" y="448"/>
                    <a:pt x="3973" y="443"/>
                  </a:cubicBezTo>
                  <a:cubicBezTo>
                    <a:pt x="3974" y="436"/>
                    <a:pt x="3974" y="436"/>
                    <a:pt x="3974" y="436"/>
                  </a:cubicBezTo>
                  <a:cubicBezTo>
                    <a:pt x="3974" y="428"/>
                    <a:pt x="3974" y="428"/>
                    <a:pt x="3974" y="428"/>
                  </a:cubicBezTo>
                  <a:cubicBezTo>
                    <a:pt x="3975" y="424"/>
                    <a:pt x="3975" y="424"/>
                    <a:pt x="3975" y="424"/>
                  </a:cubicBezTo>
                  <a:cubicBezTo>
                    <a:pt x="3976" y="418"/>
                    <a:pt x="3976" y="413"/>
                    <a:pt x="3977" y="408"/>
                  </a:cubicBezTo>
                  <a:cubicBezTo>
                    <a:pt x="3977" y="405"/>
                    <a:pt x="3978" y="402"/>
                    <a:pt x="3980" y="401"/>
                  </a:cubicBezTo>
                  <a:cubicBezTo>
                    <a:pt x="3980" y="400"/>
                    <a:pt x="3981" y="399"/>
                    <a:pt x="3982" y="399"/>
                  </a:cubicBezTo>
                  <a:cubicBezTo>
                    <a:pt x="3987" y="396"/>
                    <a:pt x="3994" y="398"/>
                    <a:pt x="3993" y="407"/>
                  </a:cubicBezTo>
                  <a:close/>
                  <a:moveTo>
                    <a:pt x="3971" y="409"/>
                  </a:moveTo>
                  <a:cubicBezTo>
                    <a:pt x="3968" y="429"/>
                    <a:pt x="3968" y="429"/>
                    <a:pt x="3968" y="429"/>
                  </a:cubicBezTo>
                  <a:cubicBezTo>
                    <a:pt x="3968" y="434"/>
                    <a:pt x="3968" y="434"/>
                    <a:pt x="3968" y="434"/>
                  </a:cubicBezTo>
                  <a:cubicBezTo>
                    <a:pt x="3968" y="437"/>
                    <a:pt x="3968" y="437"/>
                    <a:pt x="3968" y="437"/>
                  </a:cubicBezTo>
                  <a:cubicBezTo>
                    <a:pt x="3966" y="448"/>
                    <a:pt x="3966" y="448"/>
                    <a:pt x="3966" y="448"/>
                  </a:cubicBezTo>
                  <a:cubicBezTo>
                    <a:pt x="3964" y="463"/>
                    <a:pt x="3964" y="463"/>
                    <a:pt x="3964" y="463"/>
                  </a:cubicBezTo>
                  <a:cubicBezTo>
                    <a:pt x="3964" y="465"/>
                    <a:pt x="3964" y="465"/>
                    <a:pt x="3964" y="465"/>
                  </a:cubicBezTo>
                  <a:cubicBezTo>
                    <a:pt x="3962" y="465"/>
                    <a:pt x="3962" y="465"/>
                    <a:pt x="3962" y="465"/>
                  </a:cubicBezTo>
                  <a:cubicBezTo>
                    <a:pt x="3958" y="466"/>
                    <a:pt x="3954" y="467"/>
                    <a:pt x="3950" y="467"/>
                  </a:cubicBezTo>
                  <a:cubicBezTo>
                    <a:pt x="3950" y="462"/>
                    <a:pt x="3950" y="462"/>
                    <a:pt x="3950" y="462"/>
                  </a:cubicBezTo>
                  <a:cubicBezTo>
                    <a:pt x="3952" y="447"/>
                    <a:pt x="3952" y="447"/>
                    <a:pt x="3952" y="447"/>
                  </a:cubicBezTo>
                  <a:cubicBezTo>
                    <a:pt x="3953" y="442"/>
                    <a:pt x="3953" y="442"/>
                    <a:pt x="3953" y="442"/>
                  </a:cubicBezTo>
                  <a:cubicBezTo>
                    <a:pt x="3953" y="439"/>
                    <a:pt x="3953" y="439"/>
                    <a:pt x="3953" y="439"/>
                  </a:cubicBezTo>
                  <a:cubicBezTo>
                    <a:pt x="3954" y="433"/>
                    <a:pt x="3955" y="427"/>
                    <a:pt x="3956" y="421"/>
                  </a:cubicBezTo>
                  <a:cubicBezTo>
                    <a:pt x="3957" y="411"/>
                    <a:pt x="3957" y="411"/>
                    <a:pt x="3957" y="411"/>
                  </a:cubicBezTo>
                  <a:cubicBezTo>
                    <a:pt x="3957" y="411"/>
                    <a:pt x="3957" y="411"/>
                    <a:pt x="3957" y="411"/>
                  </a:cubicBezTo>
                  <a:cubicBezTo>
                    <a:pt x="3958" y="403"/>
                    <a:pt x="3965" y="399"/>
                    <a:pt x="3968" y="401"/>
                  </a:cubicBezTo>
                  <a:cubicBezTo>
                    <a:pt x="3970" y="402"/>
                    <a:pt x="3971" y="405"/>
                    <a:pt x="3971" y="408"/>
                  </a:cubicBezTo>
                  <a:cubicBezTo>
                    <a:pt x="3971" y="408"/>
                    <a:pt x="3971" y="409"/>
                    <a:pt x="3971" y="409"/>
                  </a:cubicBezTo>
                  <a:close/>
                  <a:moveTo>
                    <a:pt x="3952" y="413"/>
                  </a:moveTo>
                  <a:cubicBezTo>
                    <a:pt x="3952" y="415"/>
                    <a:pt x="3952" y="415"/>
                    <a:pt x="3952" y="415"/>
                  </a:cubicBezTo>
                  <a:cubicBezTo>
                    <a:pt x="3950" y="425"/>
                    <a:pt x="3950" y="425"/>
                    <a:pt x="3950" y="425"/>
                  </a:cubicBezTo>
                  <a:cubicBezTo>
                    <a:pt x="3948" y="441"/>
                    <a:pt x="3948" y="441"/>
                    <a:pt x="3948" y="441"/>
                  </a:cubicBezTo>
                  <a:cubicBezTo>
                    <a:pt x="3948" y="447"/>
                    <a:pt x="3948" y="447"/>
                    <a:pt x="3948" y="447"/>
                  </a:cubicBezTo>
                  <a:cubicBezTo>
                    <a:pt x="3947" y="451"/>
                    <a:pt x="3947" y="451"/>
                    <a:pt x="3947" y="451"/>
                  </a:cubicBezTo>
                  <a:cubicBezTo>
                    <a:pt x="3946" y="456"/>
                    <a:pt x="3946" y="461"/>
                    <a:pt x="3945" y="466"/>
                  </a:cubicBezTo>
                  <a:cubicBezTo>
                    <a:pt x="3945" y="469"/>
                    <a:pt x="3945" y="469"/>
                    <a:pt x="3945" y="469"/>
                  </a:cubicBezTo>
                  <a:cubicBezTo>
                    <a:pt x="3943" y="469"/>
                    <a:pt x="3942" y="469"/>
                    <a:pt x="3941" y="470"/>
                  </a:cubicBezTo>
                  <a:cubicBezTo>
                    <a:pt x="3938" y="471"/>
                    <a:pt x="3935" y="471"/>
                    <a:pt x="3933" y="472"/>
                  </a:cubicBezTo>
                  <a:cubicBezTo>
                    <a:pt x="3934" y="462"/>
                    <a:pt x="3934" y="462"/>
                    <a:pt x="3934" y="462"/>
                  </a:cubicBezTo>
                  <a:cubicBezTo>
                    <a:pt x="3935" y="458"/>
                    <a:pt x="3935" y="458"/>
                    <a:pt x="3935" y="458"/>
                  </a:cubicBezTo>
                  <a:cubicBezTo>
                    <a:pt x="3937" y="444"/>
                    <a:pt x="3937" y="444"/>
                    <a:pt x="3937" y="444"/>
                  </a:cubicBezTo>
                  <a:cubicBezTo>
                    <a:pt x="3938" y="436"/>
                    <a:pt x="3938" y="436"/>
                    <a:pt x="3938" y="436"/>
                  </a:cubicBezTo>
                  <a:cubicBezTo>
                    <a:pt x="3939" y="426"/>
                    <a:pt x="3939" y="426"/>
                    <a:pt x="3939" y="426"/>
                  </a:cubicBezTo>
                  <a:cubicBezTo>
                    <a:pt x="3940" y="416"/>
                    <a:pt x="3940" y="416"/>
                    <a:pt x="3940" y="416"/>
                  </a:cubicBezTo>
                  <a:cubicBezTo>
                    <a:pt x="3942" y="405"/>
                    <a:pt x="3953" y="402"/>
                    <a:pt x="3952" y="413"/>
                  </a:cubicBezTo>
                  <a:close/>
                  <a:moveTo>
                    <a:pt x="3936" y="418"/>
                  </a:moveTo>
                  <a:cubicBezTo>
                    <a:pt x="3934" y="430"/>
                    <a:pt x="3934" y="430"/>
                    <a:pt x="3934" y="430"/>
                  </a:cubicBezTo>
                  <a:cubicBezTo>
                    <a:pt x="3932" y="441"/>
                    <a:pt x="3932" y="441"/>
                    <a:pt x="3932" y="441"/>
                  </a:cubicBezTo>
                  <a:cubicBezTo>
                    <a:pt x="3932" y="446"/>
                    <a:pt x="3932" y="446"/>
                    <a:pt x="3932" y="446"/>
                  </a:cubicBezTo>
                  <a:cubicBezTo>
                    <a:pt x="3929" y="462"/>
                    <a:pt x="3929" y="462"/>
                    <a:pt x="3929" y="462"/>
                  </a:cubicBezTo>
                  <a:cubicBezTo>
                    <a:pt x="3929" y="467"/>
                    <a:pt x="3929" y="467"/>
                    <a:pt x="3929" y="467"/>
                  </a:cubicBezTo>
                  <a:cubicBezTo>
                    <a:pt x="3928" y="474"/>
                    <a:pt x="3928" y="474"/>
                    <a:pt x="3928" y="474"/>
                  </a:cubicBezTo>
                  <a:cubicBezTo>
                    <a:pt x="3924" y="475"/>
                    <a:pt x="3921" y="476"/>
                    <a:pt x="3918" y="477"/>
                  </a:cubicBezTo>
                  <a:cubicBezTo>
                    <a:pt x="3918" y="475"/>
                    <a:pt x="3918" y="475"/>
                    <a:pt x="3918" y="475"/>
                  </a:cubicBezTo>
                  <a:cubicBezTo>
                    <a:pt x="3919" y="471"/>
                    <a:pt x="3919" y="471"/>
                    <a:pt x="3919" y="471"/>
                  </a:cubicBezTo>
                  <a:cubicBezTo>
                    <a:pt x="3920" y="464"/>
                    <a:pt x="3921" y="456"/>
                    <a:pt x="3922" y="449"/>
                  </a:cubicBezTo>
                  <a:cubicBezTo>
                    <a:pt x="3922" y="449"/>
                    <a:pt x="3922" y="449"/>
                    <a:pt x="3922" y="449"/>
                  </a:cubicBezTo>
                  <a:cubicBezTo>
                    <a:pt x="3924" y="439"/>
                    <a:pt x="3924" y="439"/>
                    <a:pt x="3924" y="439"/>
                  </a:cubicBezTo>
                  <a:cubicBezTo>
                    <a:pt x="3925" y="433"/>
                    <a:pt x="3926" y="427"/>
                    <a:pt x="3926" y="421"/>
                  </a:cubicBezTo>
                  <a:cubicBezTo>
                    <a:pt x="3928" y="411"/>
                    <a:pt x="3937" y="408"/>
                    <a:pt x="3936" y="418"/>
                  </a:cubicBezTo>
                  <a:close/>
                  <a:moveTo>
                    <a:pt x="3921" y="486"/>
                  </a:moveTo>
                  <a:cubicBezTo>
                    <a:pt x="3923" y="486"/>
                    <a:pt x="3925" y="488"/>
                    <a:pt x="3924" y="493"/>
                  </a:cubicBezTo>
                  <a:cubicBezTo>
                    <a:pt x="3924" y="498"/>
                    <a:pt x="3924" y="498"/>
                    <a:pt x="3924" y="498"/>
                  </a:cubicBezTo>
                  <a:cubicBezTo>
                    <a:pt x="3921" y="518"/>
                    <a:pt x="3921" y="518"/>
                    <a:pt x="3921" y="518"/>
                  </a:cubicBezTo>
                  <a:cubicBezTo>
                    <a:pt x="3920" y="521"/>
                    <a:pt x="3920" y="521"/>
                    <a:pt x="3920" y="521"/>
                  </a:cubicBezTo>
                  <a:cubicBezTo>
                    <a:pt x="3920" y="522"/>
                    <a:pt x="3920" y="522"/>
                    <a:pt x="3920" y="522"/>
                  </a:cubicBezTo>
                  <a:cubicBezTo>
                    <a:pt x="3918" y="540"/>
                    <a:pt x="3918" y="540"/>
                    <a:pt x="3918" y="540"/>
                  </a:cubicBezTo>
                  <a:cubicBezTo>
                    <a:pt x="3917" y="546"/>
                    <a:pt x="3917" y="546"/>
                    <a:pt x="3917" y="546"/>
                  </a:cubicBezTo>
                  <a:cubicBezTo>
                    <a:pt x="3916" y="548"/>
                    <a:pt x="3916" y="548"/>
                    <a:pt x="3916" y="548"/>
                  </a:cubicBezTo>
                  <a:cubicBezTo>
                    <a:pt x="3916" y="551"/>
                    <a:pt x="3916" y="551"/>
                    <a:pt x="3916" y="551"/>
                  </a:cubicBezTo>
                  <a:cubicBezTo>
                    <a:pt x="3911" y="553"/>
                    <a:pt x="3911" y="553"/>
                    <a:pt x="3911" y="553"/>
                  </a:cubicBezTo>
                  <a:cubicBezTo>
                    <a:pt x="3907" y="554"/>
                    <a:pt x="3907" y="554"/>
                    <a:pt x="3907" y="554"/>
                  </a:cubicBezTo>
                  <a:cubicBezTo>
                    <a:pt x="3906" y="554"/>
                    <a:pt x="3906" y="554"/>
                    <a:pt x="3906" y="554"/>
                  </a:cubicBezTo>
                  <a:cubicBezTo>
                    <a:pt x="3907" y="549"/>
                    <a:pt x="3907" y="549"/>
                    <a:pt x="3907" y="549"/>
                  </a:cubicBezTo>
                  <a:cubicBezTo>
                    <a:pt x="3908" y="543"/>
                    <a:pt x="3909" y="537"/>
                    <a:pt x="3910" y="530"/>
                  </a:cubicBezTo>
                  <a:cubicBezTo>
                    <a:pt x="3910" y="527"/>
                    <a:pt x="3910" y="527"/>
                    <a:pt x="3910" y="527"/>
                  </a:cubicBezTo>
                  <a:cubicBezTo>
                    <a:pt x="3910" y="525"/>
                    <a:pt x="3910" y="525"/>
                    <a:pt x="3910" y="525"/>
                  </a:cubicBezTo>
                  <a:cubicBezTo>
                    <a:pt x="3911" y="519"/>
                    <a:pt x="3912" y="513"/>
                    <a:pt x="3913" y="506"/>
                  </a:cubicBezTo>
                  <a:cubicBezTo>
                    <a:pt x="3915" y="496"/>
                    <a:pt x="3915" y="496"/>
                    <a:pt x="3915" y="496"/>
                  </a:cubicBezTo>
                  <a:cubicBezTo>
                    <a:pt x="3915" y="494"/>
                    <a:pt x="3916" y="492"/>
                    <a:pt x="3917" y="490"/>
                  </a:cubicBezTo>
                  <a:cubicBezTo>
                    <a:pt x="3918" y="488"/>
                    <a:pt x="3920" y="487"/>
                    <a:pt x="3921" y="486"/>
                  </a:cubicBezTo>
                  <a:close/>
                  <a:moveTo>
                    <a:pt x="3911" y="564"/>
                  </a:moveTo>
                  <a:cubicBezTo>
                    <a:pt x="3912" y="565"/>
                    <a:pt x="3913" y="567"/>
                    <a:pt x="3913" y="572"/>
                  </a:cubicBezTo>
                  <a:cubicBezTo>
                    <a:pt x="3912" y="577"/>
                    <a:pt x="3912" y="577"/>
                    <a:pt x="3912" y="577"/>
                  </a:cubicBezTo>
                  <a:cubicBezTo>
                    <a:pt x="3911" y="587"/>
                    <a:pt x="3911" y="587"/>
                    <a:pt x="3911" y="587"/>
                  </a:cubicBezTo>
                  <a:cubicBezTo>
                    <a:pt x="3909" y="600"/>
                    <a:pt x="3909" y="600"/>
                    <a:pt x="3909" y="600"/>
                  </a:cubicBezTo>
                  <a:cubicBezTo>
                    <a:pt x="3908" y="603"/>
                    <a:pt x="3908" y="603"/>
                    <a:pt x="3908" y="603"/>
                  </a:cubicBezTo>
                  <a:cubicBezTo>
                    <a:pt x="3905" y="623"/>
                    <a:pt x="3905" y="623"/>
                    <a:pt x="3905" y="623"/>
                  </a:cubicBezTo>
                  <a:cubicBezTo>
                    <a:pt x="3904" y="630"/>
                    <a:pt x="3904" y="630"/>
                    <a:pt x="3904" y="630"/>
                  </a:cubicBezTo>
                  <a:cubicBezTo>
                    <a:pt x="3904" y="631"/>
                    <a:pt x="3904" y="631"/>
                    <a:pt x="3904" y="631"/>
                  </a:cubicBezTo>
                  <a:cubicBezTo>
                    <a:pt x="3904" y="633"/>
                    <a:pt x="3904" y="633"/>
                    <a:pt x="3904" y="633"/>
                  </a:cubicBezTo>
                  <a:cubicBezTo>
                    <a:pt x="3901" y="634"/>
                    <a:pt x="3901" y="634"/>
                    <a:pt x="3901" y="634"/>
                  </a:cubicBezTo>
                  <a:cubicBezTo>
                    <a:pt x="3900" y="634"/>
                    <a:pt x="3900" y="634"/>
                    <a:pt x="3900" y="634"/>
                  </a:cubicBezTo>
                  <a:cubicBezTo>
                    <a:pt x="3898" y="635"/>
                    <a:pt x="3896" y="635"/>
                    <a:pt x="3894" y="636"/>
                  </a:cubicBezTo>
                  <a:cubicBezTo>
                    <a:pt x="3894" y="633"/>
                    <a:pt x="3894" y="633"/>
                    <a:pt x="3894" y="633"/>
                  </a:cubicBezTo>
                  <a:cubicBezTo>
                    <a:pt x="3895" y="625"/>
                    <a:pt x="3896" y="617"/>
                    <a:pt x="3897" y="610"/>
                  </a:cubicBezTo>
                  <a:cubicBezTo>
                    <a:pt x="3898" y="605"/>
                    <a:pt x="3898" y="605"/>
                    <a:pt x="3898" y="605"/>
                  </a:cubicBezTo>
                  <a:cubicBezTo>
                    <a:pt x="3899" y="596"/>
                    <a:pt x="3899" y="596"/>
                    <a:pt x="3899" y="596"/>
                  </a:cubicBezTo>
                  <a:cubicBezTo>
                    <a:pt x="3901" y="587"/>
                    <a:pt x="3901" y="587"/>
                    <a:pt x="3901" y="587"/>
                  </a:cubicBezTo>
                  <a:cubicBezTo>
                    <a:pt x="3903" y="575"/>
                    <a:pt x="3903" y="575"/>
                    <a:pt x="3903" y="575"/>
                  </a:cubicBezTo>
                  <a:cubicBezTo>
                    <a:pt x="3903" y="573"/>
                    <a:pt x="3903" y="571"/>
                    <a:pt x="3904" y="570"/>
                  </a:cubicBezTo>
                  <a:cubicBezTo>
                    <a:pt x="3906" y="566"/>
                    <a:pt x="3909" y="564"/>
                    <a:pt x="3911" y="564"/>
                  </a:cubicBezTo>
                  <a:close/>
                  <a:moveTo>
                    <a:pt x="3895" y="652"/>
                  </a:moveTo>
                  <a:cubicBezTo>
                    <a:pt x="3898" y="651"/>
                    <a:pt x="3901" y="654"/>
                    <a:pt x="3900" y="660"/>
                  </a:cubicBezTo>
                  <a:cubicBezTo>
                    <a:pt x="3899" y="663"/>
                    <a:pt x="3899" y="663"/>
                    <a:pt x="3899" y="663"/>
                  </a:cubicBezTo>
                  <a:cubicBezTo>
                    <a:pt x="3898" y="674"/>
                    <a:pt x="3898" y="674"/>
                    <a:pt x="3898" y="674"/>
                  </a:cubicBezTo>
                  <a:cubicBezTo>
                    <a:pt x="3896" y="686"/>
                    <a:pt x="3896" y="686"/>
                    <a:pt x="3896" y="686"/>
                  </a:cubicBezTo>
                  <a:cubicBezTo>
                    <a:pt x="3895" y="692"/>
                    <a:pt x="3895" y="692"/>
                    <a:pt x="3895" y="692"/>
                  </a:cubicBezTo>
                  <a:cubicBezTo>
                    <a:pt x="3894" y="700"/>
                    <a:pt x="3893" y="708"/>
                    <a:pt x="3892" y="716"/>
                  </a:cubicBezTo>
                  <a:cubicBezTo>
                    <a:pt x="3891" y="722"/>
                    <a:pt x="3891" y="722"/>
                    <a:pt x="3891" y="722"/>
                  </a:cubicBezTo>
                  <a:cubicBezTo>
                    <a:pt x="3891" y="724"/>
                    <a:pt x="3891" y="724"/>
                    <a:pt x="3891" y="724"/>
                  </a:cubicBezTo>
                  <a:cubicBezTo>
                    <a:pt x="3887" y="725"/>
                    <a:pt x="3887" y="725"/>
                    <a:pt x="3887" y="725"/>
                  </a:cubicBezTo>
                  <a:cubicBezTo>
                    <a:pt x="3881" y="726"/>
                    <a:pt x="3881" y="726"/>
                    <a:pt x="3881" y="726"/>
                  </a:cubicBezTo>
                  <a:cubicBezTo>
                    <a:pt x="3880" y="726"/>
                    <a:pt x="3880" y="726"/>
                    <a:pt x="3880" y="726"/>
                  </a:cubicBezTo>
                  <a:cubicBezTo>
                    <a:pt x="3882" y="716"/>
                    <a:pt x="3883" y="706"/>
                    <a:pt x="3884" y="696"/>
                  </a:cubicBezTo>
                  <a:cubicBezTo>
                    <a:pt x="3885" y="694"/>
                    <a:pt x="3885" y="694"/>
                    <a:pt x="3885" y="694"/>
                  </a:cubicBezTo>
                  <a:cubicBezTo>
                    <a:pt x="3886" y="684"/>
                    <a:pt x="3886" y="684"/>
                    <a:pt x="3886" y="684"/>
                  </a:cubicBezTo>
                  <a:cubicBezTo>
                    <a:pt x="3888" y="673"/>
                    <a:pt x="3888" y="673"/>
                    <a:pt x="3888" y="673"/>
                  </a:cubicBezTo>
                  <a:cubicBezTo>
                    <a:pt x="3889" y="662"/>
                    <a:pt x="3889" y="662"/>
                    <a:pt x="3889" y="662"/>
                  </a:cubicBezTo>
                  <a:cubicBezTo>
                    <a:pt x="3890" y="659"/>
                    <a:pt x="3891" y="657"/>
                    <a:pt x="3892" y="655"/>
                  </a:cubicBezTo>
                  <a:cubicBezTo>
                    <a:pt x="3893" y="654"/>
                    <a:pt x="3894" y="653"/>
                    <a:pt x="3895" y="652"/>
                  </a:cubicBezTo>
                  <a:close/>
                  <a:moveTo>
                    <a:pt x="3885" y="745"/>
                  </a:moveTo>
                  <a:cubicBezTo>
                    <a:pt x="3886" y="746"/>
                    <a:pt x="3887" y="748"/>
                    <a:pt x="3887" y="751"/>
                  </a:cubicBezTo>
                  <a:cubicBezTo>
                    <a:pt x="3887" y="752"/>
                    <a:pt x="3887" y="753"/>
                    <a:pt x="3887" y="754"/>
                  </a:cubicBezTo>
                  <a:cubicBezTo>
                    <a:pt x="3885" y="763"/>
                    <a:pt x="3884" y="773"/>
                    <a:pt x="3883" y="782"/>
                  </a:cubicBezTo>
                  <a:cubicBezTo>
                    <a:pt x="3881" y="790"/>
                    <a:pt x="3881" y="790"/>
                    <a:pt x="3881" y="790"/>
                  </a:cubicBezTo>
                  <a:cubicBezTo>
                    <a:pt x="3880" y="799"/>
                    <a:pt x="3880" y="799"/>
                    <a:pt x="3880" y="799"/>
                  </a:cubicBezTo>
                  <a:cubicBezTo>
                    <a:pt x="3879" y="808"/>
                    <a:pt x="3879" y="808"/>
                    <a:pt x="3879" y="808"/>
                  </a:cubicBezTo>
                  <a:cubicBezTo>
                    <a:pt x="3877" y="819"/>
                    <a:pt x="3877" y="819"/>
                    <a:pt x="3877" y="819"/>
                  </a:cubicBezTo>
                  <a:cubicBezTo>
                    <a:pt x="3876" y="825"/>
                    <a:pt x="3876" y="825"/>
                    <a:pt x="3876" y="825"/>
                  </a:cubicBezTo>
                  <a:cubicBezTo>
                    <a:pt x="3870" y="825"/>
                    <a:pt x="3870" y="825"/>
                    <a:pt x="3870" y="825"/>
                  </a:cubicBezTo>
                  <a:cubicBezTo>
                    <a:pt x="3865" y="825"/>
                    <a:pt x="3865" y="825"/>
                    <a:pt x="3865" y="825"/>
                  </a:cubicBezTo>
                  <a:cubicBezTo>
                    <a:pt x="3866" y="819"/>
                    <a:pt x="3866" y="819"/>
                    <a:pt x="3866" y="819"/>
                  </a:cubicBezTo>
                  <a:cubicBezTo>
                    <a:pt x="3868" y="809"/>
                    <a:pt x="3868" y="809"/>
                    <a:pt x="3868" y="809"/>
                  </a:cubicBezTo>
                  <a:cubicBezTo>
                    <a:pt x="3870" y="793"/>
                    <a:pt x="3870" y="793"/>
                    <a:pt x="3870" y="793"/>
                  </a:cubicBezTo>
                  <a:cubicBezTo>
                    <a:pt x="3870" y="790"/>
                    <a:pt x="3870" y="790"/>
                    <a:pt x="3870" y="790"/>
                  </a:cubicBezTo>
                  <a:cubicBezTo>
                    <a:pt x="3872" y="780"/>
                    <a:pt x="3873" y="771"/>
                    <a:pt x="3875" y="761"/>
                  </a:cubicBezTo>
                  <a:cubicBezTo>
                    <a:pt x="3876" y="756"/>
                    <a:pt x="3876" y="756"/>
                    <a:pt x="3876" y="756"/>
                  </a:cubicBezTo>
                  <a:cubicBezTo>
                    <a:pt x="3876" y="755"/>
                    <a:pt x="3876" y="754"/>
                    <a:pt x="3876" y="753"/>
                  </a:cubicBezTo>
                  <a:cubicBezTo>
                    <a:pt x="3878" y="746"/>
                    <a:pt x="3882" y="744"/>
                    <a:pt x="3885" y="745"/>
                  </a:cubicBezTo>
                  <a:close/>
                  <a:moveTo>
                    <a:pt x="3882" y="958"/>
                  </a:moveTo>
                  <a:cubicBezTo>
                    <a:pt x="3883" y="947"/>
                    <a:pt x="3883" y="947"/>
                    <a:pt x="3883" y="947"/>
                  </a:cubicBezTo>
                  <a:cubicBezTo>
                    <a:pt x="3884" y="937"/>
                    <a:pt x="3884" y="937"/>
                    <a:pt x="3884" y="937"/>
                  </a:cubicBezTo>
                  <a:cubicBezTo>
                    <a:pt x="3887" y="910"/>
                    <a:pt x="3887" y="910"/>
                    <a:pt x="3887" y="910"/>
                  </a:cubicBezTo>
                  <a:cubicBezTo>
                    <a:pt x="3889" y="885"/>
                    <a:pt x="3889" y="885"/>
                    <a:pt x="3889" y="885"/>
                  </a:cubicBezTo>
                  <a:cubicBezTo>
                    <a:pt x="3890" y="881"/>
                    <a:pt x="3890" y="878"/>
                    <a:pt x="3891" y="875"/>
                  </a:cubicBezTo>
                  <a:cubicBezTo>
                    <a:pt x="3895" y="865"/>
                    <a:pt x="3902" y="861"/>
                    <a:pt x="3909" y="860"/>
                  </a:cubicBezTo>
                  <a:cubicBezTo>
                    <a:pt x="3917" y="859"/>
                    <a:pt x="3926" y="864"/>
                    <a:pt x="3930" y="874"/>
                  </a:cubicBezTo>
                  <a:cubicBezTo>
                    <a:pt x="3931" y="878"/>
                    <a:pt x="3932" y="883"/>
                    <a:pt x="3932" y="889"/>
                  </a:cubicBezTo>
                  <a:cubicBezTo>
                    <a:pt x="3931" y="898"/>
                    <a:pt x="3931" y="898"/>
                    <a:pt x="3931" y="898"/>
                  </a:cubicBezTo>
                  <a:cubicBezTo>
                    <a:pt x="3930" y="908"/>
                    <a:pt x="3930" y="908"/>
                    <a:pt x="3930" y="908"/>
                  </a:cubicBezTo>
                  <a:cubicBezTo>
                    <a:pt x="3929" y="919"/>
                    <a:pt x="3929" y="919"/>
                    <a:pt x="3929" y="919"/>
                  </a:cubicBezTo>
                  <a:cubicBezTo>
                    <a:pt x="3924" y="971"/>
                    <a:pt x="3924" y="971"/>
                    <a:pt x="3924" y="971"/>
                  </a:cubicBezTo>
                  <a:cubicBezTo>
                    <a:pt x="3921" y="1003"/>
                    <a:pt x="3921" y="1003"/>
                    <a:pt x="3921" y="1003"/>
                  </a:cubicBezTo>
                  <a:cubicBezTo>
                    <a:pt x="3885" y="1004"/>
                    <a:pt x="3885" y="1004"/>
                    <a:pt x="3885" y="1004"/>
                  </a:cubicBezTo>
                  <a:cubicBezTo>
                    <a:pt x="3878" y="1004"/>
                    <a:pt x="3878" y="1004"/>
                    <a:pt x="3878" y="1004"/>
                  </a:cubicBezTo>
                  <a:lnTo>
                    <a:pt x="3882" y="958"/>
                  </a:lnTo>
                  <a:close/>
                  <a:moveTo>
                    <a:pt x="4098" y="687"/>
                  </a:moveTo>
                  <a:cubicBezTo>
                    <a:pt x="4098" y="701"/>
                    <a:pt x="4098" y="701"/>
                    <a:pt x="4098" y="701"/>
                  </a:cubicBezTo>
                  <a:cubicBezTo>
                    <a:pt x="4098" y="707"/>
                    <a:pt x="4097" y="713"/>
                    <a:pt x="4097" y="719"/>
                  </a:cubicBezTo>
                  <a:cubicBezTo>
                    <a:pt x="4097" y="733"/>
                    <a:pt x="4097" y="733"/>
                    <a:pt x="4097" y="733"/>
                  </a:cubicBezTo>
                  <a:cubicBezTo>
                    <a:pt x="4096" y="751"/>
                    <a:pt x="4096" y="751"/>
                    <a:pt x="4096" y="751"/>
                  </a:cubicBezTo>
                  <a:cubicBezTo>
                    <a:pt x="4094" y="750"/>
                    <a:pt x="4091" y="749"/>
                    <a:pt x="4089" y="748"/>
                  </a:cubicBezTo>
                  <a:cubicBezTo>
                    <a:pt x="4089" y="739"/>
                    <a:pt x="4089" y="739"/>
                    <a:pt x="4089" y="739"/>
                  </a:cubicBezTo>
                  <a:cubicBezTo>
                    <a:pt x="4090" y="716"/>
                    <a:pt x="4090" y="716"/>
                    <a:pt x="4090" y="716"/>
                  </a:cubicBezTo>
                  <a:cubicBezTo>
                    <a:pt x="4090" y="707"/>
                    <a:pt x="4090" y="707"/>
                    <a:pt x="4090" y="707"/>
                  </a:cubicBezTo>
                  <a:cubicBezTo>
                    <a:pt x="4091" y="693"/>
                    <a:pt x="4091" y="693"/>
                    <a:pt x="4091" y="693"/>
                  </a:cubicBezTo>
                  <a:cubicBezTo>
                    <a:pt x="4091" y="683"/>
                    <a:pt x="4091" y="683"/>
                    <a:pt x="4091" y="683"/>
                  </a:cubicBezTo>
                  <a:cubicBezTo>
                    <a:pt x="4091" y="681"/>
                    <a:pt x="4092" y="680"/>
                    <a:pt x="4092" y="678"/>
                  </a:cubicBezTo>
                  <a:cubicBezTo>
                    <a:pt x="4093" y="677"/>
                    <a:pt x="4094" y="676"/>
                    <a:pt x="4094" y="676"/>
                  </a:cubicBezTo>
                  <a:cubicBezTo>
                    <a:pt x="4096" y="677"/>
                    <a:pt x="4098" y="681"/>
                    <a:pt x="4098" y="687"/>
                  </a:cubicBezTo>
                  <a:close/>
                  <a:moveTo>
                    <a:pt x="4101" y="598"/>
                  </a:moveTo>
                  <a:cubicBezTo>
                    <a:pt x="4100" y="613"/>
                    <a:pt x="4100" y="613"/>
                    <a:pt x="4100" y="613"/>
                  </a:cubicBezTo>
                  <a:cubicBezTo>
                    <a:pt x="4100" y="621"/>
                    <a:pt x="4100" y="621"/>
                    <a:pt x="4100" y="621"/>
                  </a:cubicBezTo>
                  <a:cubicBezTo>
                    <a:pt x="4100" y="629"/>
                    <a:pt x="4100" y="629"/>
                    <a:pt x="4100" y="629"/>
                  </a:cubicBezTo>
                  <a:cubicBezTo>
                    <a:pt x="4100" y="631"/>
                    <a:pt x="4100" y="631"/>
                    <a:pt x="4100" y="631"/>
                  </a:cubicBezTo>
                  <a:cubicBezTo>
                    <a:pt x="4099" y="640"/>
                    <a:pt x="4099" y="648"/>
                    <a:pt x="4099" y="656"/>
                  </a:cubicBezTo>
                  <a:cubicBezTo>
                    <a:pt x="4099" y="660"/>
                    <a:pt x="4099" y="660"/>
                    <a:pt x="4099" y="660"/>
                  </a:cubicBezTo>
                  <a:cubicBezTo>
                    <a:pt x="4098" y="659"/>
                    <a:pt x="4097" y="659"/>
                    <a:pt x="4096" y="658"/>
                  </a:cubicBezTo>
                  <a:cubicBezTo>
                    <a:pt x="4092" y="657"/>
                    <a:pt x="4092" y="657"/>
                    <a:pt x="4092" y="657"/>
                  </a:cubicBezTo>
                  <a:cubicBezTo>
                    <a:pt x="4093" y="637"/>
                    <a:pt x="4093" y="637"/>
                    <a:pt x="4093" y="637"/>
                  </a:cubicBezTo>
                  <a:cubicBezTo>
                    <a:pt x="4093" y="627"/>
                    <a:pt x="4093" y="627"/>
                    <a:pt x="4093" y="627"/>
                  </a:cubicBezTo>
                  <a:cubicBezTo>
                    <a:pt x="4093" y="625"/>
                    <a:pt x="4093" y="625"/>
                    <a:pt x="4093" y="625"/>
                  </a:cubicBezTo>
                  <a:cubicBezTo>
                    <a:pt x="4093" y="619"/>
                    <a:pt x="4093" y="619"/>
                    <a:pt x="4093" y="619"/>
                  </a:cubicBezTo>
                  <a:cubicBezTo>
                    <a:pt x="4094" y="604"/>
                    <a:pt x="4094" y="604"/>
                    <a:pt x="4094" y="604"/>
                  </a:cubicBezTo>
                  <a:cubicBezTo>
                    <a:pt x="4094" y="594"/>
                    <a:pt x="4094" y="594"/>
                    <a:pt x="4094" y="594"/>
                  </a:cubicBezTo>
                  <a:cubicBezTo>
                    <a:pt x="4095" y="583"/>
                    <a:pt x="4101" y="588"/>
                    <a:pt x="4101" y="598"/>
                  </a:cubicBezTo>
                  <a:close/>
                  <a:moveTo>
                    <a:pt x="4099" y="419"/>
                  </a:moveTo>
                  <a:cubicBezTo>
                    <a:pt x="4100" y="405"/>
                    <a:pt x="4100" y="405"/>
                    <a:pt x="4100" y="405"/>
                  </a:cubicBezTo>
                  <a:cubicBezTo>
                    <a:pt x="4100" y="396"/>
                    <a:pt x="4100" y="396"/>
                    <a:pt x="4100" y="396"/>
                  </a:cubicBezTo>
                  <a:cubicBezTo>
                    <a:pt x="4100" y="393"/>
                    <a:pt x="4100" y="393"/>
                    <a:pt x="4100" y="393"/>
                  </a:cubicBezTo>
                  <a:cubicBezTo>
                    <a:pt x="4100" y="391"/>
                    <a:pt x="4100" y="391"/>
                    <a:pt x="4100" y="391"/>
                  </a:cubicBezTo>
                  <a:cubicBezTo>
                    <a:pt x="4101" y="386"/>
                    <a:pt x="4101" y="386"/>
                    <a:pt x="4101" y="386"/>
                  </a:cubicBezTo>
                  <a:cubicBezTo>
                    <a:pt x="4101" y="369"/>
                    <a:pt x="4101" y="369"/>
                    <a:pt x="4101" y="369"/>
                  </a:cubicBezTo>
                  <a:cubicBezTo>
                    <a:pt x="4101" y="369"/>
                    <a:pt x="4101" y="369"/>
                    <a:pt x="4101" y="369"/>
                  </a:cubicBezTo>
                  <a:cubicBezTo>
                    <a:pt x="4101" y="364"/>
                    <a:pt x="4103" y="364"/>
                    <a:pt x="4105" y="366"/>
                  </a:cubicBezTo>
                  <a:cubicBezTo>
                    <a:pt x="4106" y="367"/>
                    <a:pt x="4107" y="371"/>
                    <a:pt x="4107" y="375"/>
                  </a:cubicBezTo>
                  <a:cubicBezTo>
                    <a:pt x="4106" y="381"/>
                    <a:pt x="4106" y="381"/>
                    <a:pt x="4106" y="381"/>
                  </a:cubicBezTo>
                  <a:cubicBezTo>
                    <a:pt x="4106" y="386"/>
                    <a:pt x="4106" y="386"/>
                    <a:pt x="4106" y="386"/>
                  </a:cubicBezTo>
                  <a:cubicBezTo>
                    <a:pt x="4106" y="388"/>
                    <a:pt x="4106" y="388"/>
                    <a:pt x="4106" y="388"/>
                  </a:cubicBezTo>
                  <a:cubicBezTo>
                    <a:pt x="4106" y="400"/>
                    <a:pt x="4106" y="400"/>
                    <a:pt x="4106" y="400"/>
                  </a:cubicBezTo>
                  <a:cubicBezTo>
                    <a:pt x="4106" y="401"/>
                    <a:pt x="4106" y="401"/>
                    <a:pt x="4106" y="401"/>
                  </a:cubicBezTo>
                  <a:cubicBezTo>
                    <a:pt x="4105" y="414"/>
                    <a:pt x="4105" y="414"/>
                    <a:pt x="4105" y="414"/>
                  </a:cubicBezTo>
                  <a:cubicBezTo>
                    <a:pt x="4105" y="422"/>
                    <a:pt x="4105" y="422"/>
                    <a:pt x="4105" y="422"/>
                  </a:cubicBezTo>
                  <a:cubicBezTo>
                    <a:pt x="4105" y="427"/>
                    <a:pt x="4105" y="427"/>
                    <a:pt x="4105" y="427"/>
                  </a:cubicBezTo>
                  <a:cubicBezTo>
                    <a:pt x="4104" y="426"/>
                    <a:pt x="4103" y="426"/>
                    <a:pt x="4102" y="425"/>
                  </a:cubicBezTo>
                  <a:cubicBezTo>
                    <a:pt x="4101" y="424"/>
                    <a:pt x="4100" y="423"/>
                    <a:pt x="4099" y="422"/>
                  </a:cubicBezTo>
                  <a:lnTo>
                    <a:pt x="4099" y="419"/>
                  </a:lnTo>
                  <a:close/>
                  <a:moveTo>
                    <a:pt x="4097" y="482"/>
                  </a:moveTo>
                  <a:cubicBezTo>
                    <a:pt x="4097" y="468"/>
                    <a:pt x="4097" y="468"/>
                    <a:pt x="4097" y="468"/>
                  </a:cubicBezTo>
                  <a:cubicBezTo>
                    <a:pt x="4097" y="467"/>
                    <a:pt x="4097" y="467"/>
                    <a:pt x="4097" y="467"/>
                  </a:cubicBezTo>
                  <a:cubicBezTo>
                    <a:pt x="4098" y="461"/>
                    <a:pt x="4098" y="461"/>
                    <a:pt x="4098" y="461"/>
                  </a:cubicBezTo>
                  <a:cubicBezTo>
                    <a:pt x="4098" y="440"/>
                    <a:pt x="4098" y="440"/>
                    <a:pt x="4098" y="440"/>
                  </a:cubicBezTo>
                  <a:cubicBezTo>
                    <a:pt x="4098" y="439"/>
                    <a:pt x="4098" y="439"/>
                    <a:pt x="4098" y="439"/>
                  </a:cubicBezTo>
                  <a:cubicBezTo>
                    <a:pt x="4099" y="432"/>
                    <a:pt x="4101" y="432"/>
                    <a:pt x="4103" y="436"/>
                  </a:cubicBezTo>
                  <a:cubicBezTo>
                    <a:pt x="4104" y="438"/>
                    <a:pt x="4104" y="441"/>
                    <a:pt x="4104" y="444"/>
                  </a:cubicBezTo>
                  <a:cubicBezTo>
                    <a:pt x="4104" y="456"/>
                    <a:pt x="4104" y="456"/>
                    <a:pt x="4104" y="456"/>
                  </a:cubicBezTo>
                  <a:cubicBezTo>
                    <a:pt x="4104" y="462"/>
                    <a:pt x="4104" y="462"/>
                    <a:pt x="4104" y="462"/>
                  </a:cubicBezTo>
                  <a:cubicBezTo>
                    <a:pt x="4104" y="463"/>
                    <a:pt x="4104" y="463"/>
                    <a:pt x="4104" y="463"/>
                  </a:cubicBezTo>
                  <a:cubicBezTo>
                    <a:pt x="4103" y="472"/>
                    <a:pt x="4103" y="472"/>
                    <a:pt x="4103" y="472"/>
                  </a:cubicBezTo>
                  <a:cubicBezTo>
                    <a:pt x="4103" y="477"/>
                    <a:pt x="4103" y="477"/>
                    <a:pt x="4103" y="477"/>
                  </a:cubicBezTo>
                  <a:cubicBezTo>
                    <a:pt x="4103" y="492"/>
                    <a:pt x="4103" y="492"/>
                    <a:pt x="4103" y="492"/>
                  </a:cubicBezTo>
                  <a:cubicBezTo>
                    <a:pt x="4102" y="501"/>
                    <a:pt x="4102" y="501"/>
                    <a:pt x="4102" y="501"/>
                  </a:cubicBezTo>
                  <a:cubicBezTo>
                    <a:pt x="4101" y="499"/>
                    <a:pt x="4099" y="498"/>
                    <a:pt x="4097" y="497"/>
                  </a:cubicBezTo>
                  <a:cubicBezTo>
                    <a:pt x="4096" y="496"/>
                    <a:pt x="4096" y="496"/>
                    <a:pt x="4096" y="496"/>
                  </a:cubicBezTo>
                  <a:lnTo>
                    <a:pt x="4097" y="482"/>
                  </a:lnTo>
                  <a:close/>
                  <a:moveTo>
                    <a:pt x="4096" y="514"/>
                  </a:moveTo>
                  <a:cubicBezTo>
                    <a:pt x="4097" y="507"/>
                    <a:pt x="4100" y="508"/>
                    <a:pt x="4102" y="512"/>
                  </a:cubicBezTo>
                  <a:cubicBezTo>
                    <a:pt x="4102" y="514"/>
                    <a:pt x="4103" y="517"/>
                    <a:pt x="4103" y="520"/>
                  </a:cubicBezTo>
                  <a:cubicBezTo>
                    <a:pt x="4102" y="526"/>
                    <a:pt x="4102" y="533"/>
                    <a:pt x="4102" y="539"/>
                  </a:cubicBezTo>
                  <a:cubicBezTo>
                    <a:pt x="4102" y="544"/>
                    <a:pt x="4102" y="544"/>
                    <a:pt x="4102" y="544"/>
                  </a:cubicBezTo>
                  <a:cubicBezTo>
                    <a:pt x="4102" y="549"/>
                    <a:pt x="4102" y="549"/>
                    <a:pt x="4102" y="549"/>
                  </a:cubicBezTo>
                  <a:cubicBezTo>
                    <a:pt x="4102" y="554"/>
                    <a:pt x="4102" y="554"/>
                    <a:pt x="4102" y="554"/>
                  </a:cubicBezTo>
                  <a:cubicBezTo>
                    <a:pt x="4101" y="563"/>
                    <a:pt x="4101" y="563"/>
                    <a:pt x="4101" y="563"/>
                  </a:cubicBezTo>
                  <a:cubicBezTo>
                    <a:pt x="4101" y="570"/>
                    <a:pt x="4101" y="570"/>
                    <a:pt x="4101" y="570"/>
                  </a:cubicBezTo>
                  <a:cubicBezTo>
                    <a:pt x="4101" y="578"/>
                    <a:pt x="4101" y="578"/>
                    <a:pt x="4101" y="578"/>
                  </a:cubicBezTo>
                  <a:cubicBezTo>
                    <a:pt x="4099" y="577"/>
                    <a:pt x="4097" y="576"/>
                    <a:pt x="4095" y="575"/>
                  </a:cubicBezTo>
                  <a:cubicBezTo>
                    <a:pt x="4094" y="574"/>
                    <a:pt x="4094" y="574"/>
                    <a:pt x="4094" y="574"/>
                  </a:cubicBezTo>
                  <a:cubicBezTo>
                    <a:pt x="4095" y="569"/>
                    <a:pt x="4095" y="569"/>
                    <a:pt x="4095" y="569"/>
                  </a:cubicBezTo>
                  <a:cubicBezTo>
                    <a:pt x="4095" y="559"/>
                    <a:pt x="4095" y="559"/>
                    <a:pt x="4095" y="559"/>
                  </a:cubicBezTo>
                  <a:cubicBezTo>
                    <a:pt x="4095" y="549"/>
                    <a:pt x="4095" y="549"/>
                    <a:pt x="4095" y="549"/>
                  </a:cubicBezTo>
                  <a:cubicBezTo>
                    <a:pt x="4095" y="545"/>
                    <a:pt x="4095" y="545"/>
                    <a:pt x="4095" y="545"/>
                  </a:cubicBezTo>
                  <a:cubicBezTo>
                    <a:pt x="4095" y="544"/>
                    <a:pt x="4095" y="544"/>
                    <a:pt x="4095" y="544"/>
                  </a:cubicBezTo>
                  <a:cubicBezTo>
                    <a:pt x="4096" y="535"/>
                    <a:pt x="4096" y="526"/>
                    <a:pt x="4096" y="517"/>
                  </a:cubicBezTo>
                  <a:lnTo>
                    <a:pt x="4096" y="514"/>
                  </a:lnTo>
                  <a:close/>
                  <a:moveTo>
                    <a:pt x="4086" y="405"/>
                  </a:moveTo>
                  <a:cubicBezTo>
                    <a:pt x="4086" y="403"/>
                    <a:pt x="4086" y="403"/>
                    <a:pt x="4086" y="403"/>
                  </a:cubicBezTo>
                  <a:cubicBezTo>
                    <a:pt x="4087" y="398"/>
                    <a:pt x="4087" y="398"/>
                    <a:pt x="4087" y="398"/>
                  </a:cubicBezTo>
                  <a:cubicBezTo>
                    <a:pt x="4087" y="387"/>
                    <a:pt x="4087" y="387"/>
                    <a:pt x="4087" y="387"/>
                  </a:cubicBezTo>
                  <a:cubicBezTo>
                    <a:pt x="4087" y="380"/>
                    <a:pt x="4087" y="380"/>
                    <a:pt x="4087" y="380"/>
                  </a:cubicBezTo>
                  <a:cubicBezTo>
                    <a:pt x="4088" y="377"/>
                    <a:pt x="4088" y="377"/>
                    <a:pt x="4088" y="377"/>
                  </a:cubicBezTo>
                  <a:cubicBezTo>
                    <a:pt x="4088" y="372"/>
                    <a:pt x="4088" y="367"/>
                    <a:pt x="4088" y="362"/>
                  </a:cubicBezTo>
                  <a:cubicBezTo>
                    <a:pt x="4088" y="360"/>
                    <a:pt x="4088" y="359"/>
                    <a:pt x="4089" y="358"/>
                  </a:cubicBezTo>
                  <a:cubicBezTo>
                    <a:pt x="4089" y="357"/>
                    <a:pt x="4090" y="356"/>
                    <a:pt x="4091" y="356"/>
                  </a:cubicBezTo>
                  <a:cubicBezTo>
                    <a:pt x="4093" y="357"/>
                    <a:pt x="4096" y="361"/>
                    <a:pt x="4096" y="367"/>
                  </a:cubicBezTo>
                  <a:cubicBezTo>
                    <a:pt x="4096" y="370"/>
                    <a:pt x="4096" y="370"/>
                    <a:pt x="4096" y="370"/>
                  </a:cubicBezTo>
                  <a:cubicBezTo>
                    <a:pt x="4096" y="373"/>
                    <a:pt x="4096" y="373"/>
                    <a:pt x="4096" y="373"/>
                  </a:cubicBezTo>
                  <a:cubicBezTo>
                    <a:pt x="4096" y="379"/>
                    <a:pt x="4095" y="385"/>
                    <a:pt x="4095" y="390"/>
                  </a:cubicBezTo>
                  <a:cubicBezTo>
                    <a:pt x="4095" y="392"/>
                    <a:pt x="4095" y="392"/>
                    <a:pt x="4095" y="392"/>
                  </a:cubicBezTo>
                  <a:cubicBezTo>
                    <a:pt x="4095" y="395"/>
                    <a:pt x="4095" y="395"/>
                    <a:pt x="4095" y="395"/>
                  </a:cubicBezTo>
                  <a:cubicBezTo>
                    <a:pt x="4095" y="398"/>
                    <a:pt x="4095" y="398"/>
                    <a:pt x="4095" y="398"/>
                  </a:cubicBezTo>
                  <a:cubicBezTo>
                    <a:pt x="4095" y="409"/>
                    <a:pt x="4095" y="409"/>
                    <a:pt x="4095" y="409"/>
                  </a:cubicBezTo>
                  <a:cubicBezTo>
                    <a:pt x="4094" y="418"/>
                    <a:pt x="4094" y="418"/>
                    <a:pt x="4094" y="418"/>
                  </a:cubicBezTo>
                  <a:cubicBezTo>
                    <a:pt x="4092" y="417"/>
                    <a:pt x="4091" y="415"/>
                    <a:pt x="4089" y="414"/>
                  </a:cubicBezTo>
                  <a:cubicBezTo>
                    <a:pt x="4088" y="413"/>
                    <a:pt x="4087" y="413"/>
                    <a:pt x="4086" y="412"/>
                  </a:cubicBezTo>
                  <a:lnTo>
                    <a:pt x="4086" y="405"/>
                  </a:lnTo>
                  <a:close/>
                  <a:moveTo>
                    <a:pt x="4084" y="331"/>
                  </a:moveTo>
                  <a:cubicBezTo>
                    <a:pt x="4085" y="332"/>
                    <a:pt x="4085" y="333"/>
                    <a:pt x="4086" y="334"/>
                  </a:cubicBezTo>
                  <a:cubicBezTo>
                    <a:pt x="4086" y="336"/>
                    <a:pt x="4086" y="338"/>
                    <a:pt x="4086" y="340"/>
                  </a:cubicBezTo>
                  <a:cubicBezTo>
                    <a:pt x="4085" y="339"/>
                    <a:pt x="4083" y="338"/>
                    <a:pt x="4082" y="337"/>
                  </a:cubicBezTo>
                  <a:cubicBezTo>
                    <a:pt x="4081" y="337"/>
                    <a:pt x="4080" y="336"/>
                    <a:pt x="4079" y="336"/>
                  </a:cubicBezTo>
                  <a:cubicBezTo>
                    <a:pt x="4077" y="335"/>
                    <a:pt x="4075" y="334"/>
                    <a:pt x="4073" y="333"/>
                  </a:cubicBezTo>
                  <a:cubicBezTo>
                    <a:pt x="4075" y="326"/>
                    <a:pt x="4081" y="327"/>
                    <a:pt x="4084" y="331"/>
                  </a:cubicBezTo>
                  <a:close/>
                  <a:moveTo>
                    <a:pt x="4067" y="318"/>
                  </a:moveTo>
                  <a:cubicBezTo>
                    <a:pt x="4067" y="315"/>
                    <a:pt x="4067" y="315"/>
                    <a:pt x="4067" y="315"/>
                  </a:cubicBezTo>
                  <a:cubicBezTo>
                    <a:pt x="4068" y="311"/>
                    <a:pt x="4068" y="307"/>
                    <a:pt x="4068" y="303"/>
                  </a:cubicBezTo>
                  <a:cubicBezTo>
                    <a:pt x="4069" y="298"/>
                    <a:pt x="4075" y="300"/>
                    <a:pt x="4074" y="306"/>
                  </a:cubicBezTo>
                  <a:cubicBezTo>
                    <a:pt x="4074" y="312"/>
                    <a:pt x="4074" y="312"/>
                    <a:pt x="4074" y="312"/>
                  </a:cubicBezTo>
                  <a:cubicBezTo>
                    <a:pt x="4073" y="317"/>
                    <a:pt x="4073" y="317"/>
                    <a:pt x="4073" y="317"/>
                  </a:cubicBezTo>
                  <a:cubicBezTo>
                    <a:pt x="4073" y="322"/>
                    <a:pt x="4073" y="322"/>
                    <a:pt x="4073" y="322"/>
                  </a:cubicBezTo>
                  <a:cubicBezTo>
                    <a:pt x="4072" y="329"/>
                    <a:pt x="4072" y="329"/>
                    <a:pt x="4072" y="329"/>
                  </a:cubicBezTo>
                  <a:cubicBezTo>
                    <a:pt x="4071" y="328"/>
                    <a:pt x="4069" y="327"/>
                    <a:pt x="4068" y="326"/>
                  </a:cubicBezTo>
                  <a:cubicBezTo>
                    <a:pt x="4067" y="326"/>
                    <a:pt x="4067" y="326"/>
                    <a:pt x="4066" y="326"/>
                  </a:cubicBezTo>
                  <a:cubicBezTo>
                    <a:pt x="4067" y="323"/>
                    <a:pt x="4067" y="321"/>
                    <a:pt x="4067" y="318"/>
                  </a:cubicBezTo>
                  <a:close/>
                  <a:moveTo>
                    <a:pt x="4054" y="388"/>
                  </a:moveTo>
                  <a:cubicBezTo>
                    <a:pt x="4055" y="374"/>
                    <a:pt x="4055" y="374"/>
                    <a:pt x="4055" y="374"/>
                  </a:cubicBezTo>
                  <a:cubicBezTo>
                    <a:pt x="4055" y="371"/>
                    <a:pt x="4055" y="371"/>
                    <a:pt x="4055" y="371"/>
                  </a:cubicBezTo>
                  <a:cubicBezTo>
                    <a:pt x="4056" y="360"/>
                    <a:pt x="4056" y="360"/>
                    <a:pt x="4056" y="360"/>
                  </a:cubicBezTo>
                  <a:cubicBezTo>
                    <a:pt x="4056" y="355"/>
                    <a:pt x="4056" y="355"/>
                    <a:pt x="4056" y="355"/>
                  </a:cubicBezTo>
                  <a:cubicBezTo>
                    <a:pt x="4057" y="347"/>
                    <a:pt x="4057" y="347"/>
                    <a:pt x="4057" y="347"/>
                  </a:cubicBezTo>
                  <a:cubicBezTo>
                    <a:pt x="4057" y="338"/>
                    <a:pt x="4065" y="339"/>
                    <a:pt x="4068" y="345"/>
                  </a:cubicBezTo>
                  <a:cubicBezTo>
                    <a:pt x="4069" y="346"/>
                    <a:pt x="4069" y="347"/>
                    <a:pt x="4069" y="348"/>
                  </a:cubicBezTo>
                  <a:cubicBezTo>
                    <a:pt x="4069" y="349"/>
                    <a:pt x="4069" y="350"/>
                    <a:pt x="4069" y="351"/>
                  </a:cubicBezTo>
                  <a:cubicBezTo>
                    <a:pt x="4069" y="362"/>
                    <a:pt x="4069" y="362"/>
                    <a:pt x="4069" y="362"/>
                  </a:cubicBezTo>
                  <a:cubicBezTo>
                    <a:pt x="4068" y="376"/>
                    <a:pt x="4068" y="376"/>
                    <a:pt x="4068" y="376"/>
                  </a:cubicBezTo>
                  <a:cubicBezTo>
                    <a:pt x="4068" y="376"/>
                    <a:pt x="4068" y="376"/>
                    <a:pt x="4068" y="376"/>
                  </a:cubicBezTo>
                  <a:cubicBezTo>
                    <a:pt x="4067" y="395"/>
                    <a:pt x="4067" y="395"/>
                    <a:pt x="4067" y="395"/>
                  </a:cubicBezTo>
                  <a:cubicBezTo>
                    <a:pt x="4067" y="398"/>
                    <a:pt x="4067" y="398"/>
                    <a:pt x="4067" y="398"/>
                  </a:cubicBezTo>
                  <a:cubicBezTo>
                    <a:pt x="4067" y="401"/>
                    <a:pt x="4067" y="401"/>
                    <a:pt x="4067" y="401"/>
                  </a:cubicBezTo>
                  <a:cubicBezTo>
                    <a:pt x="4064" y="400"/>
                    <a:pt x="4064" y="400"/>
                    <a:pt x="4064" y="400"/>
                  </a:cubicBezTo>
                  <a:cubicBezTo>
                    <a:pt x="4062" y="399"/>
                    <a:pt x="4062" y="399"/>
                    <a:pt x="4062" y="399"/>
                  </a:cubicBezTo>
                  <a:cubicBezTo>
                    <a:pt x="4059" y="398"/>
                    <a:pt x="4056" y="397"/>
                    <a:pt x="4053" y="396"/>
                  </a:cubicBezTo>
                  <a:lnTo>
                    <a:pt x="4054" y="388"/>
                  </a:lnTo>
                  <a:close/>
                  <a:moveTo>
                    <a:pt x="4065" y="416"/>
                  </a:moveTo>
                  <a:cubicBezTo>
                    <a:pt x="4065" y="417"/>
                    <a:pt x="4065" y="418"/>
                    <a:pt x="4065" y="420"/>
                  </a:cubicBezTo>
                  <a:cubicBezTo>
                    <a:pt x="4065" y="420"/>
                    <a:pt x="4065" y="420"/>
                    <a:pt x="4065" y="420"/>
                  </a:cubicBezTo>
                  <a:cubicBezTo>
                    <a:pt x="4065" y="423"/>
                    <a:pt x="4065" y="423"/>
                    <a:pt x="4065" y="423"/>
                  </a:cubicBezTo>
                  <a:cubicBezTo>
                    <a:pt x="4065" y="435"/>
                    <a:pt x="4065" y="435"/>
                    <a:pt x="4065" y="435"/>
                  </a:cubicBezTo>
                  <a:cubicBezTo>
                    <a:pt x="4064" y="439"/>
                    <a:pt x="4064" y="444"/>
                    <a:pt x="4064" y="448"/>
                  </a:cubicBezTo>
                  <a:cubicBezTo>
                    <a:pt x="4064" y="449"/>
                    <a:pt x="4064" y="449"/>
                    <a:pt x="4064" y="449"/>
                  </a:cubicBezTo>
                  <a:cubicBezTo>
                    <a:pt x="4063" y="458"/>
                    <a:pt x="4063" y="458"/>
                    <a:pt x="4063" y="458"/>
                  </a:cubicBezTo>
                  <a:cubicBezTo>
                    <a:pt x="4062" y="470"/>
                    <a:pt x="4062" y="470"/>
                    <a:pt x="4062" y="470"/>
                  </a:cubicBezTo>
                  <a:cubicBezTo>
                    <a:pt x="4062" y="477"/>
                    <a:pt x="4062" y="477"/>
                    <a:pt x="4062" y="477"/>
                  </a:cubicBezTo>
                  <a:cubicBezTo>
                    <a:pt x="4060" y="476"/>
                    <a:pt x="4059" y="476"/>
                    <a:pt x="4057" y="475"/>
                  </a:cubicBezTo>
                  <a:cubicBezTo>
                    <a:pt x="4054" y="474"/>
                    <a:pt x="4051" y="473"/>
                    <a:pt x="4048" y="472"/>
                  </a:cubicBezTo>
                  <a:cubicBezTo>
                    <a:pt x="4048" y="470"/>
                    <a:pt x="4048" y="470"/>
                    <a:pt x="4048" y="470"/>
                  </a:cubicBezTo>
                  <a:cubicBezTo>
                    <a:pt x="4049" y="462"/>
                    <a:pt x="4049" y="462"/>
                    <a:pt x="4049" y="462"/>
                  </a:cubicBezTo>
                  <a:cubicBezTo>
                    <a:pt x="4050" y="447"/>
                    <a:pt x="4050" y="447"/>
                    <a:pt x="4050" y="447"/>
                  </a:cubicBezTo>
                  <a:cubicBezTo>
                    <a:pt x="4050" y="444"/>
                    <a:pt x="4050" y="444"/>
                    <a:pt x="4050" y="444"/>
                  </a:cubicBezTo>
                  <a:cubicBezTo>
                    <a:pt x="4051" y="435"/>
                    <a:pt x="4051" y="435"/>
                    <a:pt x="4051" y="435"/>
                  </a:cubicBezTo>
                  <a:cubicBezTo>
                    <a:pt x="4051" y="433"/>
                    <a:pt x="4051" y="433"/>
                    <a:pt x="4051" y="433"/>
                  </a:cubicBezTo>
                  <a:cubicBezTo>
                    <a:pt x="4051" y="427"/>
                    <a:pt x="4051" y="427"/>
                    <a:pt x="4051" y="427"/>
                  </a:cubicBezTo>
                  <a:cubicBezTo>
                    <a:pt x="4052" y="415"/>
                    <a:pt x="4052" y="415"/>
                    <a:pt x="4052" y="415"/>
                  </a:cubicBezTo>
                  <a:cubicBezTo>
                    <a:pt x="4053" y="404"/>
                    <a:pt x="4063" y="406"/>
                    <a:pt x="4065" y="416"/>
                  </a:cubicBezTo>
                  <a:close/>
                  <a:moveTo>
                    <a:pt x="4051" y="340"/>
                  </a:moveTo>
                  <a:cubicBezTo>
                    <a:pt x="4051" y="341"/>
                    <a:pt x="4051" y="342"/>
                    <a:pt x="4051" y="343"/>
                  </a:cubicBezTo>
                  <a:cubicBezTo>
                    <a:pt x="4050" y="360"/>
                    <a:pt x="4050" y="360"/>
                    <a:pt x="4050" y="360"/>
                  </a:cubicBezTo>
                  <a:cubicBezTo>
                    <a:pt x="4050" y="365"/>
                    <a:pt x="4050" y="365"/>
                    <a:pt x="4050" y="365"/>
                  </a:cubicBezTo>
                  <a:cubicBezTo>
                    <a:pt x="4050" y="369"/>
                    <a:pt x="4050" y="369"/>
                    <a:pt x="4050" y="369"/>
                  </a:cubicBezTo>
                  <a:cubicBezTo>
                    <a:pt x="4049" y="379"/>
                    <a:pt x="4049" y="379"/>
                    <a:pt x="4049" y="379"/>
                  </a:cubicBezTo>
                  <a:cubicBezTo>
                    <a:pt x="4049" y="383"/>
                    <a:pt x="4048" y="388"/>
                    <a:pt x="4048" y="393"/>
                  </a:cubicBezTo>
                  <a:cubicBezTo>
                    <a:pt x="4048" y="394"/>
                    <a:pt x="4048" y="394"/>
                    <a:pt x="4048" y="394"/>
                  </a:cubicBezTo>
                  <a:cubicBezTo>
                    <a:pt x="4047" y="393"/>
                    <a:pt x="4047" y="393"/>
                    <a:pt x="4047" y="393"/>
                  </a:cubicBezTo>
                  <a:cubicBezTo>
                    <a:pt x="4043" y="392"/>
                    <a:pt x="4039" y="391"/>
                    <a:pt x="4035" y="390"/>
                  </a:cubicBezTo>
                  <a:cubicBezTo>
                    <a:pt x="4032" y="390"/>
                    <a:pt x="4032" y="390"/>
                    <a:pt x="4032" y="390"/>
                  </a:cubicBezTo>
                  <a:cubicBezTo>
                    <a:pt x="4033" y="379"/>
                    <a:pt x="4033" y="379"/>
                    <a:pt x="4033" y="379"/>
                  </a:cubicBezTo>
                  <a:cubicBezTo>
                    <a:pt x="4033" y="374"/>
                    <a:pt x="4033" y="374"/>
                    <a:pt x="4033" y="374"/>
                  </a:cubicBezTo>
                  <a:cubicBezTo>
                    <a:pt x="4034" y="365"/>
                    <a:pt x="4034" y="365"/>
                    <a:pt x="4034" y="365"/>
                  </a:cubicBezTo>
                  <a:cubicBezTo>
                    <a:pt x="4035" y="354"/>
                    <a:pt x="4035" y="354"/>
                    <a:pt x="4035" y="354"/>
                  </a:cubicBezTo>
                  <a:cubicBezTo>
                    <a:pt x="4036" y="344"/>
                    <a:pt x="4036" y="344"/>
                    <a:pt x="4036" y="344"/>
                  </a:cubicBezTo>
                  <a:cubicBezTo>
                    <a:pt x="4036" y="340"/>
                    <a:pt x="4036" y="340"/>
                    <a:pt x="4036" y="340"/>
                  </a:cubicBezTo>
                  <a:cubicBezTo>
                    <a:pt x="4037" y="333"/>
                    <a:pt x="4043" y="331"/>
                    <a:pt x="4048" y="334"/>
                  </a:cubicBezTo>
                  <a:cubicBezTo>
                    <a:pt x="4049" y="336"/>
                    <a:pt x="4051" y="338"/>
                    <a:pt x="4051" y="340"/>
                  </a:cubicBezTo>
                  <a:close/>
                  <a:moveTo>
                    <a:pt x="4028" y="313"/>
                  </a:moveTo>
                  <a:cubicBezTo>
                    <a:pt x="4029" y="303"/>
                    <a:pt x="4041" y="302"/>
                    <a:pt x="4045" y="309"/>
                  </a:cubicBezTo>
                  <a:cubicBezTo>
                    <a:pt x="4046" y="311"/>
                    <a:pt x="4046" y="312"/>
                    <a:pt x="4046" y="315"/>
                  </a:cubicBezTo>
                  <a:cubicBezTo>
                    <a:pt x="4045" y="323"/>
                    <a:pt x="4045" y="323"/>
                    <a:pt x="4045" y="323"/>
                  </a:cubicBezTo>
                  <a:cubicBezTo>
                    <a:pt x="4041" y="322"/>
                    <a:pt x="4036" y="321"/>
                    <a:pt x="4032" y="320"/>
                  </a:cubicBezTo>
                  <a:cubicBezTo>
                    <a:pt x="4030" y="320"/>
                    <a:pt x="4029" y="320"/>
                    <a:pt x="4027" y="320"/>
                  </a:cubicBezTo>
                  <a:lnTo>
                    <a:pt x="4028" y="313"/>
                  </a:lnTo>
                  <a:close/>
                  <a:moveTo>
                    <a:pt x="4020" y="330"/>
                  </a:moveTo>
                  <a:cubicBezTo>
                    <a:pt x="4024" y="331"/>
                    <a:pt x="4028" y="334"/>
                    <a:pt x="4027" y="340"/>
                  </a:cubicBezTo>
                  <a:cubicBezTo>
                    <a:pt x="4026" y="353"/>
                    <a:pt x="4026" y="353"/>
                    <a:pt x="4026" y="353"/>
                  </a:cubicBezTo>
                  <a:cubicBezTo>
                    <a:pt x="4025" y="362"/>
                    <a:pt x="4025" y="362"/>
                    <a:pt x="4025" y="362"/>
                  </a:cubicBezTo>
                  <a:cubicBezTo>
                    <a:pt x="4025" y="364"/>
                    <a:pt x="4025" y="364"/>
                    <a:pt x="4025" y="364"/>
                  </a:cubicBezTo>
                  <a:cubicBezTo>
                    <a:pt x="4025" y="370"/>
                    <a:pt x="4024" y="377"/>
                    <a:pt x="4023" y="383"/>
                  </a:cubicBezTo>
                  <a:cubicBezTo>
                    <a:pt x="4023" y="387"/>
                    <a:pt x="4023" y="387"/>
                    <a:pt x="4023" y="387"/>
                  </a:cubicBezTo>
                  <a:cubicBezTo>
                    <a:pt x="4023" y="389"/>
                    <a:pt x="4023" y="389"/>
                    <a:pt x="4023" y="389"/>
                  </a:cubicBezTo>
                  <a:cubicBezTo>
                    <a:pt x="4022" y="388"/>
                    <a:pt x="4022" y="388"/>
                    <a:pt x="4022" y="388"/>
                  </a:cubicBezTo>
                  <a:cubicBezTo>
                    <a:pt x="4020" y="388"/>
                    <a:pt x="4019" y="388"/>
                    <a:pt x="4017" y="388"/>
                  </a:cubicBezTo>
                  <a:cubicBezTo>
                    <a:pt x="4013" y="388"/>
                    <a:pt x="4009" y="388"/>
                    <a:pt x="4004" y="387"/>
                  </a:cubicBezTo>
                  <a:cubicBezTo>
                    <a:pt x="4005" y="379"/>
                    <a:pt x="4005" y="379"/>
                    <a:pt x="4005" y="379"/>
                  </a:cubicBezTo>
                  <a:cubicBezTo>
                    <a:pt x="4006" y="369"/>
                    <a:pt x="4006" y="369"/>
                    <a:pt x="4006" y="369"/>
                  </a:cubicBezTo>
                  <a:cubicBezTo>
                    <a:pt x="4007" y="363"/>
                    <a:pt x="4007" y="363"/>
                    <a:pt x="4007" y="363"/>
                  </a:cubicBezTo>
                  <a:cubicBezTo>
                    <a:pt x="4008" y="355"/>
                    <a:pt x="4008" y="347"/>
                    <a:pt x="4009" y="339"/>
                  </a:cubicBezTo>
                  <a:cubicBezTo>
                    <a:pt x="4009" y="338"/>
                    <a:pt x="4009" y="338"/>
                    <a:pt x="4009" y="338"/>
                  </a:cubicBezTo>
                  <a:cubicBezTo>
                    <a:pt x="4010" y="332"/>
                    <a:pt x="4015" y="329"/>
                    <a:pt x="4020" y="330"/>
                  </a:cubicBezTo>
                  <a:close/>
                  <a:moveTo>
                    <a:pt x="4000" y="300"/>
                  </a:moveTo>
                  <a:cubicBezTo>
                    <a:pt x="4000" y="297"/>
                    <a:pt x="4000" y="297"/>
                    <a:pt x="4000" y="297"/>
                  </a:cubicBezTo>
                  <a:cubicBezTo>
                    <a:pt x="4001" y="290"/>
                    <a:pt x="4001" y="290"/>
                    <a:pt x="4001" y="290"/>
                  </a:cubicBezTo>
                  <a:cubicBezTo>
                    <a:pt x="4001" y="286"/>
                    <a:pt x="4008" y="285"/>
                    <a:pt x="4009" y="289"/>
                  </a:cubicBezTo>
                  <a:cubicBezTo>
                    <a:pt x="4009" y="289"/>
                    <a:pt x="4009" y="290"/>
                    <a:pt x="4009" y="290"/>
                  </a:cubicBezTo>
                  <a:cubicBezTo>
                    <a:pt x="4009" y="293"/>
                    <a:pt x="4009" y="297"/>
                    <a:pt x="4009" y="300"/>
                  </a:cubicBezTo>
                  <a:cubicBezTo>
                    <a:pt x="4008" y="303"/>
                    <a:pt x="4008" y="306"/>
                    <a:pt x="4008" y="309"/>
                  </a:cubicBezTo>
                  <a:cubicBezTo>
                    <a:pt x="4005" y="309"/>
                    <a:pt x="4002" y="309"/>
                    <a:pt x="3999" y="309"/>
                  </a:cubicBezTo>
                  <a:cubicBezTo>
                    <a:pt x="3999" y="306"/>
                    <a:pt x="4000" y="303"/>
                    <a:pt x="4000" y="300"/>
                  </a:cubicBezTo>
                  <a:close/>
                  <a:moveTo>
                    <a:pt x="3985" y="339"/>
                  </a:moveTo>
                  <a:cubicBezTo>
                    <a:pt x="3986" y="331"/>
                    <a:pt x="3992" y="328"/>
                    <a:pt x="3996" y="329"/>
                  </a:cubicBezTo>
                  <a:cubicBezTo>
                    <a:pt x="3999" y="330"/>
                    <a:pt x="4001" y="333"/>
                    <a:pt x="4000" y="338"/>
                  </a:cubicBezTo>
                  <a:cubicBezTo>
                    <a:pt x="3999" y="347"/>
                    <a:pt x="3999" y="347"/>
                    <a:pt x="3999" y="347"/>
                  </a:cubicBezTo>
                  <a:cubicBezTo>
                    <a:pt x="3999" y="352"/>
                    <a:pt x="3998" y="358"/>
                    <a:pt x="3998" y="363"/>
                  </a:cubicBezTo>
                  <a:cubicBezTo>
                    <a:pt x="3997" y="368"/>
                    <a:pt x="3997" y="373"/>
                    <a:pt x="3996" y="378"/>
                  </a:cubicBezTo>
                  <a:cubicBezTo>
                    <a:pt x="3995" y="388"/>
                    <a:pt x="3995" y="388"/>
                    <a:pt x="3995" y="388"/>
                  </a:cubicBezTo>
                  <a:cubicBezTo>
                    <a:pt x="3995" y="388"/>
                    <a:pt x="3995" y="388"/>
                    <a:pt x="3995" y="388"/>
                  </a:cubicBezTo>
                  <a:cubicBezTo>
                    <a:pt x="3995" y="388"/>
                    <a:pt x="3995" y="388"/>
                    <a:pt x="3995" y="388"/>
                  </a:cubicBezTo>
                  <a:cubicBezTo>
                    <a:pt x="3991" y="388"/>
                    <a:pt x="3987" y="388"/>
                    <a:pt x="3983" y="389"/>
                  </a:cubicBezTo>
                  <a:cubicBezTo>
                    <a:pt x="3979" y="389"/>
                    <a:pt x="3979" y="389"/>
                    <a:pt x="3979" y="389"/>
                  </a:cubicBezTo>
                  <a:cubicBezTo>
                    <a:pt x="3980" y="381"/>
                    <a:pt x="3981" y="372"/>
                    <a:pt x="3982" y="364"/>
                  </a:cubicBezTo>
                  <a:cubicBezTo>
                    <a:pt x="3982" y="362"/>
                    <a:pt x="3982" y="362"/>
                    <a:pt x="3982" y="362"/>
                  </a:cubicBezTo>
                  <a:cubicBezTo>
                    <a:pt x="3983" y="354"/>
                    <a:pt x="3984" y="347"/>
                    <a:pt x="3985" y="339"/>
                  </a:cubicBezTo>
                  <a:close/>
                  <a:moveTo>
                    <a:pt x="3964" y="322"/>
                  </a:moveTo>
                  <a:cubicBezTo>
                    <a:pt x="3965" y="312"/>
                    <a:pt x="3977" y="308"/>
                    <a:pt x="3981" y="313"/>
                  </a:cubicBezTo>
                  <a:cubicBezTo>
                    <a:pt x="3982" y="314"/>
                    <a:pt x="3983" y="316"/>
                    <a:pt x="3983" y="319"/>
                  </a:cubicBezTo>
                  <a:cubicBezTo>
                    <a:pt x="3982" y="322"/>
                    <a:pt x="3982" y="322"/>
                    <a:pt x="3982" y="322"/>
                  </a:cubicBezTo>
                  <a:cubicBezTo>
                    <a:pt x="3977" y="322"/>
                    <a:pt x="3972" y="324"/>
                    <a:pt x="3967" y="325"/>
                  </a:cubicBezTo>
                  <a:cubicBezTo>
                    <a:pt x="3966" y="325"/>
                    <a:pt x="3965" y="326"/>
                    <a:pt x="3964" y="326"/>
                  </a:cubicBezTo>
                  <a:lnTo>
                    <a:pt x="3964" y="322"/>
                  </a:lnTo>
                  <a:close/>
                  <a:moveTo>
                    <a:pt x="3964" y="357"/>
                  </a:moveTo>
                  <a:cubicBezTo>
                    <a:pt x="3966" y="343"/>
                    <a:pt x="3966" y="343"/>
                    <a:pt x="3966" y="343"/>
                  </a:cubicBezTo>
                  <a:cubicBezTo>
                    <a:pt x="3967" y="332"/>
                    <a:pt x="3980" y="330"/>
                    <a:pt x="3979" y="341"/>
                  </a:cubicBezTo>
                  <a:cubicBezTo>
                    <a:pt x="3979" y="344"/>
                    <a:pt x="3979" y="344"/>
                    <a:pt x="3979" y="344"/>
                  </a:cubicBezTo>
                  <a:cubicBezTo>
                    <a:pt x="3976" y="366"/>
                    <a:pt x="3976" y="366"/>
                    <a:pt x="3976" y="366"/>
                  </a:cubicBezTo>
                  <a:cubicBezTo>
                    <a:pt x="3976" y="367"/>
                    <a:pt x="3976" y="367"/>
                    <a:pt x="3976" y="367"/>
                  </a:cubicBezTo>
                  <a:cubicBezTo>
                    <a:pt x="3973" y="391"/>
                    <a:pt x="3973" y="391"/>
                    <a:pt x="3973" y="391"/>
                  </a:cubicBezTo>
                  <a:cubicBezTo>
                    <a:pt x="3968" y="392"/>
                    <a:pt x="3964" y="392"/>
                    <a:pt x="3959" y="394"/>
                  </a:cubicBezTo>
                  <a:cubicBezTo>
                    <a:pt x="3961" y="380"/>
                    <a:pt x="3961" y="380"/>
                    <a:pt x="3961" y="380"/>
                  </a:cubicBezTo>
                  <a:cubicBezTo>
                    <a:pt x="3962" y="368"/>
                    <a:pt x="3962" y="368"/>
                    <a:pt x="3962" y="368"/>
                  </a:cubicBezTo>
                  <a:lnTo>
                    <a:pt x="3964" y="357"/>
                  </a:lnTo>
                  <a:close/>
                  <a:moveTo>
                    <a:pt x="3947" y="371"/>
                  </a:moveTo>
                  <a:cubicBezTo>
                    <a:pt x="3948" y="363"/>
                    <a:pt x="3949" y="356"/>
                    <a:pt x="3950" y="348"/>
                  </a:cubicBezTo>
                  <a:cubicBezTo>
                    <a:pt x="3951" y="337"/>
                    <a:pt x="3962" y="335"/>
                    <a:pt x="3961" y="345"/>
                  </a:cubicBezTo>
                  <a:cubicBezTo>
                    <a:pt x="3959" y="361"/>
                    <a:pt x="3959" y="361"/>
                    <a:pt x="3959" y="361"/>
                  </a:cubicBezTo>
                  <a:cubicBezTo>
                    <a:pt x="3958" y="370"/>
                    <a:pt x="3958" y="370"/>
                    <a:pt x="3958" y="370"/>
                  </a:cubicBezTo>
                  <a:cubicBezTo>
                    <a:pt x="3956" y="384"/>
                    <a:pt x="3956" y="384"/>
                    <a:pt x="3956" y="384"/>
                  </a:cubicBezTo>
                  <a:cubicBezTo>
                    <a:pt x="3954" y="395"/>
                    <a:pt x="3954" y="395"/>
                    <a:pt x="3954" y="395"/>
                  </a:cubicBezTo>
                  <a:cubicBezTo>
                    <a:pt x="3950" y="396"/>
                    <a:pt x="3947" y="398"/>
                    <a:pt x="3943" y="399"/>
                  </a:cubicBezTo>
                  <a:cubicBezTo>
                    <a:pt x="3943" y="395"/>
                    <a:pt x="3943" y="395"/>
                    <a:pt x="3943" y="395"/>
                  </a:cubicBezTo>
                  <a:cubicBezTo>
                    <a:pt x="3944" y="388"/>
                    <a:pt x="3945" y="380"/>
                    <a:pt x="3946" y="373"/>
                  </a:cubicBezTo>
                  <a:lnTo>
                    <a:pt x="3947" y="371"/>
                  </a:lnTo>
                  <a:close/>
                  <a:moveTo>
                    <a:pt x="3933" y="379"/>
                  </a:moveTo>
                  <a:cubicBezTo>
                    <a:pt x="3934" y="370"/>
                    <a:pt x="3935" y="362"/>
                    <a:pt x="3936" y="354"/>
                  </a:cubicBezTo>
                  <a:cubicBezTo>
                    <a:pt x="3937" y="352"/>
                    <a:pt x="3937" y="351"/>
                    <a:pt x="3937" y="350"/>
                  </a:cubicBezTo>
                  <a:cubicBezTo>
                    <a:pt x="3939" y="346"/>
                    <a:pt x="3942" y="344"/>
                    <a:pt x="3943" y="345"/>
                  </a:cubicBezTo>
                  <a:cubicBezTo>
                    <a:pt x="3945" y="345"/>
                    <a:pt x="3946" y="347"/>
                    <a:pt x="3945" y="350"/>
                  </a:cubicBezTo>
                  <a:cubicBezTo>
                    <a:pt x="3944" y="359"/>
                    <a:pt x="3943" y="367"/>
                    <a:pt x="3941" y="375"/>
                  </a:cubicBezTo>
                  <a:cubicBezTo>
                    <a:pt x="3941" y="376"/>
                    <a:pt x="3941" y="376"/>
                    <a:pt x="3941" y="376"/>
                  </a:cubicBezTo>
                  <a:cubicBezTo>
                    <a:pt x="3940" y="383"/>
                    <a:pt x="3939" y="391"/>
                    <a:pt x="3938" y="399"/>
                  </a:cubicBezTo>
                  <a:cubicBezTo>
                    <a:pt x="3938" y="401"/>
                    <a:pt x="3938" y="401"/>
                    <a:pt x="3938" y="401"/>
                  </a:cubicBezTo>
                  <a:cubicBezTo>
                    <a:pt x="3934" y="402"/>
                    <a:pt x="3934" y="402"/>
                    <a:pt x="3934" y="402"/>
                  </a:cubicBezTo>
                  <a:cubicBezTo>
                    <a:pt x="3932" y="403"/>
                    <a:pt x="3931" y="404"/>
                    <a:pt x="3929" y="404"/>
                  </a:cubicBezTo>
                  <a:cubicBezTo>
                    <a:pt x="3930" y="398"/>
                    <a:pt x="3931" y="391"/>
                    <a:pt x="3932" y="384"/>
                  </a:cubicBezTo>
                  <a:lnTo>
                    <a:pt x="3933" y="379"/>
                  </a:lnTo>
                  <a:close/>
                  <a:moveTo>
                    <a:pt x="3919" y="394"/>
                  </a:moveTo>
                  <a:cubicBezTo>
                    <a:pt x="3921" y="385"/>
                    <a:pt x="3921" y="385"/>
                    <a:pt x="3921" y="385"/>
                  </a:cubicBezTo>
                  <a:cubicBezTo>
                    <a:pt x="3922" y="377"/>
                    <a:pt x="3923" y="369"/>
                    <a:pt x="3924" y="361"/>
                  </a:cubicBezTo>
                  <a:cubicBezTo>
                    <a:pt x="3925" y="359"/>
                    <a:pt x="3925" y="359"/>
                    <a:pt x="3925" y="359"/>
                  </a:cubicBezTo>
                  <a:cubicBezTo>
                    <a:pt x="3926" y="350"/>
                    <a:pt x="3932" y="346"/>
                    <a:pt x="3931" y="355"/>
                  </a:cubicBezTo>
                  <a:cubicBezTo>
                    <a:pt x="3931" y="355"/>
                    <a:pt x="3931" y="355"/>
                    <a:pt x="3931" y="355"/>
                  </a:cubicBezTo>
                  <a:cubicBezTo>
                    <a:pt x="3930" y="364"/>
                    <a:pt x="3928" y="373"/>
                    <a:pt x="3927" y="381"/>
                  </a:cubicBezTo>
                  <a:cubicBezTo>
                    <a:pt x="3926" y="389"/>
                    <a:pt x="3926" y="389"/>
                    <a:pt x="3926" y="389"/>
                  </a:cubicBezTo>
                  <a:cubicBezTo>
                    <a:pt x="3923" y="407"/>
                    <a:pt x="3923" y="407"/>
                    <a:pt x="3923" y="407"/>
                  </a:cubicBezTo>
                  <a:cubicBezTo>
                    <a:pt x="3921" y="408"/>
                    <a:pt x="3919" y="409"/>
                    <a:pt x="3917" y="410"/>
                  </a:cubicBezTo>
                  <a:cubicBezTo>
                    <a:pt x="3917" y="405"/>
                    <a:pt x="3918" y="400"/>
                    <a:pt x="3919" y="394"/>
                  </a:cubicBezTo>
                  <a:close/>
                  <a:moveTo>
                    <a:pt x="3906" y="482"/>
                  </a:moveTo>
                  <a:cubicBezTo>
                    <a:pt x="3909" y="460"/>
                    <a:pt x="3909" y="460"/>
                    <a:pt x="3909" y="460"/>
                  </a:cubicBezTo>
                  <a:cubicBezTo>
                    <a:pt x="3910" y="455"/>
                    <a:pt x="3910" y="455"/>
                    <a:pt x="3910" y="455"/>
                  </a:cubicBezTo>
                  <a:cubicBezTo>
                    <a:pt x="3911" y="450"/>
                    <a:pt x="3911" y="450"/>
                    <a:pt x="3911" y="450"/>
                  </a:cubicBezTo>
                  <a:cubicBezTo>
                    <a:pt x="3912" y="443"/>
                    <a:pt x="3913" y="435"/>
                    <a:pt x="3914" y="428"/>
                  </a:cubicBezTo>
                  <a:cubicBezTo>
                    <a:pt x="3916" y="418"/>
                    <a:pt x="3922" y="414"/>
                    <a:pt x="3921" y="424"/>
                  </a:cubicBezTo>
                  <a:cubicBezTo>
                    <a:pt x="3918" y="444"/>
                    <a:pt x="3918" y="444"/>
                    <a:pt x="3918" y="444"/>
                  </a:cubicBezTo>
                  <a:cubicBezTo>
                    <a:pt x="3917" y="452"/>
                    <a:pt x="3917" y="452"/>
                    <a:pt x="3917" y="452"/>
                  </a:cubicBezTo>
                  <a:cubicBezTo>
                    <a:pt x="3916" y="454"/>
                    <a:pt x="3916" y="454"/>
                    <a:pt x="3916" y="454"/>
                  </a:cubicBezTo>
                  <a:cubicBezTo>
                    <a:pt x="3913" y="476"/>
                    <a:pt x="3913" y="476"/>
                    <a:pt x="3913" y="476"/>
                  </a:cubicBezTo>
                  <a:cubicBezTo>
                    <a:pt x="3912" y="480"/>
                    <a:pt x="3912" y="480"/>
                    <a:pt x="3912" y="480"/>
                  </a:cubicBezTo>
                  <a:cubicBezTo>
                    <a:pt x="3910" y="481"/>
                    <a:pt x="3908" y="482"/>
                    <a:pt x="3906" y="483"/>
                  </a:cubicBezTo>
                  <a:lnTo>
                    <a:pt x="3906" y="482"/>
                  </a:lnTo>
                  <a:close/>
                  <a:moveTo>
                    <a:pt x="3896" y="542"/>
                  </a:moveTo>
                  <a:cubicBezTo>
                    <a:pt x="3896" y="539"/>
                    <a:pt x="3896" y="539"/>
                    <a:pt x="3896" y="539"/>
                  </a:cubicBezTo>
                  <a:cubicBezTo>
                    <a:pt x="3897" y="531"/>
                    <a:pt x="3897" y="531"/>
                    <a:pt x="3897" y="531"/>
                  </a:cubicBezTo>
                  <a:cubicBezTo>
                    <a:pt x="3899" y="518"/>
                    <a:pt x="3899" y="518"/>
                    <a:pt x="3899" y="518"/>
                  </a:cubicBezTo>
                  <a:cubicBezTo>
                    <a:pt x="3902" y="503"/>
                    <a:pt x="3902" y="503"/>
                    <a:pt x="3902" y="503"/>
                  </a:cubicBezTo>
                  <a:cubicBezTo>
                    <a:pt x="3902" y="502"/>
                    <a:pt x="3902" y="502"/>
                    <a:pt x="3902" y="502"/>
                  </a:cubicBezTo>
                  <a:cubicBezTo>
                    <a:pt x="3903" y="493"/>
                    <a:pt x="3910" y="489"/>
                    <a:pt x="3909" y="497"/>
                  </a:cubicBezTo>
                  <a:cubicBezTo>
                    <a:pt x="3909" y="497"/>
                    <a:pt x="3909" y="498"/>
                    <a:pt x="3909" y="498"/>
                  </a:cubicBezTo>
                  <a:cubicBezTo>
                    <a:pt x="3907" y="512"/>
                    <a:pt x="3907" y="512"/>
                    <a:pt x="3907" y="512"/>
                  </a:cubicBezTo>
                  <a:cubicBezTo>
                    <a:pt x="3904" y="527"/>
                    <a:pt x="3904" y="527"/>
                    <a:pt x="3904" y="527"/>
                  </a:cubicBezTo>
                  <a:cubicBezTo>
                    <a:pt x="3904" y="532"/>
                    <a:pt x="3904" y="532"/>
                    <a:pt x="3904" y="532"/>
                  </a:cubicBezTo>
                  <a:cubicBezTo>
                    <a:pt x="3903" y="536"/>
                    <a:pt x="3903" y="536"/>
                    <a:pt x="3903" y="536"/>
                  </a:cubicBezTo>
                  <a:cubicBezTo>
                    <a:pt x="3900" y="555"/>
                    <a:pt x="3900" y="555"/>
                    <a:pt x="3900" y="555"/>
                  </a:cubicBezTo>
                  <a:cubicBezTo>
                    <a:pt x="3900" y="557"/>
                    <a:pt x="3900" y="557"/>
                    <a:pt x="3900" y="557"/>
                  </a:cubicBezTo>
                  <a:cubicBezTo>
                    <a:pt x="3897" y="558"/>
                    <a:pt x="3897" y="558"/>
                    <a:pt x="3897" y="558"/>
                  </a:cubicBezTo>
                  <a:cubicBezTo>
                    <a:pt x="3896" y="558"/>
                    <a:pt x="3894" y="559"/>
                    <a:pt x="3893" y="559"/>
                  </a:cubicBezTo>
                  <a:cubicBezTo>
                    <a:pt x="3894" y="553"/>
                    <a:pt x="3895" y="548"/>
                    <a:pt x="3896" y="542"/>
                  </a:cubicBezTo>
                  <a:close/>
                  <a:moveTo>
                    <a:pt x="3883" y="622"/>
                  </a:moveTo>
                  <a:cubicBezTo>
                    <a:pt x="3885" y="609"/>
                    <a:pt x="3885" y="609"/>
                    <a:pt x="3885" y="609"/>
                  </a:cubicBezTo>
                  <a:cubicBezTo>
                    <a:pt x="3885" y="608"/>
                    <a:pt x="3885" y="608"/>
                    <a:pt x="3885" y="608"/>
                  </a:cubicBezTo>
                  <a:cubicBezTo>
                    <a:pt x="3886" y="599"/>
                    <a:pt x="3886" y="599"/>
                    <a:pt x="3886" y="599"/>
                  </a:cubicBezTo>
                  <a:cubicBezTo>
                    <a:pt x="3887" y="594"/>
                    <a:pt x="3888" y="588"/>
                    <a:pt x="3889" y="583"/>
                  </a:cubicBezTo>
                  <a:cubicBezTo>
                    <a:pt x="3889" y="579"/>
                    <a:pt x="3889" y="579"/>
                    <a:pt x="3889" y="579"/>
                  </a:cubicBezTo>
                  <a:cubicBezTo>
                    <a:pt x="3891" y="569"/>
                    <a:pt x="3898" y="565"/>
                    <a:pt x="3896" y="576"/>
                  </a:cubicBezTo>
                  <a:cubicBezTo>
                    <a:pt x="3896" y="576"/>
                    <a:pt x="3896" y="576"/>
                    <a:pt x="3896" y="576"/>
                  </a:cubicBezTo>
                  <a:cubicBezTo>
                    <a:pt x="3894" y="592"/>
                    <a:pt x="3894" y="592"/>
                    <a:pt x="3894" y="592"/>
                  </a:cubicBezTo>
                  <a:cubicBezTo>
                    <a:pt x="3893" y="602"/>
                    <a:pt x="3893" y="602"/>
                    <a:pt x="3893" y="602"/>
                  </a:cubicBezTo>
                  <a:cubicBezTo>
                    <a:pt x="3892" y="607"/>
                    <a:pt x="3892" y="607"/>
                    <a:pt x="3892" y="607"/>
                  </a:cubicBezTo>
                  <a:cubicBezTo>
                    <a:pt x="3891" y="616"/>
                    <a:pt x="3891" y="616"/>
                    <a:pt x="3891" y="616"/>
                  </a:cubicBezTo>
                  <a:cubicBezTo>
                    <a:pt x="3887" y="637"/>
                    <a:pt x="3887" y="637"/>
                    <a:pt x="3887" y="637"/>
                  </a:cubicBezTo>
                  <a:cubicBezTo>
                    <a:pt x="3885" y="638"/>
                    <a:pt x="3882" y="639"/>
                    <a:pt x="3880" y="639"/>
                  </a:cubicBezTo>
                  <a:lnTo>
                    <a:pt x="3883" y="622"/>
                  </a:lnTo>
                  <a:close/>
                  <a:moveTo>
                    <a:pt x="3869" y="709"/>
                  </a:moveTo>
                  <a:cubicBezTo>
                    <a:pt x="3871" y="698"/>
                    <a:pt x="3871" y="698"/>
                    <a:pt x="3871" y="698"/>
                  </a:cubicBezTo>
                  <a:cubicBezTo>
                    <a:pt x="3871" y="697"/>
                    <a:pt x="3871" y="697"/>
                    <a:pt x="3871" y="697"/>
                  </a:cubicBezTo>
                  <a:cubicBezTo>
                    <a:pt x="3872" y="686"/>
                    <a:pt x="3872" y="686"/>
                    <a:pt x="3872" y="686"/>
                  </a:cubicBezTo>
                  <a:cubicBezTo>
                    <a:pt x="3873" y="680"/>
                    <a:pt x="3874" y="675"/>
                    <a:pt x="3875" y="669"/>
                  </a:cubicBezTo>
                  <a:cubicBezTo>
                    <a:pt x="3876" y="666"/>
                    <a:pt x="3876" y="666"/>
                    <a:pt x="3876" y="666"/>
                  </a:cubicBezTo>
                  <a:cubicBezTo>
                    <a:pt x="3877" y="656"/>
                    <a:pt x="3884" y="654"/>
                    <a:pt x="3883" y="663"/>
                  </a:cubicBezTo>
                  <a:cubicBezTo>
                    <a:pt x="3883" y="663"/>
                    <a:pt x="3883" y="664"/>
                    <a:pt x="3883" y="664"/>
                  </a:cubicBezTo>
                  <a:cubicBezTo>
                    <a:pt x="3881" y="679"/>
                    <a:pt x="3881" y="679"/>
                    <a:pt x="3881" y="679"/>
                  </a:cubicBezTo>
                  <a:cubicBezTo>
                    <a:pt x="3879" y="690"/>
                    <a:pt x="3879" y="690"/>
                    <a:pt x="3879" y="690"/>
                  </a:cubicBezTo>
                  <a:cubicBezTo>
                    <a:pt x="3878" y="696"/>
                    <a:pt x="3878" y="696"/>
                    <a:pt x="3878" y="696"/>
                  </a:cubicBezTo>
                  <a:cubicBezTo>
                    <a:pt x="3877" y="702"/>
                    <a:pt x="3877" y="702"/>
                    <a:pt x="3877" y="702"/>
                  </a:cubicBezTo>
                  <a:cubicBezTo>
                    <a:pt x="3873" y="727"/>
                    <a:pt x="3873" y="727"/>
                    <a:pt x="3873" y="727"/>
                  </a:cubicBezTo>
                  <a:cubicBezTo>
                    <a:pt x="3871" y="728"/>
                    <a:pt x="3868" y="728"/>
                    <a:pt x="3866" y="729"/>
                  </a:cubicBezTo>
                  <a:lnTo>
                    <a:pt x="3869" y="709"/>
                  </a:lnTo>
                  <a:close/>
                  <a:moveTo>
                    <a:pt x="3851" y="823"/>
                  </a:moveTo>
                  <a:cubicBezTo>
                    <a:pt x="3854" y="807"/>
                    <a:pt x="3854" y="807"/>
                    <a:pt x="3854" y="807"/>
                  </a:cubicBezTo>
                  <a:cubicBezTo>
                    <a:pt x="3856" y="791"/>
                    <a:pt x="3856" y="791"/>
                    <a:pt x="3856" y="791"/>
                  </a:cubicBezTo>
                  <a:cubicBezTo>
                    <a:pt x="3857" y="785"/>
                    <a:pt x="3858" y="780"/>
                    <a:pt x="3859" y="774"/>
                  </a:cubicBezTo>
                  <a:cubicBezTo>
                    <a:pt x="3860" y="767"/>
                    <a:pt x="3860" y="767"/>
                    <a:pt x="3860" y="767"/>
                  </a:cubicBezTo>
                  <a:cubicBezTo>
                    <a:pt x="3861" y="758"/>
                    <a:pt x="3861" y="758"/>
                    <a:pt x="3861" y="758"/>
                  </a:cubicBezTo>
                  <a:cubicBezTo>
                    <a:pt x="3861" y="758"/>
                    <a:pt x="3862" y="757"/>
                    <a:pt x="3862" y="756"/>
                  </a:cubicBezTo>
                  <a:cubicBezTo>
                    <a:pt x="3863" y="749"/>
                    <a:pt x="3868" y="747"/>
                    <a:pt x="3869" y="750"/>
                  </a:cubicBezTo>
                  <a:cubicBezTo>
                    <a:pt x="3869" y="751"/>
                    <a:pt x="3869" y="753"/>
                    <a:pt x="3869" y="756"/>
                  </a:cubicBezTo>
                  <a:cubicBezTo>
                    <a:pt x="3869" y="759"/>
                    <a:pt x="3869" y="759"/>
                    <a:pt x="3869" y="759"/>
                  </a:cubicBezTo>
                  <a:cubicBezTo>
                    <a:pt x="3867" y="767"/>
                    <a:pt x="3867" y="767"/>
                    <a:pt x="3867" y="767"/>
                  </a:cubicBezTo>
                  <a:cubicBezTo>
                    <a:pt x="3866" y="775"/>
                    <a:pt x="3865" y="783"/>
                    <a:pt x="3864" y="790"/>
                  </a:cubicBezTo>
                  <a:cubicBezTo>
                    <a:pt x="3862" y="799"/>
                    <a:pt x="3862" y="799"/>
                    <a:pt x="3862" y="799"/>
                  </a:cubicBezTo>
                  <a:cubicBezTo>
                    <a:pt x="3860" y="816"/>
                    <a:pt x="3860" y="816"/>
                    <a:pt x="3860" y="816"/>
                  </a:cubicBezTo>
                  <a:cubicBezTo>
                    <a:pt x="3859" y="824"/>
                    <a:pt x="3859" y="824"/>
                    <a:pt x="3859" y="824"/>
                  </a:cubicBezTo>
                  <a:cubicBezTo>
                    <a:pt x="3856" y="824"/>
                    <a:pt x="3853" y="824"/>
                    <a:pt x="3851" y="824"/>
                  </a:cubicBezTo>
                  <a:lnTo>
                    <a:pt x="3851" y="823"/>
                  </a:lnTo>
                  <a:close/>
                  <a:moveTo>
                    <a:pt x="3837" y="996"/>
                  </a:moveTo>
                  <a:cubicBezTo>
                    <a:pt x="3838" y="986"/>
                    <a:pt x="3838" y="986"/>
                    <a:pt x="3838" y="986"/>
                  </a:cubicBezTo>
                  <a:cubicBezTo>
                    <a:pt x="3839" y="976"/>
                    <a:pt x="3839" y="976"/>
                    <a:pt x="3839" y="976"/>
                  </a:cubicBezTo>
                  <a:cubicBezTo>
                    <a:pt x="3841" y="949"/>
                    <a:pt x="3841" y="949"/>
                    <a:pt x="3841" y="949"/>
                  </a:cubicBezTo>
                  <a:cubicBezTo>
                    <a:pt x="3844" y="915"/>
                    <a:pt x="3844" y="915"/>
                    <a:pt x="3844" y="915"/>
                  </a:cubicBezTo>
                  <a:cubicBezTo>
                    <a:pt x="3846" y="900"/>
                    <a:pt x="3846" y="900"/>
                    <a:pt x="3846" y="900"/>
                  </a:cubicBezTo>
                  <a:cubicBezTo>
                    <a:pt x="3847" y="885"/>
                    <a:pt x="3847" y="885"/>
                    <a:pt x="3847" y="885"/>
                  </a:cubicBezTo>
                  <a:cubicBezTo>
                    <a:pt x="3847" y="881"/>
                    <a:pt x="3847" y="881"/>
                    <a:pt x="3847" y="881"/>
                  </a:cubicBezTo>
                  <a:cubicBezTo>
                    <a:pt x="3848" y="874"/>
                    <a:pt x="3850" y="868"/>
                    <a:pt x="3852" y="864"/>
                  </a:cubicBezTo>
                  <a:cubicBezTo>
                    <a:pt x="3855" y="859"/>
                    <a:pt x="3858" y="857"/>
                    <a:pt x="3862" y="856"/>
                  </a:cubicBezTo>
                  <a:cubicBezTo>
                    <a:pt x="3866" y="855"/>
                    <a:pt x="3871" y="857"/>
                    <a:pt x="3874" y="862"/>
                  </a:cubicBezTo>
                  <a:cubicBezTo>
                    <a:pt x="3876" y="865"/>
                    <a:pt x="3877" y="868"/>
                    <a:pt x="3878" y="872"/>
                  </a:cubicBezTo>
                  <a:cubicBezTo>
                    <a:pt x="3879" y="876"/>
                    <a:pt x="3879" y="880"/>
                    <a:pt x="3878" y="884"/>
                  </a:cubicBezTo>
                  <a:cubicBezTo>
                    <a:pt x="3878" y="886"/>
                    <a:pt x="3878" y="886"/>
                    <a:pt x="3878" y="886"/>
                  </a:cubicBezTo>
                  <a:cubicBezTo>
                    <a:pt x="3875" y="920"/>
                    <a:pt x="3875" y="920"/>
                    <a:pt x="3875" y="920"/>
                  </a:cubicBezTo>
                  <a:cubicBezTo>
                    <a:pt x="3873" y="947"/>
                    <a:pt x="3873" y="947"/>
                    <a:pt x="3873" y="947"/>
                  </a:cubicBezTo>
                  <a:cubicBezTo>
                    <a:pt x="3872" y="957"/>
                    <a:pt x="3872" y="957"/>
                    <a:pt x="3872" y="957"/>
                  </a:cubicBezTo>
                  <a:cubicBezTo>
                    <a:pt x="3871" y="968"/>
                    <a:pt x="3871" y="968"/>
                    <a:pt x="3871" y="968"/>
                  </a:cubicBezTo>
                  <a:cubicBezTo>
                    <a:pt x="3867" y="1004"/>
                    <a:pt x="3867" y="1004"/>
                    <a:pt x="3867" y="1004"/>
                  </a:cubicBezTo>
                  <a:cubicBezTo>
                    <a:pt x="3836" y="1004"/>
                    <a:pt x="3836" y="1004"/>
                    <a:pt x="3836" y="1004"/>
                  </a:cubicBezTo>
                  <a:lnTo>
                    <a:pt x="3837" y="996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" name="Rectangle 5"/>
          <p:cNvSpPr/>
          <p:nvPr/>
        </p:nvSpPr>
        <p:spPr>
          <a:xfrm>
            <a:off x="4523026" y="1174198"/>
            <a:ext cx="2984269" cy="553702"/>
          </a:xfrm>
          <a:prstGeom prst="rect">
            <a:avLst/>
          </a:prstGeom>
          <a:solidFill>
            <a:schemeClr val="accent1">
              <a:lumMod val="75000"/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Freeform 5"/>
          <p:cNvSpPr>
            <a:spLocks noEditPoints="1"/>
          </p:cNvSpPr>
          <p:nvPr/>
        </p:nvSpPr>
        <p:spPr bwMode="auto">
          <a:xfrm>
            <a:off x="5799131" y="1855878"/>
            <a:ext cx="432060" cy="703640"/>
          </a:xfrm>
          <a:custGeom>
            <a:avLst/>
            <a:gdLst>
              <a:gd name="T0" fmla="*/ 245 w 490"/>
              <a:gd name="T1" fmla="*/ 0 h 800"/>
              <a:gd name="T2" fmla="*/ 0 w 490"/>
              <a:gd name="T3" fmla="*/ 245 h 800"/>
              <a:gd name="T4" fmla="*/ 245 w 490"/>
              <a:gd name="T5" fmla="*/ 800 h 800"/>
              <a:gd name="T6" fmla="*/ 490 w 490"/>
              <a:gd name="T7" fmla="*/ 245 h 800"/>
              <a:gd name="T8" fmla="*/ 245 w 490"/>
              <a:gd name="T9" fmla="*/ 0 h 800"/>
              <a:gd name="T10" fmla="*/ 245 w 490"/>
              <a:gd name="T11" fmla="*/ 394 h 800"/>
              <a:gd name="T12" fmla="*/ 92 w 490"/>
              <a:gd name="T13" fmla="*/ 242 h 800"/>
              <a:gd name="T14" fmla="*/ 245 w 490"/>
              <a:gd name="T15" fmla="*/ 89 h 800"/>
              <a:gd name="T16" fmla="*/ 398 w 490"/>
              <a:gd name="T17" fmla="*/ 242 h 800"/>
              <a:gd name="T18" fmla="*/ 245 w 490"/>
              <a:gd name="T19" fmla="*/ 394 h 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90" h="800">
                <a:moveTo>
                  <a:pt x="245" y="0"/>
                </a:moveTo>
                <a:cubicBezTo>
                  <a:pt x="110" y="0"/>
                  <a:pt x="0" y="110"/>
                  <a:pt x="0" y="245"/>
                </a:cubicBezTo>
                <a:cubicBezTo>
                  <a:pt x="0" y="381"/>
                  <a:pt x="245" y="800"/>
                  <a:pt x="245" y="800"/>
                </a:cubicBezTo>
                <a:cubicBezTo>
                  <a:pt x="245" y="800"/>
                  <a:pt x="490" y="381"/>
                  <a:pt x="490" y="245"/>
                </a:cubicBezTo>
                <a:cubicBezTo>
                  <a:pt x="490" y="110"/>
                  <a:pt x="381" y="0"/>
                  <a:pt x="245" y="0"/>
                </a:cubicBezTo>
                <a:close/>
                <a:moveTo>
                  <a:pt x="245" y="394"/>
                </a:moveTo>
                <a:cubicBezTo>
                  <a:pt x="161" y="394"/>
                  <a:pt x="92" y="326"/>
                  <a:pt x="92" y="242"/>
                </a:cubicBezTo>
                <a:cubicBezTo>
                  <a:pt x="92" y="157"/>
                  <a:pt x="161" y="89"/>
                  <a:pt x="245" y="89"/>
                </a:cubicBezTo>
                <a:cubicBezTo>
                  <a:pt x="329" y="89"/>
                  <a:pt x="398" y="157"/>
                  <a:pt x="398" y="242"/>
                </a:cubicBezTo>
                <a:cubicBezTo>
                  <a:pt x="398" y="326"/>
                  <a:pt x="329" y="394"/>
                  <a:pt x="245" y="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8" name="Rectangle 7"/>
          <p:cNvSpPr/>
          <p:nvPr/>
        </p:nvSpPr>
        <p:spPr>
          <a:xfrm>
            <a:off x="4523026" y="1116949"/>
            <a:ext cx="2984269" cy="553702"/>
          </a:xfrm>
          <a:prstGeom prst="rect">
            <a:avLst/>
          </a:prstGeom>
          <a:solidFill>
            <a:schemeClr val="accent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TextBox 8"/>
          <p:cNvSpPr txBox="1"/>
          <p:nvPr/>
        </p:nvSpPr>
        <p:spPr>
          <a:xfrm>
            <a:off x="5122223" y="1132634"/>
            <a:ext cx="17858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400" b="1" dirty="0">
                <a:solidFill>
                  <a:schemeClr val="bg1"/>
                </a:solidFill>
              </a:rPr>
              <a:t>Olathe, Kansas, USA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35515" y="1393800"/>
            <a:ext cx="1119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100" dirty="0" err="1">
                <a:solidFill>
                  <a:schemeClr val="bg1"/>
                </a:solidFill>
              </a:rPr>
              <a:t>Lat</a:t>
            </a:r>
            <a:r>
              <a:rPr lang="en-ID" sz="1100" dirty="0">
                <a:solidFill>
                  <a:schemeClr val="bg1"/>
                </a:solidFill>
              </a:rPr>
              <a:t>: </a:t>
            </a:r>
            <a:r>
              <a:rPr lang="en-ID" sz="1200" dirty="0">
                <a:solidFill>
                  <a:schemeClr val="bg1"/>
                </a:solidFill>
              </a:rPr>
              <a:t>38.881397</a:t>
            </a:r>
            <a:r>
              <a:rPr lang="en-ID" sz="11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8760" y="1393800"/>
            <a:ext cx="12426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100" dirty="0">
                <a:solidFill>
                  <a:schemeClr val="bg1"/>
                </a:solidFill>
              </a:rPr>
              <a:t>Long: </a:t>
            </a:r>
            <a:r>
              <a:rPr lang="en-ID" sz="1200" dirty="0">
                <a:solidFill>
                  <a:schemeClr val="bg1"/>
                </a:solidFill>
              </a:rPr>
              <a:t>-94.819130</a:t>
            </a:r>
            <a:endParaRPr lang="en-ID" sz="11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34502" y="5156523"/>
            <a:ext cx="7322999" cy="367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id-ID" sz="1333" dirty="0">
                <a:solidFill>
                  <a:schemeClr val="bg1"/>
                </a:solidFill>
              </a:rPr>
              <a:t>Midlle Easton, 245 Eva. </a:t>
            </a:r>
            <a:r>
              <a:rPr lang="en-ID" sz="1333" dirty="0">
                <a:solidFill>
                  <a:schemeClr val="bg1"/>
                </a:solidFill>
              </a:rPr>
              <a:t>4304 Market Street Grand Island, NE 68801</a:t>
            </a:r>
            <a:endParaRPr lang="id-ID" sz="1333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68530" y="5915920"/>
            <a:ext cx="1329641" cy="288147"/>
          </a:xfrm>
          <a:prstGeom prst="rect">
            <a:avLst/>
          </a:prstGeom>
          <a:noFill/>
        </p:spPr>
        <p:txBody>
          <a:bodyPr wrap="none" lIns="72000" tIns="36000" rIns="72000" bIns="36000" rtlCol="0" anchor="t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mail@mail.com</a:t>
            </a:r>
          </a:p>
        </p:txBody>
      </p:sp>
      <p:sp>
        <p:nvSpPr>
          <p:cNvPr id="14" name="Freeform 5"/>
          <p:cNvSpPr>
            <a:spLocks noEditPoints="1"/>
          </p:cNvSpPr>
          <p:nvPr/>
        </p:nvSpPr>
        <p:spPr bwMode="auto">
          <a:xfrm>
            <a:off x="1950713" y="5968395"/>
            <a:ext cx="317816" cy="187507"/>
          </a:xfrm>
          <a:custGeom>
            <a:avLst/>
            <a:gdLst>
              <a:gd name="T0" fmla="*/ 1178 w 1178"/>
              <a:gd name="T1" fmla="*/ 0 h 695"/>
              <a:gd name="T2" fmla="*/ 1178 w 1178"/>
              <a:gd name="T3" fmla="*/ 79 h 695"/>
              <a:gd name="T4" fmla="*/ 589 w 1178"/>
              <a:gd name="T5" fmla="*/ 361 h 695"/>
              <a:gd name="T6" fmla="*/ 0 w 1178"/>
              <a:gd name="T7" fmla="*/ 79 h 695"/>
              <a:gd name="T8" fmla="*/ 0 w 1178"/>
              <a:gd name="T9" fmla="*/ 0 h 695"/>
              <a:gd name="T10" fmla="*/ 1178 w 1178"/>
              <a:gd name="T11" fmla="*/ 0 h 695"/>
              <a:gd name="T12" fmla="*/ 0 w 1178"/>
              <a:gd name="T13" fmla="*/ 146 h 695"/>
              <a:gd name="T14" fmla="*/ 0 w 1178"/>
              <a:gd name="T15" fmla="*/ 695 h 695"/>
              <a:gd name="T16" fmla="*/ 1178 w 1178"/>
              <a:gd name="T17" fmla="*/ 695 h 695"/>
              <a:gd name="T18" fmla="*/ 1178 w 1178"/>
              <a:gd name="T19" fmla="*/ 146 h 695"/>
              <a:gd name="T20" fmla="*/ 589 w 1178"/>
              <a:gd name="T21" fmla="*/ 508 h 695"/>
              <a:gd name="T22" fmla="*/ 0 w 1178"/>
              <a:gd name="T23" fmla="*/ 146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78" h="695">
                <a:moveTo>
                  <a:pt x="1178" y="0"/>
                </a:moveTo>
                <a:lnTo>
                  <a:pt x="1178" y="79"/>
                </a:lnTo>
                <a:lnTo>
                  <a:pt x="589" y="361"/>
                </a:lnTo>
                <a:lnTo>
                  <a:pt x="0" y="79"/>
                </a:lnTo>
                <a:lnTo>
                  <a:pt x="0" y="0"/>
                </a:lnTo>
                <a:lnTo>
                  <a:pt x="1178" y="0"/>
                </a:lnTo>
                <a:close/>
                <a:moveTo>
                  <a:pt x="0" y="146"/>
                </a:moveTo>
                <a:lnTo>
                  <a:pt x="0" y="695"/>
                </a:lnTo>
                <a:lnTo>
                  <a:pt x="1178" y="695"/>
                </a:lnTo>
                <a:lnTo>
                  <a:pt x="1178" y="146"/>
                </a:lnTo>
                <a:lnTo>
                  <a:pt x="589" y="508"/>
                </a:lnTo>
                <a:lnTo>
                  <a:pt x="0" y="14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4236418" y="5945166"/>
            <a:ext cx="286609" cy="233967"/>
          </a:xfrm>
          <a:custGeom>
            <a:avLst/>
            <a:gdLst>
              <a:gd name="T0" fmla="*/ 186 w 186"/>
              <a:gd name="T1" fmla="*/ 18 h 152"/>
              <a:gd name="T2" fmla="*/ 164 w 186"/>
              <a:gd name="T3" fmla="*/ 24 h 152"/>
              <a:gd name="T4" fmla="*/ 181 w 186"/>
              <a:gd name="T5" fmla="*/ 4 h 152"/>
              <a:gd name="T6" fmla="*/ 157 w 186"/>
              <a:gd name="T7" fmla="*/ 13 h 152"/>
              <a:gd name="T8" fmla="*/ 129 w 186"/>
              <a:gd name="T9" fmla="*/ 0 h 152"/>
              <a:gd name="T10" fmla="*/ 90 w 186"/>
              <a:gd name="T11" fmla="*/ 39 h 152"/>
              <a:gd name="T12" fmla="*/ 92 w 186"/>
              <a:gd name="T13" fmla="*/ 48 h 152"/>
              <a:gd name="T14" fmla="*/ 12 w 186"/>
              <a:gd name="T15" fmla="*/ 8 h 152"/>
              <a:gd name="T16" fmla="*/ 8 w 186"/>
              <a:gd name="T17" fmla="*/ 27 h 152"/>
              <a:gd name="T18" fmla="*/ 24 w 186"/>
              <a:gd name="T19" fmla="*/ 59 h 152"/>
              <a:gd name="T20" fmla="*/ 7 w 186"/>
              <a:gd name="T21" fmla="*/ 54 h 152"/>
              <a:gd name="T22" fmla="*/ 7 w 186"/>
              <a:gd name="T23" fmla="*/ 54 h 152"/>
              <a:gd name="T24" fmla="*/ 38 w 186"/>
              <a:gd name="T25" fmla="*/ 92 h 152"/>
              <a:gd name="T26" fmla="*/ 28 w 186"/>
              <a:gd name="T27" fmla="*/ 94 h 152"/>
              <a:gd name="T28" fmla="*/ 20 w 186"/>
              <a:gd name="T29" fmla="*/ 93 h 152"/>
              <a:gd name="T30" fmla="*/ 56 w 186"/>
              <a:gd name="T31" fmla="*/ 119 h 152"/>
              <a:gd name="T32" fmla="*/ 9 w 186"/>
              <a:gd name="T33" fmla="*/ 136 h 152"/>
              <a:gd name="T34" fmla="*/ 0 w 186"/>
              <a:gd name="T35" fmla="*/ 135 h 152"/>
              <a:gd name="T36" fmla="*/ 58 w 186"/>
              <a:gd name="T37" fmla="*/ 152 h 152"/>
              <a:gd name="T38" fmla="*/ 167 w 186"/>
              <a:gd name="T39" fmla="*/ 44 h 152"/>
              <a:gd name="T40" fmla="*/ 167 w 186"/>
              <a:gd name="T41" fmla="*/ 38 h 152"/>
              <a:gd name="T42" fmla="*/ 186 w 186"/>
              <a:gd name="T43" fmla="*/ 18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86" h="152">
                <a:moveTo>
                  <a:pt x="186" y="18"/>
                </a:moveTo>
                <a:cubicBezTo>
                  <a:pt x="180" y="22"/>
                  <a:pt x="172" y="24"/>
                  <a:pt x="164" y="24"/>
                </a:cubicBezTo>
                <a:cubicBezTo>
                  <a:pt x="172" y="20"/>
                  <a:pt x="178" y="12"/>
                  <a:pt x="181" y="4"/>
                </a:cubicBezTo>
                <a:cubicBezTo>
                  <a:pt x="174" y="8"/>
                  <a:pt x="166" y="11"/>
                  <a:pt x="157" y="13"/>
                </a:cubicBezTo>
                <a:cubicBezTo>
                  <a:pt x="150" y="5"/>
                  <a:pt x="140" y="0"/>
                  <a:pt x="129" y="0"/>
                </a:cubicBezTo>
                <a:cubicBezTo>
                  <a:pt x="108" y="0"/>
                  <a:pt x="90" y="18"/>
                  <a:pt x="90" y="39"/>
                </a:cubicBezTo>
                <a:cubicBezTo>
                  <a:pt x="90" y="42"/>
                  <a:pt x="91" y="45"/>
                  <a:pt x="92" y="48"/>
                </a:cubicBezTo>
                <a:cubicBezTo>
                  <a:pt x="60" y="46"/>
                  <a:pt x="32" y="31"/>
                  <a:pt x="12" y="8"/>
                </a:cubicBezTo>
                <a:cubicBezTo>
                  <a:pt x="9" y="13"/>
                  <a:pt x="8" y="20"/>
                  <a:pt x="8" y="27"/>
                </a:cubicBezTo>
                <a:cubicBezTo>
                  <a:pt x="8" y="40"/>
                  <a:pt x="14" y="52"/>
                  <a:pt x="24" y="59"/>
                </a:cubicBezTo>
                <a:cubicBezTo>
                  <a:pt x="18" y="58"/>
                  <a:pt x="12" y="57"/>
                  <a:pt x="7" y="54"/>
                </a:cubicBezTo>
                <a:cubicBezTo>
                  <a:pt x="7" y="54"/>
                  <a:pt x="7" y="54"/>
                  <a:pt x="7" y="54"/>
                </a:cubicBezTo>
                <a:cubicBezTo>
                  <a:pt x="7" y="73"/>
                  <a:pt x="20" y="88"/>
                  <a:pt x="38" y="92"/>
                </a:cubicBezTo>
                <a:cubicBezTo>
                  <a:pt x="34" y="93"/>
                  <a:pt x="31" y="94"/>
                  <a:pt x="28" y="94"/>
                </a:cubicBezTo>
                <a:cubicBezTo>
                  <a:pt x="25" y="94"/>
                  <a:pt x="23" y="93"/>
                  <a:pt x="20" y="93"/>
                </a:cubicBezTo>
                <a:cubicBezTo>
                  <a:pt x="26" y="108"/>
                  <a:pt x="40" y="119"/>
                  <a:pt x="56" y="119"/>
                </a:cubicBezTo>
                <a:cubicBezTo>
                  <a:pt x="43" y="130"/>
                  <a:pt x="26" y="136"/>
                  <a:pt x="9" y="136"/>
                </a:cubicBezTo>
                <a:cubicBezTo>
                  <a:pt x="6" y="136"/>
                  <a:pt x="2" y="136"/>
                  <a:pt x="0" y="135"/>
                </a:cubicBezTo>
                <a:cubicBezTo>
                  <a:pt x="16" y="146"/>
                  <a:pt x="36" y="152"/>
                  <a:pt x="58" y="152"/>
                </a:cubicBezTo>
                <a:cubicBezTo>
                  <a:pt x="129" y="152"/>
                  <a:pt x="167" y="94"/>
                  <a:pt x="167" y="44"/>
                </a:cubicBezTo>
                <a:cubicBezTo>
                  <a:pt x="167" y="42"/>
                  <a:pt x="167" y="40"/>
                  <a:pt x="167" y="38"/>
                </a:cubicBezTo>
                <a:cubicBezTo>
                  <a:pt x="175" y="33"/>
                  <a:pt x="181" y="26"/>
                  <a:pt x="186" y="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23026" y="5915920"/>
            <a:ext cx="1329641" cy="288147"/>
          </a:xfrm>
          <a:prstGeom prst="rect">
            <a:avLst/>
          </a:prstGeom>
          <a:noFill/>
        </p:spPr>
        <p:txBody>
          <a:bodyPr wrap="none" lIns="72000" tIns="36000" rIns="72000" bIns="36000" rtlCol="0" anchor="t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mail@mail.com</a:t>
            </a:r>
          </a:p>
        </p:txBody>
      </p:sp>
      <p:sp>
        <p:nvSpPr>
          <p:cNvPr id="17" name="Freeform 18"/>
          <p:cNvSpPr>
            <a:spLocks noEditPoints="1"/>
          </p:cNvSpPr>
          <p:nvPr/>
        </p:nvSpPr>
        <p:spPr bwMode="auto">
          <a:xfrm>
            <a:off x="6490914" y="5936067"/>
            <a:ext cx="276860" cy="252164"/>
          </a:xfrm>
          <a:custGeom>
            <a:avLst/>
            <a:gdLst>
              <a:gd name="T0" fmla="*/ 85 w 180"/>
              <a:gd name="T1" fmla="*/ 92 h 164"/>
              <a:gd name="T2" fmla="*/ 74 w 180"/>
              <a:gd name="T3" fmla="*/ 78 h 164"/>
              <a:gd name="T4" fmla="*/ 81 w 180"/>
              <a:gd name="T5" fmla="*/ 69 h 164"/>
              <a:gd name="T6" fmla="*/ 97 w 180"/>
              <a:gd name="T7" fmla="*/ 39 h 164"/>
              <a:gd name="T8" fmla="*/ 90 w 180"/>
              <a:gd name="T9" fmla="*/ 16 h 164"/>
              <a:gd name="T10" fmla="*/ 92 w 180"/>
              <a:gd name="T11" fmla="*/ 16 h 164"/>
              <a:gd name="T12" fmla="*/ 95 w 180"/>
              <a:gd name="T13" fmla="*/ 16 h 164"/>
              <a:gd name="T14" fmla="*/ 106 w 180"/>
              <a:gd name="T15" fmla="*/ 7 h 164"/>
              <a:gd name="T16" fmla="*/ 106 w 180"/>
              <a:gd name="T17" fmla="*/ 4 h 164"/>
              <a:gd name="T18" fmla="*/ 104 w 180"/>
              <a:gd name="T19" fmla="*/ 0 h 164"/>
              <a:gd name="T20" fmla="*/ 55 w 180"/>
              <a:gd name="T21" fmla="*/ 0 h 164"/>
              <a:gd name="T22" fmla="*/ 39 w 180"/>
              <a:gd name="T23" fmla="*/ 4 h 164"/>
              <a:gd name="T24" fmla="*/ 9 w 180"/>
              <a:gd name="T25" fmla="*/ 39 h 164"/>
              <a:gd name="T26" fmla="*/ 48 w 180"/>
              <a:gd name="T27" fmla="*/ 78 h 164"/>
              <a:gd name="T28" fmla="*/ 48 w 180"/>
              <a:gd name="T29" fmla="*/ 83 h 164"/>
              <a:gd name="T30" fmla="*/ 51 w 180"/>
              <a:gd name="T31" fmla="*/ 94 h 164"/>
              <a:gd name="T32" fmla="*/ 2 w 180"/>
              <a:gd name="T33" fmla="*/ 120 h 164"/>
              <a:gd name="T34" fmla="*/ 0 w 180"/>
              <a:gd name="T35" fmla="*/ 131 h 164"/>
              <a:gd name="T36" fmla="*/ 2 w 180"/>
              <a:gd name="T37" fmla="*/ 143 h 164"/>
              <a:gd name="T38" fmla="*/ 30 w 180"/>
              <a:gd name="T39" fmla="*/ 161 h 164"/>
              <a:gd name="T40" fmla="*/ 53 w 180"/>
              <a:gd name="T41" fmla="*/ 164 h 164"/>
              <a:gd name="T42" fmla="*/ 72 w 180"/>
              <a:gd name="T43" fmla="*/ 161 h 164"/>
              <a:gd name="T44" fmla="*/ 104 w 180"/>
              <a:gd name="T45" fmla="*/ 124 h 164"/>
              <a:gd name="T46" fmla="*/ 85 w 180"/>
              <a:gd name="T47" fmla="*/ 92 h 164"/>
              <a:gd name="T48" fmla="*/ 34 w 180"/>
              <a:gd name="T49" fmla="*/ 39 h 164"/>
              <a:gd name="T50" fmla="*/ 39 w 180"/>
              <a:gd name="T51" fmla="*/ 20 h 164"/>
              <a:gd name="T52" fmla="*/ 48 w 180"/>
              <a:gd name="T53" fmla="*/ 16 h 164"/>
              <a:gd name="T54" fmla="*/ 71 w 180"/>
              <a:gd name="T55" fmla="*/ 41 h 164"/>
              <a:gd name="T56" fmla="*/ 67 w 180"/>
              <a:gd name="T57" fmla="*/ 62 h 164"/>
              <a:gd name="T58" fmla="*/ 57 w 180"/>
              <a:gd name="T59" fmla="*/ 67 h 164"/>
              <a:gd name="T60" fmla="*/ 34 w 180"/>
              <a:gd name="T61" fmla="*/ 39 h 164"/>
              <a:gd name="T62" fmla="*/ 83 w 180"/>
              <a:gd name="T63" fmla="*/ 127 h 164"/>
              <a:gd name="T64" fmla="*/ 53 w 180"/>
              <a:gd name="T65" fmla="*/ 148 h 164"/>
              <a:gd name="T66" fmla="*/ 23 w 180"/>
              <a:gd name="T67" fmla="*/ 127 h 164"/>
              <a:gd name="T68" fmla="*/ 55 w 180"/>
              <a:gd name="T69" fmla="*/ 106 h 164"/>
              <a:gd name="T70" fmla="*/ 67 w 180"/>
              <a:gd name="T71" fmla="*/ 106 h 164"/>
              <a:gd name="T72" fmla="*/ 69 w 180"/>
              <a:gd name="T73" fmla="*/ 108 h 164"/>
              <a:gd name="T74" fmla="*/ 83 w 180"/>
              <a:gd name="T75" fmla="*/ 122 h 164"/>
              <a:gd name="T76" fmla="*/ 83 w 180"/>
              <a:gd name="T77" fmla="*/ 127 h 164"/>
              <a:gd name="T78" fmla="*/ 180 w 180"/>
              <a:gd name="T79" fmla="*/ 71 h 164"/>
              <a:gd name="T80" fmla="*/ 180 w 180"/>
              <a:gd name="T81" fmla="*/ 78 h 164"/>
              <a:gd name="T82" fmla="*/ 178 w 180"/>
              <a:gd name="T83" fmla="*/ 83 h 164"/>
              <a:gd name="T84" fmla="*/ 150 w 180"/>
              <a:gd name="T85" fmla="*/ 83 h 164"/>
              <a:gd name="T86" fmla="*/ 150 w 180"/>
              <a:gd name="T87" fmla="*/ 111 h 164"/>
              <a:gd name="T88" fmla="*/ 145 w 180"/>
              <a:gd name="T89" fmla="*/ 113 h 164"/>
              <a:gd name="T90" fmla="*/ 138 w 180"/>
              <a:gd name="T91" fmla="*/ 113 h 164"/>
              <a:gd name="T92" fmla="*/ 134 w 180"/>
              <a:gd name="T93" fmla="*/ 111 h 164"/>
              <a:gd name="T94" fmla="*/ 134 w 180"/>
              <a:gd name="T95" fmla="*/ 83 h 164"/>
              <a:gd name="T96" fmla="*/ 106 w 180"/>
              <a:gd name="T97" fmla="*/ 83 h 164"/>
              <a:gd name="T98" fmla="*/ 104 w 180"/>
              <a:gd name="T99" fmla="*/ 78 h 164"/>
              <a:gd name="T100" fmla="*/ 104 w 180"/>
              <a:gd name="T101" fmla="*/ 71 h 164"/>
              <a:gd name="T102" fmla="*/ 106 w 180"/>
              <a:gd name="T103" fmla="*/ 67 h 164"/>
              <a:gd name="T104" fmla="*/ 134 w 180"/>
              <a:gd name="T105" fmla="*/ 67 h 164"/>
              <a:gd name="T106" fmla="*/ 134 w 180"/>
              <a:gd name="T107" fmla="*/ 39 h 164"/>
              <a:gd name="T108" fmla="*/ 138 w 180"/>
              <a:gd name="T109" fmla="*/ 37 h 164"/>
              <a:gd name="T110" fmla="*/ 145 w 180"/>
              <a:gd name="T111" fmla="*/ 37 h 164"/>
              <a:gd name="T112" fmla="*/ 150 w 180"/>
              <a:gd name="T113" fmla="*/ 39 h 164"/>
              <a:gd name="T114" fmla="*/ 150 w 180"/>
              <a:gd name="T115" fmla="*/ 67 h 164"/>
              <a:gd name="T116" fmla="*/ 178 w 180"/>
              <a:gd name="T117" fmla="*/ 67 h 164"/>
              <a:gd name="T118" fmla="*/ 180 w 180"/>
              <a:gd name="T119" fmla="*/ 71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80" h="164">
                <a:moveTo>
                  <a:pt x="85" y="92"/>
                </a:moveTo>
                <a:cubicBezTo>
                  <a:pt x="78" y="87"/>
                  <a:pt x="74" y="81"/>
                  <a:pt x="74" y="78"/>
                </a:cubicBezTo>
                <a:cubicBezTo>
                  <a:pt x="74" y="76"/>
                  <a:pt x="74" y="74"/>
                  <a:pt x="81" y="69"/>
                </a:cubicBezTo>
                <a:cubicBezTo>
                  <a:pt x="92" y="60"/>
                  <a:pt x="97" y="50"/>
                  <a:pt x="97" y="39"/>
                </a:cubicBezTo>
                <a:cubicBezTo>
                  <a:pt x="97" y="30"/>
                  <a:pt x="95" y="23"/>
                  <a:pt x="90" y="16"/>
                </a:cubicBezTo>
                <a:cubicBezTo>
                  <a:pt x="90" y="16"/>
                  <a:pt x="90" y="16"/>
                  <a:pt x="92" y="16"/>
                </a:cubicBezTo>
                <a:cubicBezTo>
                  <a:pt x="95" y="16"/>
                  <a:pt x="95" y="16"/>
                  <a:pt x="95" y="16"/>
                </a:cubicBezTo>
                <a:cubicBezTo>
                  <a:pt x="95" y="16"/>
                  <a:pt x="95" y="16"/>
                  <a:pt x="106" y="7"/>
                </a:cubicBezTo>
                <a:cubicBezTo>
                  <a:pt x="106" y="7"/>
                  <a:pt x="108" y="4"/>
                  <a:pt x="106" y="4"/>
                </a:cubicBezTo>
                <a:cubicBezTo>
                  <a:pt x="106" y="2"/>
                  <a:pt x="106" y="0"/>
                  <a:pt x="104" y="0"/>
                </a:cubicBezTo>
                <a:cubicBezTo>
                  <a:pt x="104" y="0"/>
                  <a:pt x="104" y="0"/>
                  <a:pt x="55" y="0"/>
                </a:cubicBezTo>
                <a:cubicBezTo>
                  <a:pt x="51" y="0"/>
                  <a:pt x="44" y="2"/>
                  <a:pt x="39" y="4"/>
                </a:cubicBezTo>
                <a:cubicBezTo>
                  <a:pt x="23" y="9"/>
                  <a:pt x="9" y="25"/>
                  <a:pt x="9" y="39"/>
                </a:cubicBezTo>
                <a:cubicBezTo>
                  <a:pt x="9" y="62"/>
                  <a:pt x="25" y="78"/>
                  <a:pt x="48" y="78"/>
                </a:cubicBezTo>
                <a:cubicBezTo>
                  <a:pt x="48" y="81"/>
                  <a:pt x="48" y="83"/>
                  <a:pt x="48" y="83"/>
                </a:cubicBezTo>
                <a:cubicBezTo>
                  <a:pt x="48" y="87"/>
                  <a:pt x="48" y="90"/>
                  <a:pt x="51" y="94"/>
                </a:cubicBezTo>
                <a:cubicBezTo>
                  <a:pt x="30" y="94"/>
                  <a:pt x="9" y="104"/>
                  <a:pt x="2" y="120"/>
                </a:cubicBezTo>
                <a:cubicBezTo>
                  <a:pt x="0" y="124"/>
                  <a:pt x="0" y="127"/>
                  <a:pt x="0" y="131"/>
                </a:cubicBezTo>
                <a:cubicBezTo>
                  <a:pt x="0" y="136"/>
                  <a:pt x="0" y="141"/>
                  <a:pt x="2" y="143"/>
                </a:cubicBezTo>
                <a:cubicBezTo>
                  <a:pt x="7" y="152"/>
                  <a:pt x="16" y="157"/>
                  <a:pt x="30" y="161"/>
                </a:cubicBezTo>
                <a:cubicBezTo>
                  <a:pt x="37" y="164"/>
                  <a:pt x="44" y="164"/>
                  <a:pt x="53" y="164"/>
                </a:cubicBezTo>
                <a:cubicBezTo>
                  <a:pt x="60" y="164"/>
                  <a:pt x="67" y="164"/>
                  <a:pt x="72" y="161"/>
                </a:cubicBezTo>
                <a:cubicBezTo>
                  <a:pt x="92" y="157"/>
                  <a:pt x="104" y="141"/>
                  <a:pt x="104" y="124"/>
                </a:cubicBezTo>
                <a:cubicBezTo>
                  <a:pt x="104" y="111"/>
                  <a:pt x="99" y="101"/>
                  <a:pt x="85" y="92"/>
                </a:cubicBezTo>
                <a:close/>
                <a:moveTo>
                  <a:pt x="34" y="39"/>
                </a:moveTo>
                <a:cubicBezTo>
                  <a:pt x="34" y="32"/>
                  <a:pt x="34" y="25"/>
                  <a:pt x="39" y="20"/>
                </a:cubicBezTo>
                <a:cubicBezTo>
                  <a:pt x="41" y="16"/>
                  <a:pt x="46" y="16"/>
                  <a:pt x="48" y="16"/>
                </a:cubicBezTo>
                <a:cubicBezTo>
                  <a:pt x="60" y="16"/>
                  <a:pt x="69" y="27"/>
                  <a:pt x="71" y="41"/>
                </a:cubicBezTo>
                <a:cubicBezTo>
                  <a:pt x="74" y="51"/>
                  <a:pt x="71" y="58"/>
                  <a:pt x="67" y="62"/>
                </a:cubicBezTo>
                <a:cubicBezTo>
                  <a:pt x="64" y="65"/>
                  <a:pt x="62" y="67"/>
                  <a:pt x="57" y="67"/>
                </a:cubicBezTo>
                <a:cubicBezTo>
                  <a:pt x="46" y="67"/>
                  <a:pt x="36" y="53"/>
                  <a:pt x="34" y="39"/>
                </a:cubicBezTo>
                <a:close/>
                <a:moveTo>
                  <a:pt x="83" y="127"/>
                </a:moveTo>
                <a:cubicBezTo>
                  <a:pt x="83" y="141"/>
                  <a:pt x="74" y="148"/>
                  <a:pt x="53" y="148"/>
                </a:cubicBezTo>
                <a:cubicBezTo>
                  <a:pt x="37" y="148"/>
                  <a:pt x="23" y="138"/>
                  <a:pt x="23" y="127"/>
                </a:cubicBezTo>
                <a:cubicBezTo>
                  <a:pt x="23" y="115"/>
                  <a:pt x="39" y="106"/>
                  <a:pt x="55" y="106"/>
                </a:cubicBezTo>
                <a:cubicBezTo>
                  <a:pt x="60" y="106"/>
                  <a:pt x="62" y="106"/>
                  <a:pt x="67" y="106"/>
                </a:cubicBezTo>
                <a:cubicBezTo>
                  <a:pt x="67" y="108"/>
                  <a:pt x="67" y="108"/>
                  <a:pt x="69" y="108"/>
                </a:cubicBezTo>
                <a:cubicBezTo>
                  <a:pt x="76" y="115"/>
                  <a:pt x="80" y="117"/>
                  <a:pt x="83" y="122"/>
                </a:cubicBezTo>
                <a:cubicBezTo>
                  <a:pt x="83" y="124"/>
                  <a:pt x="83" y="127"/>
                  <a:pt x="83" y="127"/>
                </a:cubicBezTo>
                <a:close/>
                <a:moveTo>
                  <a:pt x="180" y="71"/>
                </a:moveTo>
                <a:cubicBezTo>
                  <a:pt x="180" y="78"/>
                  <a:pt x="180" y="78"/>
                  <a:pt x="180" y="78"/>
                </a:cubicBezTo>
                <a:cubicBezTo>
                  <a:pt x="180" y="81"/>
                  <a:pt x="180" y="83"/>
                  <a:pt x="178" y="83"/>
                </a:cubicBezTo>
                <a:cubicBezTo>
                  <a:pt x="150" y="83"/>
                  <a:pt x="150" y="83"/>
                  <a:pt x="150" y="83"/>
                </a:cubicBezTo>
                <a:cubicBezTo>
                  <a:pt x="150" y="111"/>
                  <a:pt x="150" y="111"/>
                  <a:pt x="150" y="111"/>
                </a:cubicBezTo>
                <a:cubicBezTo>
                  <a:pt x="150" y="113"/>
                  <a:pt x="148" y="113"/>
                  <a:pt x="145" y="113"/>
                </a:cubicBezTo>
                <a:cubicBezTo>
                  <a:pt x="138" y="113"/>
                  <a:pt x="138" y="113"/>
                  <a:pt x="138" y="113"/>
                </a:cubicBezTo>
                <a:cubicBezTo>
                  <a:pt x="136" y="113"/>
                  <a:pt x="134" y="113"/>
                  <a:pt x="134" y="111"/>
                </a:cubicBezTo>
                <a:cubicBezTo>
                  <a:pt x="134" y="83"/>
                  <a:pt x="134" y="83"/>
                  <a:pt x="134" y="83"/>
                </a:cubicBezTo>
                <a:cubicBezTo>
                  <a:pt x="106" y="83"/>
                  <a:pt x="106" y="83"/>
                  <a:pt x="106" y="83"/>
                </a:cubicBezTo>
                <a:cubicBezTo>
                  <a:pt x="104" y="83"/>
                  <a:pt x="104" y="81"/>
                  <a:pt x="104" y="78"/>
                </a:cubicBezTo>
                <a:cubicBezTo>
                  <a:pt x="104" y="71"/>
                  <a:pt x="104" y="71"/>
                  <a:pt x="104" y="71"/>
                </a:cubicBezTo>
                <a:cubicBezTo>
                  <a:pt x="104" y="69"/>
                  <a:pt x="104" y="67"/>
                  <a:pt x="106" y="67"/>
                </a:cubicBezTo>
                <a:cubicBezTo>
                  <a:pt x="134" y="67"/>
                  <a:pt x="134" y="67"/>
                  <a:pt x="134" y="67"/>
                </a:cubicBezTo>
                <a:cubicBezTo>
                  <a:pt x="134" y="39"/>
                  <a:pt x="134" y="39"/>
                  <a:pt x="134" y="39"/>
                </a:cubicBezTo>
                <a:cubicBezTo>
                  <a:pt x="134" y="37"/>
                  <a:pt x="136" y="37"/>
                  <a:pt x="138" y="37"/>
                </a:cubicBezTo>
                <a:cubicBezTo>
                  <a:pt x="145" y="37"/>
                  <a:pt x="145" y="37"/>
                  <a:pt x="145" y="37"/>
                </a:cubicBezTo>
                <a:cubicBezTo>
                  <a:pt x="148" y="37"/>
                  <a:pt x="150" y="37"/>
                  <a:pt x="150" y="39"/>
                </a:cubicBezTo>
                <a:cubicBezTo>
                  <a:pt x="150" y="67"/>
                  <a:pt x="150" y="67"/>
                  <a:pt x="150" y="67"/>
                </a:cubicBezTo>
                <a:cubicBezTo>
                  <a:pt x="178" y="67"/>
                  <a:pt x="178" y="67"/>
                  <a:pt x="178" y="67"/>
                </a:cubicBezTo>
                <a:cubicBezTo>
                  <a:pt x="180" y="67"/>
                  <a:pt x="180" y="69"/>
                  <a:pt x="180" y="7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98951" y="5915920"/>
            <a:ext cx="1329641" cy="288147"/>
          </a:xfrm>
          <a:prstGeom prst="rect">
            <a:avLst/>
          </a:prstGeom>
          <a:noFill/>
        </p:spPr>
        <p:txBody>
          <a:bodyPr wrap="none" lIns="72000" tIns="36000" rIns="72000" bIns="36000" rtlCol="0" anchor="t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mail@mail.com</a:t>
            </a:r>
          </a:p>
        </p:txBody>
      </p:sp>
      <p:sp>
        <p:nvSpPr>
          <p:cNvPr id="19" name="Freeform 12"/>
          <p:cNvSpPr>
            <a:spLocks/>
          </p:cNvSpPr>
          <p:nvPr/>
        </p:nvSpPr>
        <p:spPr bwMode="auto">
          <a:xfrm>
            <a:off x="8766839" y="5915920"/>
            <a:ext cx="135831" cy="292459"/>
          </a:xfrm>
          <a:custGeom>
            <a:avLst/>
            <a:gdLst>
              <a:gd name="T0" fmla="*/ 85 w 88"/>
              <a:gd name="T1" fmla="*/ 95 h 190"/>
              <a:gd name="T2" fmla="*/ 58 w 88"/>
              <a:gd name="T3" fmla="*/ 95 h 190"/>
              <a:gd name="T4" fmla="*/ 58 w 88"/>
              <a:gd name="T5" fmla="*/ 190 h 190"/>
              <a:gd name="T6" fmla="*/ 19 w 88"/>
              <a:gd name="T7" fmla="*/ 190 h 190"/>
              <a:gd name="T8" fmla="*/ 19 w 88"/>
              <a:gd name="T9" fmla="*/ 95 h 190"/>
              <a:gd name="T10" fmla="*/ 0 w 88"/>
              <a:gd name="T11" fmla="*/ 95 h 190"/>
              <a:gd name="T12" fmla="*/ 0 w 88"/>
              <a:gd name="T13" fmla="*/ 61 h 190"/>
              <a:gd name="T14" fmla="*/ 19 w 88"/>
              <a:gd name="T15" fmla="*/ 61 h 190"/>
              <a:gd name="T16" fmla="*/ 19 w 88"/>
              <a:gd name="T17" fmla="*/ 39 h 190"/>
              <a:gd name="T18" fmla="*/ 58 w 88"/>
              <a:gd name="T19" fmla="*/ 0 h 190"/>
              <a:gd name="T20" fmla="*/ 87 w 88"/>
              <a:gd name="T21" fmla="*/ 0 h 190"/>
              <a:gd name="T22" fmla="*/ 87 w 88"/>
              <a:gd name="T23" fmla="*/ 33 h 190"/>
              <a:gd name="T24" fmla="*/ 67 w 88"/>
              <a:gd name="T25" fmla="*/ 33 h 190"/>
              <a:gd name="T26" fmla="*/ 58 w 88"/>
              <a:gd name="T27" fmla="*/ 42 h 190"/>
              <a:gd name="T28" fmla="*/ 58 w 88"/>
              <a:gd name="T29" fmla="*/ 61 h 190"/>
              <a:gd name="T30" fmla="*/ 88 w 88"/>
              <a:gd name="T31" fmla="*/ 61 h 190"/>
              <a:gd name="T32" fmla="*/ 85 w 88"/>
              <a:gd name="T33" fmla="*/ 95 h 190"/>
              <a:gd name="T34" fmla="*/ 85 w 88"/>
              <a:gd name="T35" fmla="*/ 95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88" h="190">
                <a:moveTo>
                  <a:pt x="85" y="95"/>
                </a:moveTo>
                <a:cubicBezTo>
                  <a:pt x="58" y="95"/>
                  <a:pt x="58" y="95"/>
                  <a:pt x="58" y="95"/>
                </a:cubicBezTo>
                <a:cubicBezTo>
                  <a:pt x="58" y="137"/>
                  <a:pt x="58" y="190"/>
                  <a:pt x="58" y="190"/>
                </a:cubicBezTo>
                <a:cubicBezTo>
                  <a:pt x="19" y="190"/>
                  <a:pt x="19" y="190"/>
                  <a:pt x="19" y="190"/>
                </a:cubicBezTo>
                <a:cubicBezTo>
                  <a:pt x="19" y="190"/>
                  <a:pt x="19" y="138"/>
                  <a:pt x="19" y="95"/>
                </a:cubicBezTo>
                <a:cubicBezTo>
                  <a:pt x="0" y="95"/>
                  <a:pt x="0" y="95"/>
                  <a:pt x="0" y="95"/>
                </a:cubicBezTo>
                <a:cubicBezTo>
                  <a:pt x="0" y="61"/>
                  <a:pt x="0" y="61"/>
                  <a:pt x="0" y="61"/>
                </a:cubicBezTo>
                <a:cubicBezTo>
                  <a:pt x="19" y="61"/>
                  <a:pt x="19" y="61"/>
                  <a:pt x="19" y="61"/>
                </a:cubicBezTo>
                <a:cubicBezTo>
                  <a:pt x="19" y="39"/>
                  <a:pt x="19" y="39"/>
                  <a:pt x="19" y="39"/>
                </a:cubicBezTo>
                <a:cubicBezTo>
                  <a:pt x="19" y="24"/>
                  <a:pt x="26" y="0"/>
                  <a:pt x="58" y="0"/>
                </a:cubicBezTo>
                <a:cubicBezTo>
                  <a:pt x="87" y="0"/>
                  <a:pt x="87" y="0"/>
                  <a:pt x="87" y="0"/>
                </a:cubicBezTo>
                <a:cubicBezTo>
                  <a:pt x="87" y="33"/>
                  <a:pt x="87" y="33"/>
                  <a:pt x="87" y="33"/>
                </a:cubicBezTo>
                <a:cubicBezTo>
                  <a:pt x="87" y="33"/>
                  <a:pt x="69" y="33"/>
                  <a:pt x="67" y="33"/>
                </a:cubicBezTo>
                <a:cubicBezTo>
                  <a:pt x="63" y="33"/>
                  <a:pt x="58" y="34"/>
                  <a:pt x="58" y="42"/>
                </a:cubicBezTo>
                <a:cubicBezTo>
                  <a:pt x="58" y="61"/>
                  <a:pt x="58" y="61"/>
                  <a:pt x="58" y="61"/>
                </a:cubicBezTo>
                <a:cubicBezTo>
                  <a:pt x="88" y="61"/>
                  <a:pt x="88" y="61"/>
                  <a:pt x="88" y="61"/>
                </a:cubicBezTo>
                <a:cubicBezTo>
                  <a:pt x="85" y="95"/>
                  <a:pt x="85" y="95"/>
                  <a:pt x="85" y="95"/>
                </a:cubicBezTo>
                <a:cubicBezTo>
                  <a:pt x="85" y="95"/>
                  <a:pt x="85" y="95"/>
                  <a:pt x="85" y="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54417" y="5915920"/>
            <a:ext cx="1329641" cy="288147"/>
          </a:xfrm>
          <a:prstGeom prst="rect">
            <a:avLst/>
          </a:prstGeom>
          <a:noFill/>
        </p:spPr>
        <p:txBody>
          <a:bodyPr wrap="none" lIns="72000" tIns="36000" rIns="72000" bIns="36000" rtlCol="0" anchor="t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mail@mail.com</a:t>
            </a:r>
          </a:p>
        </p:txBody>
      </p:sp>
    </p:spTree>
    <p:extLst>
      <p:ext uri="{BB962C8B-B14F-4D97-AF65-F5344CB8AC3E}">
        <p14:creationId xmlns:p14="http://schemas.microsoft.com/office/powerpoint/2010/main" val="23029133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4" name="TextBox 3"/>
          <p:cNvSpPr txBox="1"/>
          <p:nvPr/>
        </p:nvSpPr>
        <p:spPr>
          <a:xfrm>
            <a:off x="-409739" y="1074510"/>
            <a:ext cx="8937062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0" b="1" dirty="0" err="1" smtClean="0">
                <a:solidFill>
                  <a:schemeClr val="bg1">
                    <a:lumMod val="85000"/>
                    <a:alpha val="15000"/>
                  </a:schemeClr>
                </a:solidFill>
                <a:latin typeface="+mj-lt"/>
              </a:rPr>
              <a:t>Rexi</a:t>
            </a:r>
            <a:r>
              <a:rPr lang="en-US" sz="30000" b="1" dirty="0" smtClean="0">
                <a:solidFill>
                  <a:schemeClr val="bg1">
                    <a:lumMod val="85000"/>
                    <a:alpha val="15000"/>
                  </a:schemeClr>
                </a:solidFill>
                <a:latin typeface="+mj-lt"/>
              </a:rPr>
              <a:t>.</a:t>
            </a:r>
            <a:endParaRPr lang="en-US" sz="30000" b="1" dirty="0">
              <a:solidFill>
                <a:schemeClr val="bg1">
                  <a:lumMod val="85000"/>
                  <a:alpha val="15000"/>
                </a:schemeClr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7707" y="2767281"/>
            <a:ext cx="870783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 smtClean="0">
                <a:solidFill>
                  <a:schemeClr val="bg1"/>
                </a:solidFill>
                <a:latin typeface="+mj-lt"/>
              </a:rPr>
              <a:t>Thank for coming.</a:t>
            </a:r>
            <a:endParaRPr lang="en-US" sz="80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71217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.2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9B658"/>
      </a:accent1>
      <a:accent2>
        <a:srgbClr val="DA8E50"/>
      </a:accent2>
      <a:accent3>
        <a:srgbClr val="9F664B"/>
      </a:accent3>
      <a:accent4>
        <a:srgbClr val="423745"/>
      </a:accent4>
      <a:accent5>
        <a:srgbClr val="312933"/>
      </a:accent5>
      <a:accent6>
        <a:srgbClr val="00263B"/>
      </a:accent6>
      <a:hlink>
        <a:srgbClr val="0563C1"/>
      </a:hlink>
      <a:folHlink>
        <a:srgbClr val="954F72"/>
      </a:folHlink>
    </a:clrScheme>
    <a:fontScheme name="Custom 1">
      <a:majorFont>
        <a:latin typeface="Raleway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730</Words>
  <Application>Microsoft Office PowerPoint</Application>
  <PresentationFormat>Widescreen</PresentationFormat>
  <Paragraphs>277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Lato</vt:lpstr>
      <vt:lpstr>Raleway</vt:lpstr>
      <vt:lpstr>Roboto Condensed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bachtiar nurhakim</dc:creator>
  <cp:lastModifiedBy>bachtiar nurhakim</cp:lastModifiedBy>
  <cp:revision>19</cp:revision>
  <dcterms:created xsi:type="dcterms:W3CDTF">2018-10-04T04:26:53Z</dcterms:created>
  <dcterms:modified xsi:type="dcterms:W3CDTF">2018-10-04T08:46:11Z</dcterms:modified>
</cp:coreProperties>
</file>