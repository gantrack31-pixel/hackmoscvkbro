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"/>
  </p:notesMasterIdLst>
  <p:sldSz cx="12195175" cy="6859588"/>
  <p:notesSz cx="6858000" cy="9144000"/>
  <p:embeddedFontLst>
    <p:embeddedFont>
      <p:font typeface="PT Sans" panose="020B0503020203020204" pitchFamily="34" charset="-52"/>
      <p:regular r:id="rId3"/>
      <p:bold r:id="rId4"/>
      <p:italic r:id="rId5"/>
      <p:boldItalic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Raleway" panose="020B0503030101060003" pitchFamily="34" charset="-52"/>
      <p:regular r:id="rId11"/>
      <p:bold r:id="rId12"/>
    </p:embeddedFont>
  </p:embeddedFontLst>
  <p:defaultTextStyle>
    <a:defPPr>
      <a:defRPr lang="ru-RU"/>
    </a:defPPr>
    <a:lvl1pPr marL="0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722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444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9166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888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610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8332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8053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7775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2323"/>
    <a:srgbClr val="E02A73"/>
    <a:srgbClr val="5F4B8B"/>
    <a:srgbClr val="00ADEF"/>
    <a:srgbClr val="3F3F3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671" autoAdjust="0"/>
  </p:normalViewPr>
  <p:slideViewPr>
    <p:cSldViewPr showGuides="1">
      <p:cViewPr>
        <p:scale>
          <a:sx n="64" d="100"/>
          <a:sy n="64" d="100"/>
        </p:scale>
        <p:origin x="-990" y="-222"/>
      </p:cViewPr>
      <p:guideLst>
        <p:guide orient="horz" pos="2160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font" Target="fonts/font10.fntdata"/><Relationship Id="rId2" Type="http://schemas.openxmlformats.org/officeDocument/2006/relationships/notesMaster" Target="notesMasters/notesMaster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5" Type="http://schemas.openxmlformats.org/officeDocument/2006/relationships/font" Target="fonts/font3.fntdata"/><Relationship Id="rId15" Type="http://schemas.openxmlformats.org/officeDocument/2006/relationships/theme" Target="theme/theme1.xml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5E5C77-50ED-43B3-B835-1440DA98E97A}" type="datetimeFigureOut">
              <a:rPr lang="ru-RU" smtClean="0"/>
              <a:t>21.12.2017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07E8B1-845F-49AD-906F-C513E895C8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0602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solidFill>
          <a:srgbClr val="00A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Мои документы\!Дизайн\aaa\slider\prime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25" y="0"/>
            <a:ext cx="12196200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Параллелограмм 9"/>
          <p:cNvSpPr/>
          <p:nvPr userDrawn="1"/>
        </p:nvSpPr>
        <p:spPr>
          <a:xfrm>
            <a:off x="3829833" y="2294"/>
            <a:ext cx="9900602" cy="6859588"/>
          </a:xfrm>
          <a:prstGeom prst="parallelogram">
            <a:avLst>
              <a:gd name="adj" fmla="val 49287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араллелограмм 7"/>
          <p:cNvSpPr/>
          <p:nvPr userDrawn="1"/>
        </p:nvSpPr>
        <p:spPr>
          <a:xfrm>
            <a:off x="10334405" y="0"/>
            <a:ext cx="6817668" cy="6859588"/>
          </a:xfrm>
          <a:prstGeom prst="parallelogram">
            <a:avLst>
              <a:gd name="adj" fmla="val 49287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609758" y="932938"/>
            <a:ext cx="5476281" cy="2208757"/>
          </a:xfrm>
          <a:prstGeom prst="rect">
            <a:avLst/>
          </a:prstGeom>
        </p:spPr>
        <p:txBody>
          <a:bodyPr lIns="121944" tIns="60972" rIns="121944" bIns="60972" anchor="ctr"/>
          <a:lstStyle>
            <a:lvl1pPr algn="l">
              <a:defRPr lang="ru-RU" sz="8000" b="1" kern="1200" spc="600" dirty="0">
                <a:solidFill>
                  <a:schemeClr val="tx1"/>
                </a:solidFill>
                <a:latin typeface="Proxima Nova ExCn Rg" pitchFamily="50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TITLE</a:t>
            </a:r>
            <a:endParaRPr lang="ru-RU" dirty="0"/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3555" y="3429794"/>
            <a:ext cx="5462485" cy="2210312"/>
          </a:xfrm>
          <a:prstGeom prst="rect">
            <a:avLst/>
          </a:prstGeom>
        </p:spPr>
        <p:txBody>
          <a:bodyPr lIns="121944" tIns="60972" rIns="121944" bIns="60972"/>
          <a:lstStyle>
            <a:lvl1pPr marL="0" indent="0" algn="l">
              <a:buNone/>
              <a:defRPr lang="ru-RU" sz="2400" b="0" kern="1200" dirty="0">
                <a:solidFill>
                  <a:schemeClr val="tx1"/>
                </a:solidFill>
                <a:latin typeface="Proxima Nova Rg" pitchFamily="50" charset="0"/>
                <a:ea typeface="PT Sans" panose="020B0503020203020204" pitchFamily="34" charset="-52"/>
                <a:cs typeface="+mj-cs"/>
              </a:defRPr>
            </a:lvl1pPr>
            <a:lvl2pPr marL="609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9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8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8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80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77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Subtitle</a:t>
            </a:r>
            <a:endParaRPr lang="ru-RU" dirty="0"/>
          </a:p>
        </p:txBody>
      </p:sp>
      <p:pic>
        <p:nvPicPr>
          <p:cNvPr id="5" name="logo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07749" y="6407516"/>
            <a:ext cx="1045495" cy="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Параллелограмм 10"/>
          <p:cNvSpPr/>
          <p:nvPr userDrawn="1"/>
        </p:nvSpPr>
        <p:spPr>
          <a:xfrm>
            <a:off x="-5711725" y="0"/>
            <a:ext cx="6817668" cy="6859588"/>
          </a:xfrm>
          <a:prstGeom prst="parallelogram">
            <a:avLst>
              <a:gd name="adj" fmla="val 49287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52393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D:\Мои документы\!Дизайн\aaa\slider\prime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25" y="0"/>
            <a:ext cx="12196200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Параллелограмм 14"/>
          <p:cNvSpPr/>
          <p:nvPr userDrawn="1"/>
        </p:nvSpPr>
        <p:spPr>
          <a:xfrm>
            <a:off x="3829833" y="0"/>
            <a:ext cx="9913406" cy="6859588"/>
          </a:xfrm>
          <a:prstGeom prst="parallelogram">
            <a:avLst>
              <a:gd name="adj" fmla="val 4928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1057027" y="981522"/>
            <a:ext cx="8568952" cy="1296144"/>
          </a:xfrm>
          <a:prstGeom prst="rect">
            <a:avLst/>
          </a:prstGeom>
        </p:spPr>
        <p:txBody>
          <a:bodyPr lIns="121944" tIns="60972" rIns="121944" bIns="60972" anchor="ctr"/>
          <a:lstStyle>
            <a:lvl1pPr algn="l">
              <a:defRPr lang="ru-RU" sz="6000" b="1" kern="1200" spc="600" dirty="0">
                <a:solidFill>
                  <a:schemeClr val="tx1"/>
                </a:solidFill>
                <a:latin typeface="Proxima Nova ExCn Rg" pitchFamily="50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TITLE</a:t>
            </a:r>
            <a:endParaRPr lang="ru-RU" dirty="0"/>
          </a:p>
        </p:txBody>
      </p:sp>
      <p:sp>
        <p:nvSpPr>
          <p:cNvPr id="9" name="text"/>
          <p:cNvSpPr>
            <a:spLocks noGrp="1"/>
          </p:cNvSpPr>
          <p:nvPr>
            <p:ph type="body" sz="quarter" idx="10" hasCustomPrompt="1"/>
          </p:nvPr>
        </p:nvSpPr>
        <p:spPr>
          <a:xfrm>
            <a:off x="1057027" y="2709715"/>
            <a:ext cx="8568952" cy="3528392"/>
          </a:xfrm>
          <a:prstGeom prst="rect">
            <a:avLst/>
          </a:prstGeom>
        </p:spPr>
        <p:txBody>
          <a:bodyPr lIns="121944" tIns="60972" rIns="121944" bIns="60972"/>
          <a:lstStyle>
            <a:lvl1pPr marL="0" indent="0">
              <a:buNone/>
              <a:defRPr sz="1800" b="0">
                <a:solidFill>
                  <a:schemeClr val="tx1"/>
                </a:solidFill>
                <a:latin typeface="Proxima Nova Rg" pitchFamily="50" charset="0"/>
                <a:ea typeface="PT Sans" panose="020B0503020203020204" pitchFamily="34" charset="-52"/>
              </a:defRPr>
            </a:lvl1pPr>
          </a:lstStyle>
          <a:p>
            <a:pPr lvl="0"/>
            <a:r>
              <a:rPr lang="en-US" dirty="0" smtClean="0"/>
              <a:t>Text</a:t>
            </a:r>
            <a:endParaRPr lang="ru-RU" dirty="0"/>
          </a:p>
        </p:txBody>
      </p:sp>
      <p:sp>
        <p:nvSpPr>
          <p:cNvPr id="13" name="Параллелограмм 12"/>
          <p:cNvSpPr/>
          <p:nvPr userDrawn="1"/>
        </p:nvSpPr>
        <p:spPr>
          <a:xfrm>
            <a:off x="-5711725" y="0"/>
            <a:ext cx="6817668" cy="6859588"/>
          </a:xfrm>
          <a:prstGeom prst="parallelogram">
            <a:avLst>
              <a:gd name="adj" fmla="val 49287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        </a:t>
            </a:r>
            <a:endParaRPr lang="ru-RU" dirty="0"/>
          </a:p>
        </p:txBody>
      </p:sp>
      <p:sp>
        <p:nvSpPr>
          <p:cNvPr id="14" name="Параллелограмм 13"/>
          <p:cNvSpPr/>
          <p:nvPr userDrawn="1"/>
        </p:nvSpPr>
        <p:spPr>
          <a:xfrm>
            <a:off x="8786341" y="0"/>
            <a:ext cx="6817668" cy="6859588"/>
          </a:xfrm>
          <a:prstGeom prst="parallelogram">
            <a:avLst>
              <a:gd name="adj" fmla="val 49287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logo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07749" y="6407516"/>
            <a:ext cx="1045495" cy="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7368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_text">
    <p:bg>
      <p:bgPr>
        <a:solidFill>
          <a:srgbClr val="00A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D:\Мои документы\!Дизайн\aaa\slider\prime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25" y="0"/>
            <a:ext cx="12196200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араллелограмм 8"/>
          <p:cNvSpPr/>
          <p:nvPr userDrawn="1"/>
        </p:nvSpPr>
        <p:spPr>
          <a:xfrm>
            <a:off x="-3407470" y="0"/>
            <a:ext cx="12529393" cy="6859588"/>
          </a:xfrm>
          <a:prstGeom prst="parallelogram">
            <a:avLst>
              <a:gd name="adj" fmla="val 49287"/>
            </a:avLst>
          </a:prstGeom>
          <a:blipFill dpi="0" rotWithShape="1">
            <a:blip r:embed="rId3">
              <a:alphaModFix amt="6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59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араллелограмм 7"/>
          <p:cNvSpPr/>
          <p:nvPr userDrawn="1"/>
        </p:nvSpPr>
        <p:spPr>
          <a:xfrm>
            <a:off x="10334405" y="0"/>
            <a:ext cx="6817668" cy="6859588"/>
          </a:xfrm>
          <a:prstGeom prst="parallelogram">
            <a:avLst>
              <a:gd name="adj" fmla="val 49287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logo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07749" y="6407516"/>
            <a:ext cx="1045495" cy="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"/>
          <p:cNvSpPr>
            <a:spLocks noGrp="1"/>
          </p:cNvSpPr>
          <p:nvPr>
            <p:ph type="body" sz="quarter" idx="10" hasCustomPrompt="1"/>
          </p:nvPr>
        </p:nvSpPr>
        <p:spPr>
          <a:xfrm>
            <a:off x="624581" y="548345"/>
            <a:ext cx="10946016" cy="4321609"/>
          </a:xfrm>
          <a:prstGeom prst="rect">
            <a:avLst/>
          </a:prstGeom>
        </p:spPr>
        <p:txBody>
          <a:bodyPr lIns="121944" tIns="60972" rIns="121944" bIns="60972" anchor="ctr"/>
          <a:lstStyle>
            <a:lvl1pPr marL="0" indent="0" algn="ctr" defTabSz="1219444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lang="ru-RU" sz="2400" b="1" kern="1200" baseline="0" dirty="0" smtClean="0">
                <a:solidFill>
                  <a:schemeClr val="tx1"/>
                </a:solidFill>
                <a:latin typeface="Proxima Nova Rg" pitchFamily="50" charset="0"/>
                <a:ea typeface="PT Sans" panose="020B0503020203020204" pitchFamily="34" charset="-52"/>
                <a:cs typeface="+mj-cs"/>
              </a:defRPr>
            </a:lvl1pPr>
            <a:lvl2pPr marL="609722" indent="0" algn="ctr" defTabSz="1219444" rtl="0" eaLnBrk="1" latinLnBrk="0" hangingPunct="1">
              <a:spcBef>
                <a:spcPct val="0"/>
              </a:spcBef>
              <a:buNone/>
              <a:defRPr lang="ru-RU" sz="4800" b="1" kern="1200" baseline="0" dirty="0" smtClean="0">
                <a:solidFill>
                  <a:srgbClr val="FFFFFF"/>
                </a:solidFill>
                <a:latin typeface="Raleway" panose="020B0503030101060003" pitchFamily="34" charset="-52"/>
                <a:ea typeface="+mj-ea"/>
                <a:cs typeface="+mj-cs"/>
              </a:defRPr>
            </a:lvl2pPr>
            <a:lvl3pPr marL="1219444" indent="0" algn="ctr" defTabSz="1219444" rtl="0" eaLnBrk="1" latinLnBrk="0" hangingPunct="1">
              <a:spcBef>
                <a:spcPct val="0"/>
              </a:spcBef>
              <a:buNone/>
              <a:defRPr lang="ru-RU" sz="4800" b="1" kern="1200" baseline="0" dirty="0" smtClean="0">
                <a:solidFill>
                  <a:srgbClr val="FFFFFF"/>
                </a:solidFill>
                <a:latin typeface="Raleway" panose="020B0503030101060003" pitchFamily="34" charset="-52"/>
                <a:ea typeface="+mj-ea"/>
                <a:cs typeface="+mj-cs"/>
              </a:defRPr>
            </a:lvl3pPr>
            <a:lvl4pPr marL="1829166" indent="0" algn="ctr" defTabSz="1219444" rtl="0" eaLnBrk="1" latinLnBrk="0" hangingPunct="1">
              <a:spcBef>
                <a:spcPct val="0"/>
              </a:spcBef>
              <a:buNone/>
              <a:defRPr lang="ru-RU" sz="4800" b="1" kern="1200" baseline="0" dirty="0" smtClean="0">
                <a:solidFill>
                  <a:srgbClr val="FFFFFF"/>
                </a:solidFill>
                <a:latin typeface="Raleway" panose="020B0503030101060003" pitchFamily="34" charset="-52"/>
                <a:ea typeface="+mj-ea"/>
                <a:cs typeface="+mj-cs"/>
              </a:defRPr>
            </a:lvl4pPr>
            <a:lvl5pPr marL="2438888" indent="0" algn="ctr" defTabSz="1219444" rtl="0" eaLnBrk="1" latinLnBrk="0" hangingPunct="1">
              <a:spcBef>
                <a:spcPct val="0"/>
              </a:spcBef>
              <a:buNone/>
              <a:defRPr lang="ru-RU" sz="4800" b="1" kern="1200" baseline="0" dirty="0">
                <a:solidFill>
                  <a:srgbClr val="FFFFFF"/>
                </a:solidFill>
                <a:latin typeface="Raleway" panose="020B0503030101060003" pitchFamily="34" charset="-52"/>
                <a:ea typeface="+mj-ea"/>
                <a:cs typeface="+mj-cs"/>
              </a:defRPr>
            </a:lvl5pPr>
          </a:lstStyle>
          <a:p>
            <a:pPr lvl="0"/>
            <a:r>
              <a:rPr lang="en-US" dirty="0" smtClean="0"/>
              <a:t>Important text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88820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D:\Мои документы\!Дизайн\aaa\slider\prime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25" y="0"/>
            <a:ext cx="12196200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Параллелограмм 12"/>
          <p:cNvSpPr/>
          <p:nvPr userDrawn="1"/>
        </p:nvSpPr>
        <p:spPr>
          <a:xfrm>
            <a:off x="-1025" y="0"/>
            <a:ext cx="9913406" cy="6859588"/>
          </a:xfrm>
          <a:prstGeom prst="parallelogram">
            <a:avLst>
              <a:gd name="adj" fmla="val 4928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609759" y="274702"/>
            <a:ext cx="10672404" cy="1354892"/>
          </a:xfrm>
          <a:prstGeom prst="rect">
            <a:avLst/>
          </a:prstGeom>
        </p:spPr>
        <p:txBody>
          <a:bodyPr lIns="121944" tIns="60972" rIns="121944" bIns="60972" anchor="ctr"/>
          <a:lstStyle>
            <a:lvl1pPr algn="l">
              <a:defRPr lang="ru-RU" sz="6000" b="1" kern="1200" spc="600" dirty="0">
                <a:solidFill>
                  <a:schemeClr val="tx1"/>
                </a:solidFill>
                <a:latin typeface="Proxima Nova ExCn Rg" pitchFamily="50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TITLE</a:t>
            </a:r>
            <a:endParaRPr lang="ru-RU" dirty="0"/>
          </a:p>
        </p:txBody>
      </p:sp>
      <p:sp>
        <p:nvSpPr>
          <p:cNvPr id="9" name="text"/>
          <p:cNvSpPr>
            <a:spLocks noGrp="1"/>
          </p:cNvSpPr>
          <p:nvPr>
            <p:ph type="body" sz="quarter" idx="10" hasCustomPrompt="1"/>
          </p:nvPr>
        </p:nvSpPr>
        <p:spPr>
          <a:xfrm>
            <a:off x="624580" y="1989635"/>
            <a:ext cx="4032473" cy="4330554"/>
          </a:xfrm>
          <a:prstGeom prst="rect">
            <a:avLst/>
          </a:prstGeom>
        </p:spPr>
        <p:txBody>
          <a:bodyPr lIns="121944" tIns="60972" rIns="121944" bIns="60972"/>
          <a:lstStyle>
            <a:lvl1pPr marL="0" indent="0">
              <a:buNone/>
              <a:defRPr sz="1600" b="0">
                <a:solidFill>
                  <a:schemeClr val="tx1"/>
                </a:solidFill>
                <a:latin typeface="Proxima Nova Rg" pitchFamily="50" charset="0"/>
                <a:ea typeface="PT Sans" panose="020B0503020203020204" pitchFamily="34" charset="-52"/>
              </a:defRPr>
            </a:lvl1pPr>
          </a:lstStyle>
          <a:p>
            <a:pPr lvl="0"/>
            <a:r>
              <a:rPr lang="en-US" dirty="0" smtClean="0"/>
              <a:t>Text</a:t>
            </a:r>
            <a:endParaRPr lang="ru-RU" dirty="0"/>
          </a:p>
        </p:txBody>
      </p:sp>
      <p:sp>
        <p:nvSpPr>
          <p:cNvPr id="4" name="picture_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4753155" y="1989634"/>
            <a:ext cx="6529008" cy="4321612"/>
          </a:xfrm>
          <a:prstGeom prst="rect">
            <a:avLst/>
          </a:prstGeom>
        </p:spPr>
        <p:txBody>
          <a:bodyPr lIns="121944" tIns="60972" rIns="121944" bIns="60972" anchor="ctr"/>
          <a:lstStyle>
            <a:lvl1pPr marL="0" indent="0" algn="ctr">
              <a:buNone/>
              <a:defRPr lang="ru-RU" sz="2700" b="0" kern="1200" dirty="0">
                <a:solidFill>
                  <a:schemeClr val="tx1"/>
                </a:solidFill>
                <a:latin typeface="Proxima Nova Rg" pitchFamily="50" charset="0"/>
                <a:ea typeface="PT Sans" panose="020B0503020203020204" pitchFamily="34" charset="-52"/>
                <a:cs typeface="+mn-cs"/>
              </a:defRPr>
            </a:lvl1pPr>
          </a:lstStyle>
          <a:p>
            <a:r>
              <a:rPr lang="en-US" dirty="0" smtClean="0"/>
              <a:t>Image</a:t>
            </a:r>
            <a:endParaRPr lang="ru-RU" dirty="0"/>
          </a:p>
        </p:txBody>
      </p:sp>
      <p:sp>
        <p:nvSpPr>
          <p:cNvPr id="14" name="Параллелограмм 13"/>
          <p:cNvSpPr/>
          <p:nvPr userDrawn="1"/>
        </p:nvSpPr>
        <p:spPr>
          <a:xfrm>
            <a:off x="8856983" y="0"/>
            <a:ext cx="6817668" cy="6859588"/>
          </a:xfrm>
          <a:prstGeom prst="parallelogram">
            <a:avLst>
              <a:gd name="adj" fmla="val 49287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logo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07749" y="6407516"/>
            <a:ext cx="1045495" cy="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99988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D:\Мои документы\!Дизайн\aaa\slider\prime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25" y="0"/>
            <a:ext cx="12196200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Параллелограмм 9"/>
          <p:cNvSpPr/>
          <p:nvPr userDrawn="1"/>
        </p:nvSpPr>
        <p:spPr>
          <a:xfrm>
            <a:off x="3935981" y="0"/>
            <a:ext cx="11738670" cy="6859588"/>
          </a:xfrm>
          <a:prstGeom prst="parallelogram">
            <a:avLst>
              <a:gd name="adj" fmla="val 49287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5" name="picture_placeholder"/>
          <p:cNvSpPr>
            <a:spLocks noGrp="1"/>
          </p:cNvSpPr>
          <p:nvPr>
            <p:ph type="pic" sz="quarter" idx="10"/>
          </p:nvPr>
        </p:nvSpPr>
        <p:spPr>
          <a:xfrm>
            <a:off x="4585419" y="549475"/>
            <a:ext cx="7601351" cy="4968552"/>
          </a:xfrm>
          <a:prstGeom prst="rect">
            <a:avLst/>
          </a:prstGeom>
        </p:spPr>
        <p:txBody>
          <a:bodyPr lIns="121944" tIns="60972" rIns="121944" bIns="60972" anchor="ctr"/>
          <a:lstStyle>
            <a:lvl1pPr marL="0" indent="0" algn="ctr">
              <a:buNone/>
              <a:defRPr lang="ru-RU" sz="2700" b="0" kern="1200" dirty="0">
                <a:solidFill>
                  <a:schemeClr val="tx1"/>
                </a:solidFill>
                <a:latin typeface="Proxima Nova Rg" pitchFamily="50" charset="0"/>
                <a:ea typeface="PT Sans" panose="020B0503020203020204" pitchFamily="34" charset="-52"/>
                <a:cs typeface="+mn-cs"/>
              </a:defRPr>
            </a:lvl1pPr>
          </a:lstStyle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r>
              <a:rPr lang="en-US" dirty="0" smtClean="0"/>
              <a:t>Image</a:t>
            </a:r>
            <a:endParaRPr lang="ru-RU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696986" y="549473"/>
            <a:ext cx="3816425" cy="4968553"/>
          </a:xfrm>
          <a:prstGeom prst="rect">
            <a:avLst/>
          </a:prstGeom>
        </p:spPr>
        <p:txBody>
          <a:bodyPr lIns="121944" tIns="60972" rIns="121944" bIns="60972" anchor="ctr"/>
          <a:lstStyle>
            <a:lvl1pPr algn="l">
              <a:defRPr lang="ru-RU" sz="4800" b="1" kern="1200" spc="600" dirty="0">
                <a:solidFill>
                  <a:schemeClr val="tx1"/>
                </a:solidFill>
                <a:latin typeface="Proxima Nova ExCn Rg" pitchFamily="50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TITLE</a:t>
            </a:r>
            <a:endParaRPr lang="ru-RU" dirty="0"/>
          </a:p>
        </p:txBody>
      </p:sp>
      <p:pic>
        <p:nvPicPr>
          <p:cNvPr id="7" name="logo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07749" y="6407516"/>
            <a:ext cx="1045495" cy="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00535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Мои документы\!Дизайн\aaa\slider\1prime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7108" y="-38638"/>
            <a:ext cx="12362284" cy="6953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Параллелограмм 9"/>
          <p:cNvSpPr/>
          <p:nvPr userDrawn="1"/>
        </p:nvSpPr>
        <p:spPr>
          <a:xfrm>
            <a:off x="8121661" y="0"/>
            <a:ext cx="7552989" cy="6859588"/>
          </a:xfrm>
          <a:prstGeom prst="parallelogram">
            <a:avLst>
              <a:gd name="adj" fmla="val 49287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6970" y="1125538"/>
            <a:ext cx="7778889" cy="1440493"/>
          </a:xfrm>
          <a:prstGeom prst="rect">
            <a:avLst/>
          </a:prstGeom>
        </p:spPr>
        <p:txBody>
          <a:bodyPr lIns="121944" tIns="60972" rIns="121944" bIns="60972" anchor="ctr"/>
          <a:lstStyle>
            <a:lvl1pPr algn="l">
              <a:defRPr lang="ru-RU" sz="6000" b="1" kern="1200" spc="600" baseline="0" dirty="0">
                <a:solidFill>
                  <a:schemeClr val="tx1"/>
                </a:solidFill>
                <a:latin typeface="Proxima Nova ExCn Rg" pitchFamily="50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THANK YOU!</a:t>
            </a:r>
            <a:endParaRPr lang="ru-RU" dirty="0"/>
          </a:p>
        </p:txBody>
      </p:sp>
      <p:pic>
        <p:nvPicPr>
          <p:cNvPr id="7" name="logo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07749" y="6407516"/>
            <a:ext cx="1045495" cy="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82617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389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0" r:id="rId2"/>
    <p:sldLayoutId id="2147483658" r:id="rId3"/>
    <p:sldLayoutId id="2147483659" r:id="rId4"/>
    <p:sldLayoutId id="2147483660" r:id="rId5"/>
    <p:sldLayoutId id="2147483661" r:id="rId6"/>
  </p:sldLayoutIdLst>
  <p:timing>
    <p:tnLst>
      <p:par>
        <p:cTn id="1" dur="indefinite" restart="never" nodeType="tmRoot"/>
      </p:par>
    </p:tnLst>
  </p:timing>
  <p:txStyles>
    <p:titleStyle>
      <a:lvl1pPr algn="ctr" defTabSz="1219444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91" indent="-457291" algn="l" defTabSz="1219444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798" indent="-381076" algn="l" defTabSz="1219444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305" indent="-304861" algn="l" defTabSz="1219444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4027" indent="-304861" algn="l" defTabSz="1219444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749" indent="-304861" algn="l" defTabSz="1219444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3471" indent="-304861" algn="l" defTabSz="1219444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192" indent="-304861" algn="l" defTabSz="1219444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914" indent="-304861" algn="l" defTabSz="1219444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2636" indent="-304861" algn="l" defTabSz="1219444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722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444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166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888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610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332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053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775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0</Words>
  <Application>Microsoft Office PowerPoint</Application>
  <PresentationFormat>Произвольный</PresentationFormat>
  <Paragraphs>0</Paragraphs>
  <Slides>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0</vt:i4>
      </vt:variant>
    </vt:vector>
  </HeadingPairs>
  <TitlesOfParts>
    <vt:vector size="7" baseType="lpstr">
      <vt:lpstr>Arial</vt:lpstr>
      <vt:lpstr>Proxima Nova ExCn Rg</vt:lpstr>
      <vt:lpstr>PT Sans</vt:lpstr>
      <vt:lpstr>Proxima Nova Rg</vt:lpstr>
      <vt:lpstr>Calibri</vt:lpstr>
      <vt:lpstr>Raleway</vt:lpstr>
      <vt:lpstr>Тема Office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Gregory</dc:creator>
  <cp:lastModifiedBy>Lyalya</cp:lastModifiedBy>
  <cp:revision>56</cp:revision>
  <dcterms:created xsi:type="dcterms:W3CDTF">2016-11-07T23:13:23Z</dcterms:created>
  <dcterms:modified xsi:type="dcterms:W3CDTF">2017-12-21T14:11:30Z</dcterms:modified>
</cp:coreProperties>
</file>