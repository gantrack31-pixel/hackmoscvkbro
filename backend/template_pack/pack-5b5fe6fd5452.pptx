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319" r:id="rId2"/>
    <p:sldId id="279" r:id="rId3"/>
    <p:sldId id="264" r:id="rId4"/>
    <p:sldId id="271" r:id="rId5"/>
    <p:sldId id="272" r:id="rId6"/>
    <p:sldId id="288" r:id="rId7"/>
    <p:sldId id="289" r:id="rId8"/>
    <p:sldId id="296" r:id="rId9"/>
    <p:sldId id="302" r:id="rId10"/>
    <p:sldId id="313" r:id="rId11"/>
    <p:sldId id="31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ull Powerpoint Version" id="{56C2C84F-8ABB-426A-AC79-AF8C176A7554}">
          <p14:sldIdLst>
            <p14:sldId id="319"/>
          </p14:sldIdLst>
        </p14:section>
        <p14:section name="Free Slides" id="{412B1206-1699-41A9-86AA-5C1077E24102}">
          <p14:sldIdLst>
            <p14:sldId id="279"/>
            <p14:sldId id="264"/>
            <p14:sldId id="271"/>
            <p14:sldId id="272"/>
            <p14:sldId id="288"/>
            <p14:sldId id="289"/>
            <p14:sldId id="296"/>
            <p14:sldId id="302"/>
            <p14:sldId id="313"/>
            <p14:sldId id="31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5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32" autoAdjust="0"/>
    <p:restoredTop sz="94660"/>
  </p:normalViewPr>
  <p:slideViewPr>
    <p:cSldViewPr snapToGrid="0">
      <p:cViewPr varScale="1">
        <p:scale>
          <a:sx n="164" d="100"/>
          <a:sy n="164" d="100"/>
        </p:scale>
        <p:origin x="12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CF69F6-6E09-2240-BDA9-08F227C36281}" type="datetimeFigureOut">
              <a:rPr lang="en-US" smtClean="0"/>
              <a:t>11/24/2019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4F16DD-ACF9-3A4A-83E5-4DE399FB2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38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3F51BA-7433-1D4B-84CB-B35DE54FDFC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0870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3F51BA-7433-1D4B-84CB-B35DE54FDFC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867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53275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5067300" y="483576"/>
            <a:ext cx="6210300" cy="4009294"/>
          </a:xfrm>
          <a:prstGeom prst="rect">
            <a:avLst/>
          </a:pr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US" smtClean="0"/>
              <a:t>Drag and Drop image</a:t>
            </a:r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2971800" y="3683976"/>
            <a:ext cx="4152900" cy="2734407"/>
          </a:xfrm>
          <a:prstGeom prst="rect">
            <a:avLst/>
          </a:pr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US" smtClean="0"/>
              <a:t>Drag and Drop image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396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2971800" cy="6858000"/>
          </a:xfrm>
          <a:prstGeom prst="rect">
            <a:avLst/>
          </a:pr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US" smtClean="0"/>
              <a:t>Drag and Drop image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7124700" y="796842"/>
            <a:ext cx="4152900" cy="3038558"/>
          </a:xfrm>
          <a:prstGeom prst="rect">
            <a:avLst/>
          </a:pr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US" smtClean="0"/>
              <a:t>Drag and Drop image</a:t>
            </a:r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914400" y="796842"/>
            <a:ext cx="4152900" cy="3038558"/>
          </a:xfrm>
          <a:prstGeom prst="rect">
            <a:avLst/>
          </a:pr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US" smtClean="0"/>
              <a:t>Drag and Drop image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354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914400" y="2955074"/>
            <a:ext cx="2057400" cy="3902926"/>
          </a:xfrm>
          <a:prstGeom prst="rect">
            <a:avLst/>
          </a:pr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US" smtClean="0"/>
              <a:t>Drag and Drop image</a:t>
            </a:r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7" hasCustomPrompt="1"/>
          </p:nvPr>
        </p:nvSpPr>
        <p:spPr>
          <a:xfrm>
            <a:off x="2971800" y="2230244"/>
            <a:ext cx="2095500" cy="4627756"/>
          </a:xfrm>
          <a:prstGeom prst="rect">
            <a:avLst/>
          </a:pr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US" smtClean="0"/>
              <a:t>Drag and Drop image</a:t>
            </a:r>
            <a:endParaRPr lang="en-US"/>
          </a:p>
        </p:txBody>
      </p:sp>
      <p:sp>
        <p:nvSpPr>
          <p:cNvPr id="6" name="Picture Placeholder 4"/>
          <p:cNvSpPr>
            <a:spLocks noGrp="1"/>
          </p:cNvSpPr>
          <p:nvPr>
            <p:ph type="pic" sz="quarter" idx="18" hasCustomPrompt="1"/>
          </p:nvPr>
        </p:nvSpPr>
        <p:spPr>
          <a:xfrm>
            <a:off x="5067300" y="2620537"/>
            <a:ext cx="2057400" cy="4237463"/>
          </a:xfrm>
          <a:prstGeom prst="rect">
            <a:avLst/>
          </a:pr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US" smtClean="0"/>
              <a:t>Drag and Drop image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41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3026661" y="2214649"/>
            <a:ext cx="1845716" cy="135151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r>
              <a:rPr lang="en-US" smtClean="0"/>
              <a:t>Drag &amp; Drop Image</a:t>
            </a:r>
            <a:endParaRPr lang="en-US"/>
          </a:p>
        </p:txBody>
      </p:sp>
      <p:sp>
        <p:nvSpPr>
          <p:cNvPr id="25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5071466" y="2214649"/>
            <a:ext cx="1845716" cy="135151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r>
              <a:rPr lang="en-US" smtClean="0"/>
              <a:t>Drag &amp; Drop Image</a:t>
            </a:r>
            <a:endParaRPr lang="en-US"/>
          </a:p>
        </p:txBody>
      </p:sp>
      <p:sp>
        <p:nvSpPr>
          <p:cNvPr id="26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7116271" y="2214649"/>
            <a:ext cx="1845716" cy="135151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r>
              <a:rPr lang="en-US" smtClean="0"/>
              <a:t>Drag &amp; Drop Image</a:t>
            </a:r>
            <a:endParaRPr lang="en-US"/>
          </a:p>
        </p:txBody>
      </p:sp>
      <p:sp>
        <p:nvSpPr>
          <p:cNvPr id="27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9161076" y="2214649"/>
            <a:ext cx="1845716" cy="135151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r>
              <a:rPr lang="en-US" smtClean="0"/>
              <a:t>Drag &amp; Drop Image</a:t>
            </a:r>
            <a:endParaRPr lang="en-US"/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3026661" y="4359332"/>
            <a:ext cx="1845716" cy="135151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r>
              <a:rPr lang="en-US" smtClean="0"/>
              <a:t>Drag &amp; Drop Image</a:t>
            </a:r>
            <a:endParaRPr lang="en-US"/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16" hasCustomPrompt="1"/>
          </p:nvPr>
        </p:nvSpPr>
        <p:spPr>
          <a:xfrm>
            <a:off x="5071466" y="4359332"/>
            <a:ext cx="1845716" cy="135151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r>
              <a:rPr lang="en-US" smtClean="0"/>
              <a:t>Drag &amp; Drop Image</a:t>
            </a:r>
            <a:endParaRPr lang="en-US"/>
          </a:p>
        </p:txBody>
      </p:sp>
      <p:sp>
        <p:nvSpPr>
          <p:cNvPr id="23" name="Picture Placeholder 2"/>
          <p:cNvSpPr>
            <a:spLocks noGrp="1"/>
          </p:cNvSpPr>
          <p:nvPr>
            <p:ph type="pic" sz="quarter" idx="17" hasCustomPrompt="1"/>
          </p:nvPr>
        </p:nvSpPr>
        <p:spPr>
          <a:xfrm>
            <a:off x="7116271" y="4359332"/>
            <a:ext cx="1845716" cy="135151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r>
              <a:rPr lang="en-US" smtClean="0"/>
              <a:t>Drag &amp; Drop Image</a:t>
            </a:r>
            <a:endParaRPr lang="en-US"/>
          </a:p>
        </p:txBody>
      </p:sp>
      <p:sp>
        <p:nvSpPr>
          <p:cNvPr id="28" name="Picture Placeholder 2"/>
          <p:cNvSpPr>
            <a:spLocks noGrp="1"/>
          </p:cNvSpPr>
          <p:nvPr>
            <p:ph type="pic" sz="quarter" idx="18" hasCustomPrompt="1"/>
          </p:nvPr>
        </p:nvSpPr>
        <p:spPr>
          <a:xfrm>
            <a:off x="9161076" y="4359332"/>
            <a:ext cx="1845716" cy="135151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r>
              <a:rPr lang="en-US" smtClean="0"/>
              <a:t>Drag &amp; Drop Image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3075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4246988" y="-22859"/>
            <a:ext cx="1659300" cy="294894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r>
              <a:rPr lang="en-US" smtClean="0"/>
              <a:t>Drag &amp; Drop Image</a:t>
            </a:r>
            <a:endParaRPr lang="en-US"/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6299985" y="1748790"/>
            <a:ext cx="1659300" cy="294894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r>
              <a:rPr lang="en-US" smtClean="0"/>
              <a:t>Drag &amp; Drop Image</a:t>
            </a:r>
            <a:endParaRPr lang="en-US"/>
          </a:p>
        </p:txBody>
      </p:sp>
      <p:sp>
        <p:nvSpPr>
          <p:cNvPr id="25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8326256" y="262890"/>
            <a:ext cx="1659300" cy="294894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r>
              <a:rPr lang="en-US" smtClean="0"/>
              <a:t>Drag &amp; Drop Image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157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84560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 dirty="0" smtClean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3415887" y="1055732"/>
            <a:ext cx="5360225" cy="353012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 dirty="0" smtClean="0"/>
              <a:t>Drag &amp; Drop Image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383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6770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62" r:id="rId3"/>
    <p:sldLayoutId id="2147483663" r:id="rId4"/>
    <p:sldLayoutId id="2147483669" r:id="rId5"/>
    <p:sldLayoutId id="2147483678" r:id="rId6"/>
    <p:sldLayoutId id="2147483690" r:id="rId7"/>
    <p:sldLayoutId id="2147483694" r:id="rId8"/>
    <p:sldLayoutId id="2147483695" r:id="rId9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" panose="000005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576" userDrawn="1">
          <p15:clr>
            <a:srgbClr val="F26B43"/>
          </p15:clr>
        </p15:guide>
        <p15:guide id="3" pos="1872" userDrawn="1">
          <p15:clr>
            <a:srgbClr val="F26B43"/>
          </p15:clr>
        </p15:guide>
        <p15:guide id="4" pos="3192" userDrawn="1">
          <p15:clr>
            <a:srgbClr val="F26B43"/>
          </p15:clr>
        </p15:guide>
        <p15:guide id="5" pos="4488" userDrawn="1">
          <p15:clr>
            <a:srgbClr val="F26B43"/>
          </p15:clr>
        </p15:guide>
        <p15:guide id="6" pos="5808" userDrawn="1">
          <p15:clr>
            <a:srgbClr val="F26B43"/>
          </p15:clr>
        </p15:guide>
        <p15:guide id="7" pos="710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https://templatetrain.com/product/every-powerpoint-template/" TargetMode="Externa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1</a:t>
            </a:fld>
            <a:endParaRPr lang="en-US" dirty="0" smtClean="0"/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2057073" y="5063836"/>
            <a:ext cx="80778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+mj-lt"/>
                <a:hlinkClick r:id="rId2"/>
              </a:rPr>
              <a:t>https://templatetrain.com/product/every-powerpoint-template/</a:t>
            </a:r>
            <a:endParaRPr lang="en-US" b="1" dirty="0">
              <a:latin typeface="+mj-lt"/>
            </a:endParaRPr>
          </a:p>
        </p:txBody>
      </p:sp>
      <p:pic>
        <p:nvPicPr>
          <p:cNvPr id="6" name="Picture Placeholder 5">
            <a:hlinkClick r:id="rId2"/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7" b="50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20856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sz="quarter" idx="17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sz="quarter" idx="18"/>
          </p:nvPr>
        </p:nvSpPr>
        <p:spPr/>
      </p:sp>
      <p:sp>
        <p:nvSpPr>
          <p:cNvPr id="9" name="TextBox 8"/>
          <p:cNvSpPr txBox="1"/>
          <p:nvPr/>
        </p:nvSpPr>
        <p:spPr>
          <a:xfrm>
            <a:off x="914401" y="1012868"/>
            <a:ext cx="4152899" cy="71865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400" dirty="0" smtClean="0">
                <a:latin typeface="+mj-lt"/>
              </a:rPr>
              <a:t>Our Experts</a:t>
            </a:r>
            <a:endParaRPr lang="en-US" sz="4400" dirty="0">
              <a:latin typeface="+mj-lt"/>
            </a:endParaRPr>
          </a:p>
        </p:txBody>
      </p:sp>
      <p:sp>
        <p:nvSpPr>
          <p:cNvPr id="10" name="Shape 3627"/>
          <p:cNvSpPr/>
          <p:nvPr/>
        </p:nvSpPr>
        <p:spPr>
          <a:xfrm>
            <a:off x="7827382" y="2620537"/>
            <a:ext cx="497065" cy="4518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18900"/>
                </a:moveTo>
                <a:cubicBezTo>
                  <a:pt x="7279" y="18900"/>
                  <a:pt x="6684" y="18827"/>
                  <a:pt x="6086" y="18683"/>
                </a:cubicBezTo>
                <a:cubicBezTo>
                  <a:pt x="6017" y="18666"/>
                  <a:pt x="5946" y="18658"/>
                  <a:pt x="5876" y="18658"/>
                </a:cubicBezTo>
                <a:cubicBezTo>
                  <a:pt x="5756" y="18658"/>
                  <a:pt x="5636" y="18682"/>
                  <a:pt x="5523" y="18729"/>
                </a:cubicBezTo>
                <a:lnTo>
                  <a:pt x="2957" y="19815"/>
                </a:lnTo>
                <a:lnTo>
                  <a:pt x="3365" y="18243"/>
                </a:lnTo>
                <a:cubicBezTo>
                  <a:pt x="3474" y="17827"/>
                  <a:pt x="3345" y="17380"/>
                  <a:pt x="3039" y="17108"/>
                </a:cubicBezTo>
                <a:cubicBezTo>
                  <a:pt x="1712" y="15926"/>
                  <a:pt x="982" y="14358"/>
                  <a:pt x="982" y="12690"/>
                </a:cubicBezTo>
                <a:cubicBezTo>
                  <a:pt x="982" y="9266"/>
                  <a:pt x="4065" y="6480"/>
                  <a:pt x="7855" y="6480"/>
                </a:cubicBezTo>
                <a:cubicBezTo>
                  <a:pt x="11644" y="6480"/>
                  <a:pt x="14727" y="9266"/>
                  <a:pt x="14727" y="12690"/>
                </a:cubicBezTo>
                <a:cubicBezTo>
                  <a:pt x="14727" y="16114"/>
                  <a:pt x="11644" y="18900"/>
                  <a:pt x="7855" y="18900"/>
                </a:cubicBezTo>
                <a:moveTo>
                  <a:pt x="7855" y="5400"/>
                </a:moveTo>
                <a:cubicBezTo>
                  <a:pt x="3517" y="5400"/>
                  <a:pt x="0" y="8664"/>
                  <a:pt x="0" y="12690"/>
                </a:cubicBezTo>
                <a:cubicBezTo>
                  <a:pt x="0" y="14758"/>
                  <a:pt x="932" y="16620"/>
                  <a:pt x="2422" y="17947"/>
                </a:cubicBezTo>
                <a:lnTo>
                  <a:pt x="1473" y="21600"/>
                </a:lnTo>
                <a:lnTo>
                  <a:pt x="5876" y="19738"/>
                </a:lnTo>
                <a:cubicBezTo>
                  <a:pt x="6509" y="19891"/>
                  <a:pt x="7169" y="19980"/>
                  <a:pt x="7855" y="19980"/>
                </a:cubicBezTo>
                <a:cubicBezTo>
                  <a:pt x="12192" y="19980"/>
                  <a:pt x="15709" y="16716"/>
                  <a:pt x="15709" y="12690"/>
                </a:cubicBezTo>
                <a:cubicBezTo>
                  <a:pt x="15709" y="8664"/>
                  <a:pt x="12192" y="5400"/>
                  <a:pt x="7855" y="5400"/>
                </a:cubicBezTo>
                <a:moveTo>
                  <a:pt x="21600" y="7290"/>
                </a:moveTo>
                <a:cubicBezTo>
                  <a:pt x="21600" y="3264"/>
                  <a:pt x="18084" y="0"/>
                  <a:pt x="13745" y="0"/>
                </a:cubicBezTo>
                <a:cubicBezTo>
                  <a:pt x="10506" y="0"/>
                  <a:pt x="7725" y="1821"/>
                  <a:pt x="6525" y="4422"/>
                </a:cubicBezTo>
                <a:cubicBezTo>
                  <a:pt x="6912" y="4367"/>
                  <a:pt x="7306" y="4332"/>
                  <a:pt x="7708" y="4326"/>
                </a:cubicBezTo>
                <a:cubicBezTo>
                  <a:pt x="8875" y="2394"/>
                  <a:pt x="11143" y="1080"/>
                  <a:pt x="13745" y="1080"/>
                </a:cubicBezTo>
                <a:cubicBezTo>
                  <a:pt x="17535" y="1080"/>
                  <a:pt x="20618" y="3866"/>
                  <a:pt x="20618" y="7290"/>
                </a:cubicBezTo>
                <a:cubicBezTo>
                  <a:pt x="20618" y="8958"/>
                  <a:pt x="19888" y="10526"/>
                  <a:pt x="18561" y="11707"/>
                </a:cubicBezTo>
                <a:cubicBezTo>
                  <a:pt x="18255" y="11980"/>
                  <a:pt x="18126" y="12428"/>
                  <a:pt x="18234" y="12843"/>
                </a:cubicBezTo>
                <a:lnTo>
                  <a:pt x="18643" y="14415"/>
                </a:lnTo>
                <a:lnTo>
                  <a:pt x="16613" y="13556"/>
                </a:lnTo>
                <a:cubicBezTo>
                  <a:pt x="16573" y="13922"/>
                  <a:pt x="16500" y="14278"/>
                  <a:pt x="16411" y="14628"/>
                </a:cubicBezTo>
                <a:lnTo>
                  <a:pt x="20127" y="16200"/>
                </a:lnTo>
                <a:lnTo>
                  <a:pt x="19178" y="12547"/>
                </a:lnTo>
                <a:cubicBezTo>
                  <a:pt x="20669" y="11220"/>
                  <a:pt x="21600" y="9358"/>
                  <a:pt x="21600" y="729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08332" y="3353540"/>
            <a:ext cx="3469268" cy="37702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dirty="0" smtClean="0">
                <a:latin typeface="Montserrat" charset="0"/>
                <a:ea typeface="Montserrat" charset="0"/>
                <a:cs typeface="Montserrat" charset="0"/>
              </a:rPr>
              <a:t>Experts Comment</a:t>
            </a:r>
            <a:endParaRPr lang="en-US" sz="2000" dirty="0"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27382" y="4197873"/>
            <a:ext cx="3451568" cy="14811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chemeClr val="tx1">
                    <a:alpha val="70000"/>
                  </a:schemeClr>
                </a:solidFill>
              </a:rPr>
              <a:t>There are many variations of passages of Lorem Ipsum available, but the majority have suffered alteration in some form, by injected </a:t>
            </a:r>
            <a:r>
              <a:rPr lang="en-US" sz="1000" dirty="0" err="1">
                <a:solidFill>
                  <a:schemeClr val="tx1">
                    <a:alpha val="70000"/>
                  </a:schemeClr>
                </a:solidFill>
              </a:rPr>
              <a:t>humour</a:t>
            </a:r>
            <a:r>
              <a:rPr lang="en-US" sz="1000" dirty="0">
                <a:solidFill>
                  <a:schemeClr val="tx1">
                    <a:alpha val="70000"/>
                  </a:schemeClr>
                </a:solidFill>
              </a:rPr>
              <a:t>, </a:t>
            </a:r>
            <a:r>
              <a:rPr lang="en-US" sz="1000" dirty="0" smtClean="0">
                <a:solidFill>
                  <a:schemeClr val="tx1">
                    <a:alpha val="70000"/>
                  </a:schemeClr>
                </a:solidFill>
              </a:rPr>
              <a:t>or.</a:t>
            </a:r>
          </a:p>
          <a:p>
            <a:pPr>
              <a:lnSpc>
                <a:spcPct val="130000"/>
              </a:lnSpc>
            </a:pPr>
            <a:endParaRPr lang="en-US" sz="1000" dirty="0">
              <a:solidFill>
                <a:schemeClr val="tx1">
                  <a:alpha val="70000"/>
                </a:schemeClr>
              </a:solidFill>
            </a:endParaRPr>
          </a:p>
          <a:p>
            <a:pPr>
              <a:lnSpc>
                <a:spcPct val="130000"/>
              </a:lnSpc>
            </a:pPr>
            <a:r>
              <a:rPr lang="en-US" sz="1000" dirty="0">
                <a:solidFill>
                  <a:schemeClr val="tx1">
                    <a:alpha val="70000"/>
                  </a:schemeClr>
                </a:solidFill>
              </a:rPr>
              <a:t>There are many variations of passages of Lorem Ipsum available, but the majority have suffered alteration in some </a:t>
            </a:r>
            <a:r>
              <a:rPr lang="en-US" sz="1000" dirty="0" smtClean="0">
                <a:solidFill>
                  <a:schemeClr val="tx1">
                    <a:alpha val="70000"/>
                  </a:schemeClr>
                </a:solidFill>
              </a:rPr>
              <a:t>form.</a:t>
            </a:r>
            <a:endParaRPr lang="en-US" sz="1000" dirty="0">
              <a:solidFill>
                <a:schemeClr val="tx1">
                  <a:alpha val="70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08332" y="3730566"/>
            <a:ext cx="3469268" cy="29161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400" dirty="0" smtClean="0"/>
              <a:t>Web don’t design logos.</a:t>
            </a:r>
            <a:endParaRPr lang="en-US" sz="1400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914400" y="2969510"/>
            <a:ext cx="2057400" cy="0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8956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7" name="TextBox 6"/>
          <p:cNvSpPr txBox="1"/>
          <p:nvPr/>
        </p:nvSpPr>
        <p:spPr>
          <a:xfrm>
            <a:off x="914400" y="1102899"/>
            <a:ext cx="4152900" cy="132805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400" dirty="0" smtClean="0">
                <a:latin typeface="+mj-lt"/>
              </a:rPr>
              <a:t>Awesome</a:t>
            </a:r>
          </a:p>
          <a:p>
            <a:pPr>
              <a:lnSpc>
                <a:spcPct val="90000"/>
              </a:lnSpc>
            </a:pPr>
            <a:r>
              <a:rPr lang="en-US" sz="4400" dirty="0" smtClean="0">
                <a:latin typeface="+mj-lt"/>
              </a:rPr>
              <a:t>Layout</a:t>
            </a:r>
            <a:endParaRPr lang="en-US" sz="4400" dirty="0"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2532183"/>
            <a:ext cx="3393831" cy="69249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chemeClr val="tx1">
                    <a:alpha val="70000"/>
                  </a:schemeClr>
                </a:solidFill>
              </a:rPr>
              <a:t>There are many variations of passages of Lorem Ipsum available, but the majority have suffered alteration in some form, by injected </a:t>
            </a:r>
            <a:r>
              <a:rPr lang="en-US" sz="1000" dirty="0" err="1" smtClean="0">
                <a:solidFill>
                  <a:schemeClr val="tx1">
                    <a:alpha val="70000"/>
                  </a:schemeClr>
                </a:solidFill>
              </a:rPr>
              <a:t>humour</a:t>
            </a:r>
            <a:r>
              <a:rPr lang="en-US" sz="1000" dirty="0" smtClean="0">
                <a:solidFill>
                  <a:schemeClr val="tx1">
                    <a:alpha val="70000"/>
                  </a:schemeClr>
                </a:solidFill>
              </a:rPr>
              <a:t>.</a:t>
            </a:r>
            <a:endParaRPr lang="en-US" sz="1000" dirty="0">
              <a:solidFill>
                <a:schemeClr val="tx1">
                  <a:alpha val="70000"/>
                </a:schemeClr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5067300" y="3683187"/>
            <a:ext cx="6210300" cy="0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6525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3717"/>
          <p:cNvSpPr/>
          <p:nvPr/>
        </p:nvSpPr>
        <p:spPr>
          <a:xfrm>
            <a:off x="7852834" y="3873607"/>
            <a:ext cx="516114" cy="4970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4727"/>
                </a:moveTo>
                <a:lnTo>
                  <a:pt x="982" y="14727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4727"/>
                  <a:pt x="20618" y="14727"/>
                </a:cubicBezTo>
                <a:close/>
                <a:moveTo>
                  <a:pt x="20618" y="16691"/>
                </a:moveTo>
                <a:cubicBezTo>
                  <a:pt x="20618" y="17233"/>
                  <a:pt x="20178" y="17673"/>
                  <a:pt x="19636" y="17673"/>
                </a:cubicBezTo>
                <a:lnTo>
                  <a:pt x="1964" y="17673"/>
                </a:lnTo>
                <a:cubicBezTo>
                  <a:pt x="1422" y="17673"/>
                  <a:pt x="982" y="17233"/>
                  <a:pt x="982" y="16691"/>
                </a:cubicBezTo>
                <a:lnTo>
                  <a:pt x="982" y="15709"/>
                </a:lnTo>
                <a:lnTo>
                  <a:pt x="20618" y="15709"/>
                </a:lnTo>
                <a:cubicBezTo>
                  <a:pt x="20618" y="15709"/>
                  <a:pt x="20618" y="16691"/>
                  <a:pt x="20618" y="16691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8655"/>
                </a:lnTo>
                <a:lnTo>
                  <a:pt x="11782" y="18655"/>
                </a:lnTo>
                <a:cubicBezTo>
                  <a:pt x="11782" y="18655"/>
                  <a:pt x="11782" y="20618"/>
                  <a:pt x="11782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6691"/>
                </a:lnTo>
                <a:cubicBezTo>
                  <a:pt x="0" y="17775"/>
                  <a:pt x="879" y="18655"/>
                  <a:pt x="1964" y="18655"/>
                </a:cubicBezTo>
                <a:lnTo>
                  <a:pt x="8836" y="18655"/>
                </a:lnTo>
                <a:lnTo>
                  <a:pt x="8836" y="20618"/>
                </a:lnTo>
                <a:lnTo>
                  <a:pt x="7364" y="20618"/>
                </a:lnTo>
                <a:cubicBezTo>
                  <a:pt x="7092" y="20618"/>
                  <a:pt x="6873" y="20839"/>
                  <a:pt x="6873" y="21109"/>
                </a:cubicBezTo>
                <a:cubicBezTo>
                  <a:pt x="6873" y="21380"/>
                  <a:pt x="7092" y="21600"/>
                  <a:pt x="7364" y="21600"/>
                </a:cubicBezTo>
                <a:lnTo>
                  <a:pt x="14236" y="21600"/>
                </a:lnTo>
                <a:cubicBezTo>
                  <a:pt x="14508" y="21600"/>
                  <a:pt x="14727" y="21380"/>
                  <a:pt x="14727" y="21109"/>
                </a:cubicBezTo>
                <a:cubicBezTo>
                  <a:pt x="14727" y="20839"/>
                  <a:pt x="14508" y="20618"/>
                  <a:pt x="14236" y="20618"/>
                </a:cubicBezTo>
                <a:lnTo>
                  <a:pt x="12764" y="20618"/>
                </a:lnTo>
                <a:lnTo>
                  <a:pt x="12764" y="18655"/>
                </a:lnTo>
                <a:lnTo>
                  <a:pt x="19636" y="18655"/>
                </a:lnTo>
                <a:cubicBezTo>
                  <a:pt x="20721" y="18655"/>
                  <a:pt x="21600" y="17775"/>
                  <a:pt x="21600" y="16691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Shape 3691"/>
          <p:cNvSpPr/>
          <p:nvPr/>
        </p:nvSpPr>
        <p:spPr>
          <a:xfrm>
            <a:off x="3699933" y="3873608"/>
            <a:ext cx="516064" cy="4970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78" h="21600" extrusionOk="0">
                <a:moveTo>
                  <a:pt x="2560" y="18308"/>
                </a:moveTo>
                <a:cubicBezTo>
                  <a:pt x="2472" y="18397"/>
                  <a:pt x="2418" y="18519"/>
                  <a:pt x="2418" y="18655"/>
                </a:cubicBezTo>
                <a:cubicBezTo>
                  <a:pt x="2418" y="18926"/>
                  <a:pt x="2635" y="19146"/>
                  <a:pt x="2902" y="19146"/>
                </a:cubicBezTo>
                <a:cubicBezTo>
                  <a:pt x="3169" y="19146"/>
                  <a:pt x="3385" y="18926"/>
                  <a:pt x="3385" y="18655"/>
                </a:cubicBezTo>
                <a:cubicBezTo>
                  <a:pt x="3385" y="18384"/>
                  <a:pt x="3169" y="18164"/>
                  <a:pt x="2902" y="18164"/>
                </a:cubicBezTo>
                <a:cubicBezTo>
                  <a:pt x="2768" y="18164"/>
                  <a:pt x="2647" y="18219"/>
                  <a:pt x="2560" y="18308"/>
                </a:cubicBezTo>
                <a:moveTo>
                  <a:pt x="20499" y="4279"/>
                </a:moveTo>
                <a:lnTo>
                  <a:pt x="20091" y="4692"/>
                </a:lnTo>
                <a:lnTo>
                  <a:pt x="20088" y="4688"/>
                </a:lnTo>
                <a:lnTo>
                  <a:pt x="17670" y="7143"/>
                </a:lnTo>
                <a:lnTo>
                  <a:pt x="17664" y="7137"/>
                </a:lnTo>
                <a:cubicBezTo>
                  <a:pt x="17227" y="7580"/>
                  <a:pt x="16624" y="7853"/>
                  <a:pt x="15958" y="7853"/>
                </a:cubicBezTo>
                <a:cubicBezTo>
                  <a:pt x="14624" y="7853"/>
                  <a:pt x="13543" y="6755"/>
                  <a:pt x="13543" y="5401"/>
                </a:cubicBezTo>
                <a:cubicBezTo>
                  <a:pt x="13543" y="4725"/>
                  <a:pt x="13813" y="4113"/>
                  <a:pt x="14248" y="3670"/>
                </a:cubicBezTo>
                <a:lnTo>
                  <a:pt x="13563" y="2975"/>
                </a:lnTo>
                <a:cubicBezTo>
                  <a:pt x="12951" y="3596"/>
                  <a:pt x="12571" y="4453"/>
                  <a:pt x="12571" y="5401"/>
                </a:cubicBezTo>
                <a:cubicBezTo>
                  <a:pt x="12571" y="7300"/>
                  <a:pt x="14087" y="8840"/>
                  <a:pt x="15958" y="8840"/>
                </a:cubicBezTo>
                <a:cubicBezTo>
                  <a:pt x="16893" y="8840"/>
                  <a:pt x="17737" y="8453"/>
                  <a:pt x="18348" y="7832"/>
                </a:cubicBezTo>
                <a:lnTo>
                  <a:pt x="18353" y="7837"/>
                </a:lnTo>
                <a:lnTo>
                  <a:pt x="20152" y="6011"/>
                </a:lnTo>
                <a:cubicBezTo>
                  <a:pt x="20516" y="7368"/>
                  <a:pt x="20343" y="8670"/>
                  <a:pt x="19540" y="9505"/>
                </a:cubicBezTo>
                <a:lnTo>
                  <a:pt x="16947" y="12198"/>
                </a:lnTo>
                <a:cubicBezTo>
                  <a:pt x="16605" y="12553"/>
                  <a:pt x="16104" y="12766"/>
                  <a:pt x="15610" y="12766"/>
                </a:cubicBezTo>
                <a:cubicBezTo>
                  <a:pt x="15590" y="12765"/>
                  <a:pt x="13953" y="12652"/>
                  <a:pt x="12318" y="11611"/>
                </a:cubicBezTo>
                <a:lnTo>
                  <a:pt x="12314" y="11620"/>
                </a:lnTo>
                <a:cubicBezTo>
                  <a:pt x="12239" y="11572"/>
                  <a:pt x="12155" y="11537"/>
                  <a:pt x="12060" y="11537"/>
                </a:cubicBezTo>
                <a:cubicBezTo>
                  <a:pt x="11897" y="11537"/>
                  <a:pt x="11759" y="11625"/>
                  <a:pt x="11671" y="11753"/>
                </a:cubicBezTo>
                <a:lnTo>
                  <a:pt x="11654" y="11742"/>
                </a:lnTo>
                <a:lnTo>
                  <a:pt x="4270" y="20044"/>
                </a:lnTo>
                <a:cubicBezTo>
                  <a:pt x="3919" y="20399"/>
                  <a:pt x="3436" y="20618"/>
                  <a:pt x="2902" y="20618"/>
                </a:cubicBezTo>
                <a:cubicBezTo>
                  <a:pt x="1833" y="20618"/>
                  <a:pt x="967" y="19740"/>
                  <a:pt x="967" y="18655"/>
                </a:cubicBezTo>
                <a:cubicBezTo>
                  <a:pt x="967" y="18113"/>
                  <a:pt x="1184" y="17622"/>
                  <a:pt x="1534" y="17266"/>
                </a:cubicBezTo>
                <a:lnTo>
                  <a:pt x="9684" y="9801"/>
                </a:lnTo>
                <a:lnTo>
                  <a:pt x="9671" y="9786"/>
                </a:lnTo>
                <a:cubicBezTo>
                  <a:pt x="9796" y="9698"/>
                  <a:pt x="9884" y="9557"/>
                  <a:pt x="9884" y="9389"/>
                </a:cubicBezTo>
                <a:cubicBezTo>
                  <a:pt x="9884" y="9283"/>
                  <a:pt x="9844" y="9190"/>
                  <a:pt x="9787" y="9110"/>
                </a:cubicBezTo>
                <a:lnTo>
                  <a:pt x="9790" y="9107"/>
                </a:lnTo>
                <a:cubicBezTo>
                  <a:pt x="8390" y="7219"/>
                  <a:pt x="8340" y="5816"/>
                  <a:pt x="9546" y="4488"/>
                </a:cubicBezTo>
                <a:lnTo>
                  <a:pt x="12130" y="1805"/>
                </a:lnTo>
                <a:cubicBezTo>
                  <a:pt x="12785" y="1125"/>
                  <a:pt x="13641" y="982"/>
                  <a:pt x="14244" y="982"/>
                </a:cubicBezTo>
                <a:lnTo>
                  <a:pt x="14246" y="982"/>
                </a:lnTo>
                <a:cubicBezTo>
                  <a:pt x="14611" y="982"/>
                  <a:pt x="14988" y="1037"/>
                  <a:pt x="15366" y="1136"/>
                </a:cubicBezTo>
                <a:lnTo>
                  <a:pt x="13559" y="2970"/>
                </a:lnTo>
                <a:lnTo>
                  <a:pt x="14243" y="3664"/>
                </a:lnTo>
                <a:lnTo>
                  <a:pt x="16661" y="1210"/>
                </a:lnTo>
                <a:lnTo>
                  <a:pt x="16657" y="1206"/>
                </a:lnTo>
                <a:lnTo>
                  <a:pt x="17082" y="775"/>
                </a:lnTo>
                <a:cubicBezTo>
                  <a:pt x="16139" y="269"/>
                  <a:pt x="15160" y="0"/>
                  <a:pt x="14246" y="0"/>
                </a:cubicBezTo>
                <a:lnTo>
                  <a:pt x="14244" y="0"/>
                </a:lnTo>
                <a:cubicBezTo>
                  <a:pt x="13167" y="0"/>
                  <a:pt x="12182" y="361"/>
                  <a:pt x="11460" y="1111"/>
                </a:cubicBezTo>
                <a:lnTo>
                  <a:pt x="8867" y="3804"/>
                </a:lnTo>
                <a:cubicBezTo>
                  <a:pt x="7163" y="5672"/>
                  <a:pt x="7613" y="7584"/>
                  <a:pt x="8769" y="9314"/>
                </a:cubicBezTo>
                <a:lnTo>
                  <a:pt x="850" y="16572"/>
                </a:lnTo>
                <a:cubicBezTo>
                  <a:pt x="325" y="17105"/>
                  <a:pt x="0" y="17842"/>
                  <a:pt x="0" y="18655"/>
                </a:cubicBezTo>
                <a:cubicBezTo>
                  <a:pt x="0" y="20282"/>
                  <a:pt x="1299" y="21600"/>
                  <a:pt x="2902" y="21600"/>
                </a:cubicBezTo>
                <a:cubicBezTo>
                  <a:pt x="3703" y="21600"/>
                  <a:pt x="4429" y="21271"/>
                  <a:pt x="4954" y="20738"/>
                </a:cubicBezTo>
                <a:lnTo>
                  <a:pt x="12160" y="12652"/>
                </a:lnTo>
                <a:cubicBezTo>
                  <a:pt x="13800" y="13590"/>
                  <a:pt x="15363" y="13748"/>
                  <a:pt x="15606" y="13748"/>
                </a:cubicBezTo>
                <a:cubicBezTo>
                  <a:pt x="16313" y="13748"/>
                  <a:pt x="17067" y="13463"/>
                  <a:pt x="17617" y="12892"/>
                </a:cubicBezTo>
                <a:lnTo>
                  <a:pt x="20209" y="10198"/>
                </a:lnTo>
                <a:cubicBezTo>
                  <a:pt x="21560" y="8795"/>
                  <a:pt x="21600" y="6432"/>
                  <a:pt x="20499" y="427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Shape 3627"/>
          <p:cNvSpPr/>
          <p:nvPr/>
        </p:nvSpPr>
        <p:spPr>
          <a:xfrm>
            <a:off x="7871883" y="1178401"/>
            <a:ext cx="497065" cy="4518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18900"/>
                </a:moveTo>
                <a:cubicBezTo>
                  <a:pt x="7279" y="18900"/>
                  <a:pt x="6684" y="18827"/>
                  <a:pt x="6086" y="18683"/>
                </a:cubicBezTo>
                <a:cubicBezTo>
                  <a:pt x="6017" y="18666"/>
                  <a:pt x="5946" y="18658"/>
                  <a:pt x="5876" y="18658"/>
                </a:cubicBezTo>
                <a:cubicBezTo>
                  <a:pt x="5756" y="18658"/>
                  <a:pt x="5636" y="18682"/>
                  <a:pt x="5523" y="18729"/>
                </a:cubicBezTo>
                <a:lnTo>
                  <a:pt x="2957" y="19815"/>
                </a:lnTo>
                <a:lnTo>
                  <a:pt x="3365" y="18243"/>
                </a:lnTo>
                <a:cubicBezTo>
                  <a:pt x="3474" y="17827"/>
                  <a:pt x="3345" y="17380"/>
                  <a:pt x="3039" y="17108"/>
                </a:cubicBezTo>
                <a:cubicBezTo>
                  <a:pt x="1712" y="15926"/>
                  <a:pt x="982" y="14358"/>
                  <a:pt x="982" y="12690"/>
                </a:cubicBezTo>
                <a:cubicBezTo>
                  <a:pt x="982" y="9266"/>
                  <a:pt x="4065" y="6480"/>
                  <a:pt x="7855" y="6480"/>
                </a:cubicBezTo>
                <a:cubicBezTo>
                  <a:pt x="11644" y="6480"/>
                  <a:pt x="14727" y="9266"/>
                  <a:pt x="14727" y="12690"/>
                </a:cubicBezTo>
                <a:cubicBezTo>
                  <a:pt x="14727" y="16114"/>
                  <a:pt x="11644" y="18900"/>
                  <a:pt x="7855" y="18900"/>
                </a:cubicBezTo>
                <a:moveTo>
                  <a:pt x="7855" y="5400"/>
                </a:moveTo>
                <a:cubicBezTo>
                  <a:pt x="3517" y="5400"/>
                  <a:pt x="0" y="8664"/>
                  <a:pt x="0" y="12690"/>
                </a:cubicBezTo>
                <a:cubicBezTo>
                  <a:pt x="0" y="14758"/>
                  <a:pt x="932" y="16620"/>
                  <a:pt x="2422" y="17947"/>
                </a:cubicBezTo>
                <a:lnTo>
                  <a:pt x="1473" y="21600"/>
                </a:lnTo>
                <a:lnTo>
                  <a:pt x="5876" y="19738"/>
                </a:lnTo>
                <a:cubicBezTo>
                  <a:pt x="6509" y="19891"/>
                  <a:pt x="7169" y="19980"/>
                  <a:pt x="7855" y="19980"/>
                </a:cubicBezTo>
                <a:cubicBezTo>
                  <a:pt x="12192" y="19980"/>
                  <a:pt x="15709" y="16716"/>
                  <a:pt x="15709" y="12690"/>
                </a:cubicBezTo>
                <a:cubicBezTo>
                  <a:pt x="15709" y="8664"/>
                  <a:pt x="12192" y="5400"/>
                  <a:pt x="7855" y="5400"/>
                </a:cubicBezTo>
                <a:moveTo>
                  <a:pt x="21600" y="7290"/>
                </a:moveTo>
                <a:cubicBezTo>
                  <a:pt x="21600" y="3264"/>
                  <a:pt x="18084" y="0"/>
                  <a:pt x="13745" y="0"/>
                </a:cubicBezTo>
                <a:cubicBezTo>
                  <a:pt x="10506" y="0"/>
                  <a:pt x="7725" y="1821"/>
                  <a:pt x="6525" y="4422"/>
                </a:cubicBezTo>
                <a:cubicBezTo>
                  <a:pt x="6912" y="4367"/>
                  <a:pt x="7306" y="4332"/>
                  <a:pt x="7708" y="4326"/>
                </a:cubicBezTo>
                <a:cubicBezTo>
                  <a:pt x="8875" y="2394"/>
                  <a:pt x="11143" y="1080"/>
                  <a:pt x="13745" y="1080"/>
                </a:cubicBezTo>
                <a:cubicBezTo>
                  <a:pt x="17535" y="1080"/>
                  <a:pt x="20618" y="3866"/>
                  <a:pt x="20618" y="7290"/>
                </a:cubicBezTo>
                <a:cubicBezTo>
                  <a:pt x="20618" y="8958"/>
                  <a:pt x="19888" y="10526"/>
                  <a:pt x="18561" y="11707"/>
                </a:cubicBezTo>
                <a:cubicBezTo>
                  <a:pt x="18255" y="11980"/>
                  <a:pt x="18126" y="12428"/>
                  <a:pt x="18234" y="12843"/>
                </a:cubicBezTo>
                <a:lnTo>
                  <a:pt x="18643" y="14415"/>
                </a:lnTo>
                <a:lnTo>
                  <a:pt x="16613" y="13556"/>
                </a:lnTo>
                <a:cubicBezTo>
                  <a:pt x="16573" y="13922"/>
                  <a:pt x="16500" y="14278"/>
                  <a:pt x="16411" y="14628"/>
                </a:cubicBezTo>
                <a:lnTo>
                  <a:pt x="20127" y="16200"/>
                </a:lnTo>
                <a:lnTo>
                  <a:pt x="19178" y="12547"/>
                </a:lnTo>
                <a:cubicBezTo>
                  <a:pt x="20669" y="11220"/>
                  <a:pt x="21600" y="9358"/>
                  <a:pt x="21600" y="729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99933" y="1911404"/>
            <a:ext cx="2882900" cy="37702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dirty="0" smtClean="0">
                <a:latin typeface="Montserrat" charset="0"/>
                <a:ea typeface="Montserrat" charset="0"/>
                <a:cs typeface="Montserrat" charset="0"/>
              </a:rPr>
              <a:t>Branding</a:t>
            </a:r>
            <a:endParaRPr lang="en-US" sz="2000" dirty="0"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18983" y="2288430"/>
            <a:ext cx="2868191" cy="89255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chemeClr val="tx1">
                    <a:alpha val="70000"/>
                  </a:schemeClr>
                </a:solidFill>
              </a:rPr>
              <a:t>There are many variations of passages of Lorem Ipsum available, but the majority have suffered alteration in some form, by injected </a:t>
            </a:r>
            <a:r>
              <a:rPr lang="en-US" sz="1000" dirty="0" err="1">
                <a:solidFill>
                  <a:schemeClr val="tx1">
                    <a:alpha val="70000"/>
                  </a:schemeClr>
                </a:solidFill>
              </a:rPr>
              <a:t>humour</a:t>
            </a:r>
            <a:r>
              <a:rPr lang="en-US" sz="1000" dirty="0">
                <a:solidFill>
                  <a:schemeClr val="tx1">
                    <a:alpha val="70000"/>
                  </a:schemeClr>
                </a:solidFill>
              </a:rPr>
              <a:t>, </a:t>
            </a:r>
            <a:r>
              <a:rPr lang="en-US" sz="1000" dirty="0" smtClean="0">
                <a:solidFill>
                  <a:schemeClr val="tx1">
                    <a:alpha val="70000"/>
                  </a:schemeClr>
                </a:solidFill>
              </a:rPr>
              <a:t>or.</a:t>
            </a:r>
            <a:endParaRPr lang="en-US" sz="1000" dirty="0">
              <a:solidFill>
                <a:schemeClr val="tx1">
                  <a:alpha val="70000"/>
                </a:schemeClr>
              </a:solidFill>
            </a:endParaRPr>
          </a:p>
        </p:txBody>
      </p:sp>
      <p:sp>
        <p:nvSpPr>
          <p:cNvPr id="10" name="Shape 3598"/>
          <p:cNvSpPr/>
          <p:nvPr/>
        </p:nvSpPr>
        <p:spPr>
          <a:xfrm>
            <a:off x="3699933" y="1155808"/>
            <a:ext cx="497065" cy="4970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562" y="17673"/>
                  <a:pt x="11782" y="17453"/>
                  <a:pt x="11782" y="17182"/>
                </a:cubicBezTo>
                <a:cubicBezTo>
                  <a:pt x="11782" y="16911"/>
                  <a:pt x="11562" y="16691"/>
                  <a:pt x="11291" y="16691"/>
                </a:cubicBezTo>
                <a:cubicBezTo>
                  <a:pt x="11020" y="16691"/>
                  <a:pt x="10800" y="16911"/>
                  <a:pt x="10800" y="17182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17673" y="18655"/>
                </a:moveTo>
                <a:lnTo>
                  <a:pt x="13745" y="18655"/>
                </a:lnTo>
                <a:lnTo>
                  <a:pt x="13745" y="12273"/>
                </a:lnTo>
                <a:cubicBezTo>
                  <a:pt x="13745" y="12002"/>
                  <a:pt x="13525" y="11782"/>
                  <a:pt x="13255" y="11782"/>
                </a:cubicBezTo>
                <a:lnTo>
                  <a:pt x="8345" y="11782"/>
                </a:lnTo>
                <a:cubicBezTo>
                  <a:pt x="8075" y="11782"/>
                  <a:pt x="7855" y="12002"/>
                  <a:pt x="7855" y="12273"/>
                </a:cubicBezTo>
                <a:lnTo>
                  <a:pt x="7855" y="18655"/>
                </a:lnTo>
                <a:lnTo>
                  <a:pt x="3927" y="18655"/>
                </a:lnTo>
                <a:lnTo>
                  <a:pt x="3927" y="8058"/>
                </a:lnTo>
                <a:lnTo>
                  <a:pt x="10800" y="1185"/>
                </a:lnTo>
                <a:lnTo>
                  <a:pt x="17673" y="8058"/>
                </a:lnTo>
                <a:cubicBezTo>
                  <a:pt x="17673" y="8058"/>
                  <a:pt x="17673" y="18655"/>
                  <a:pt x="17673" y="18655"/>
                </a:cubicBezTo>
                <a:close/>
                <a:moveTo>
                  <a:pt x="17673" y="20618"/>
                </a:moveTo>
                <a:lnTo>
                  <a:pt x="13745" y="20618"/>
                </a:lnTo>
                <a:lnTo>
                  <a:pt x="13745" y="19636"/>
                </a:lnTo>
                <a:lnTo>
                  <a:pt x="17673" y="19636"/>
                </a:lnTo>
                <a:cubicBezTo>
                  <a:pt x="17673" y="19636"/>
                  <a:pt x="17673" y="20618"/>
                  <a:pt x="17673" y="20618"/>
                </a:cubicBezTo>
                <a:close/>
                <a:moveTo>
                  <a:pt x="12764" y="20618"/>
                </a:moveTo>
                <a:lnTo>
                  <a:pt x="8836" y="20618"/>
                </a:lnTo>
                <a:lnTo>
                  <a:pt x="8836" y="12764"/>
                </a:lnTo>
                <a:lnTo>
                  <a:pt x="12764" y="12764"/>
                </a:lnTo>
                <a:cubicBezTo>
                  <a:pt x="12764" y="12764"/>
                  <a:pt x="12764" y="20618"/>
                  <a:pt x="12764" y="20618"/>
                </a:cubicBezTo>
                <a:close/>
                <a:moveTo>
                  <a:pt x="7855" y="20618"/>
                </a:moveTo>
                <a:lnTo>
                  <a:pt x="3927" y="20618"/>
                </a:lnTo>
                <a:lnTo>
                  <a:pt x="3927" y="19636"/>
                </a:lnTo>
                <a:lnTo>
                  <a:pt x="7855" y="19636"/>
                </a:lnTo>
                <a:cubicBezTo>
                  <a:pt x="7855" y="19636"/>
                  <a:pt x="7855" y="20618"/>
                  <a:pt x="7855" y="20618"/>
                </a:cubicBezTo>
                <a:close/>
                <a:moveTo>
                  <a:pt x="14727" y="1964"/>
                </a:moveTo>
                <a:lnTo>
                  <a:pt x="16691" y="1964"/>
                </a:lnTo>
                <a:lnTo>
                  <a:pt x="16691" y="5688"/>
                </a:lnTo>
                <a:lnTo>
                  <a:pt x="14727" y="3724"/>
                </a:lnTo>
                <a:cubicBezTo>
                  <a:pt x="14727" y="3724"/>
                  <a:pt x="14727" y="1964"/>
                  <a:pt x="14727" y="1964"/>
                </a:cubicBezTo>
                <a:close/>
                <a:moveTo>
                  <a:pt x="21456" y="10453"/>
                </a:moveTo>
                <a:lnTo>
                  <a:pt x="17673" y="6670"/>
                </a:lnTo>
                <a:lnTo>
                  <a:pt x="17673" y="1473"/>
                </a:lnTo>
                <a:cubicBezTo>
                  <a:pt x="17673" y="1202"/>
                  <a:pt x="17453" y="982"/>
                  <a:pt x="17182" y="982"/>
                </a:cubicBezTo>
                <a:lnTo>
                  <a:pt x="14236" y="982"/>
                </a:lnTo>
                <a:cubicBezTo>
                  <a:pt x="13966" y="982"/>
                  <a:pt x="13745" y="1202"/>
                  <a:pt x="13745" y="1473"/>
                </a:cubicBezTo>
                <a:lnTo>
                  <a:pt x="13745" y="2742"/>
                </a:ln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144" y="10453"/>
                </a:lnTo>
                <a:cubicBezTo>
                  <a:pt x="55" y="10542"/>
                  <a:pt x="0" y="10665"/>
                  <a:pt x="0" y="10800"/>
                </a:cubicBezTo>
                <a:cubicBezTo>
                  <a:pt x="0" y="11072"/>
                  <a:pt x="220" y="11291"/>
                  <a:pt x="491" y="11291"/>
                </a:cubicBezTo>
                <a:cubicBezTo>
                  <a:pt x="626" y="11291"/>
                  <a:pt x="749" y="11236"/>
                  <a:pt x="838" y="11147"/>
                </a:cubicBezTo>
                <a:lnTo>
                  <a:pt x="2945" y="9040"/>
                </a:lnTo>
                <a:lnTo>
                  <a:pt x="2945" y="21109"/>
                </a:lnTo>
                <a:cubicBezTo>
                  <a:pt x="2945" y="21381"/>
                  <a:pt x="3166" y="21600"/>
                  <a:pt x="3436" y="21600"/>
                </a:cubicBezTo>
                <a:lnTo>
                  <a:pt x="18164" y="21600"/>
                </a:lnTo>
                <a:cubicBezTo>
                  <a:pt x="18434" y="21600"/>
                  <a:pt x="18655" y="21381"/>
                  <a:pt x="18655" y="21109"/>
                </a:cubicBezTo>
                <a:lnTo>
                  <a:pt x="18655" y="9040"/>
                </a:lnTo>
                <a:lnTo>
                  <a:pt x="20762" y="11147"/>
                </a:lnTo>
                <a:cubicBezTo>
                  <a:pt x="20851" y="11236"/>
                  <a:pt x="20974" y="11291"/>
                  <a:pt x="21109" y="11291"/>
                </a:cubicBezTo>
                <a:cubicBezTo>
                  <a:pt x="21380" y="11291"/>
                  <a:pt x="21600" y="11072"/>
                  <a:pt x="21600" y="10800"/>
                </a:cubicBezTo>
                <a:cubicBezTo>
                  <a:pt x="21600" y="10665"/>
                  <a:pt x="21545" y="10542"/>
                  <a:pt x="21456" y="1045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52833" y="1911404"/>
            <a:ext cx="2882900" cy="37702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dirty="0" smtClean="0">
                <a:latin typeface="Montserrat" charset="0"/>
                <a:ea typeface="Montserrat" charset="0"/>
                <a:cs typeface="Montserrat" charset="0"/>
              </a:rPr>
              <a:t>Social media</a:t>
            </a:r>
            <a:endParaRPr lang="en-US" sz="2000" dirty="0"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71883" y="2288430"/>
            <a:ext cx="2868191" cy="89255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chemeClr val="tx1">
                    <a:alpha val="70000"/>
                  </a:schemeClr>
                </a:solidFill>
              </a:rPr>
              <a:t>There are many variations of passages of Lorem Ipsum available, but the majority have suffered alteration in some form, by injected </a:t>
            </a:r>
            <a:r>
              <a:rPr lang="en-US" sz="1000" dirty="0" err="1">
                <a:solidFill>
                  <a:schemeClr val="tx1">
                    <a:alpha val="70000"/>
                  </a:schemeClr>
                </a:solidFill>
              </a:rPr>
              <a:t>humour</a:t>
            </a:r>
            <a:r>
              <a:rPr lang="en-US" sz="1000" dirty="0">
                <a:solidFill>
                  <a:schemeClr val="tx1">
                    <a:alpha val="70000"/>
                  </a:schemeClr>
                </a:solidFill>
              </a:rPr>
              <a:t>, </a:t>
            </a:r>
            <a:r>
              <a:rPr lang="en-US" sz="1000" dirty="0" smtClean="0">
                <a:solidFill>
                  <a:schemeClr val="tx1">
                    <a:alpha val="70000"/>
                  </a:schemeClr>
                </a:solidFill>
              </a:rPr>
              <a:t>or.</a:t>
            </a:r>
            <a:endParaRPr lang="en-US" sz="1000" dirty="0">
              <a:solidFill>
                <a:schemeClr val="tx1">
                  <a:alpha val="70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99933" y="4629204"/>
            <a:ext cx="2882900" cy="37702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dirty="0" smtClean="0">
                <a:latin typeface="Montserrat" charset="0"/>
                <a:ea typeface="Montserrat" charset="0"/>
                <a:cs typeface="Montserrat" charset="0"/>
              </a:rPr>
              <a:t>Develop</a:t>
            </a:r>
            <a:endParaRPr lang="en-US" sz="2000" dirty="0"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718983" y="5006230"/>
            <a:ext cx="2868191" cy="89255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chemeClr val="tx1">
                    <a:alpha val="70000"/>
                  </a:schemeClr>
                </a:solidFill>
              </a:rPr>
              <a:t>There are many variations of passages of Lorem Ipsum available, but the majority have suffered alteration in some form, by injected </a:t>
            </a:r>
            <a:r>
              <a:rPr lang="en-US" sz="1000" dirty="0" err="1">
                <a:solidFill>
                  <a:schemeClr val="tx1">
                    <a:alpha val="70000"/>
                  </a:schemeClr>
                </a:solidFill>
              </a:rPr>
              <a:t>humour</a:t>
            </a:r>
            <a:r>
              <a:rPr lang="en-US" sz="1000" dirty="0">
                <a:solidFill>
                  <a:schemeClr val="tx1">
                    <a:alpha val="70000"/>
                  </a:schemeClr>
                </a:solidFill>
              </a:rPr>
              <a:t>, </a:t>
            </a:r>
            <a:r>
              <a:rPr lang="en-US" sz="1000" dirty="0" smtClean="0">
                <a:solidFill>
                  <a:schemeClr val="tx1">
                    <a:alpha val="70000"/>
                  </a:schemeClr>
                </a:solidFill>
              </a:rPr>
              <a:t>or.</a:t>
            </a:r>
            <a:endParaRPr lang="en-US" sz="1000" dirty="0">
              <a:solidFill>
                <a:schemeClr val="tx1">
                  <a:alpha val="70000"/>
                </a:schemeClr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852833" y="4629204"/>
            <a:ext cx="2882900" cy="37702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dirty="0" smtClean="0">
                <a:latin typeface="Montserrat" charset="0"/>
                <a:ea typeface="Montserrat" charset="0"/>
                <a:cs typeface="Montserrat" charset="0"/>
              </a:rPr>
              <a:t>Web design</a:t>
            </a:r>
            <a:endParaRPr lang="en-US" sz="2000" dirty="0"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71883" y="5006230"/>
            <a:ext cx="2868191" cy="89255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chemeClr val="tx1">
                    <a:alpha val="70000"/>
                  </a:schemeClr>
                </a:solidFill>
              </a:rPr>
              <a:t>There are many variations of passages of Lorem Ipsum available, but the majority have suffered alteration in some form, by injected </a:t>
            </a:r>
            <a:r>
              <a:rPr lang="en-US" sz="1000" dirty="0" err="1">
                <a:solidFill>
                  <a:schemeClr val="tx1">
                    <a:alpha val="70000"/>
                  </a:schemeClr>
                </a:solidFill>
              </a:rPr>
              <a:t>humour</a:t>
            </a:r>
            <a:r>
              <a:rPr lang="en-US" sz="1000" dirty="0">
                <a:solidFill>
                  <a:schemeClr val="tx1">
                    <a:alpha val="70000"/>
                  </a:schemeClr>
                </a:solidFill>
              </a:rPr>
              <a:t>, </a:t>
            </a:r>
            <a:r>
              <a:rPr lang="en-US" sz="1000" dirty="0" smtClean="0">
                <a:solidFill>
                  <a:schemeClr val="tx1">
                    <a:alpha val="70000"/>
                  </a:schemeClr>
                </a:solidFill>
              </a:rPr>
              <a:t>or.</a:t>
            </a:r>
            <a:endParaRPr lang="en-US" sz="1000" dirty="0">
              <a:solidFill>
                <a:schemeClr val="tx1">
                  <a:alpha val="70000"/>
                </a:schemeClr>
              </a:solidFill>
            </a:endParaRPr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1394079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>
            <a:off x="8009467" y="3886386"/>
            <a:ext cx="3268133" cy="0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220201" y="4092314"/>
            <a:ext cx="2057400" cy="53553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>
              <a:lnSpc>
                <a:spcPct val="90000"/>
              </a:lnSpc>
            </a:pPr>
            <a:r>
              <a:rPr lang="en-US" sz="1600" dirty="0" smtClean="0">
                <a:latin typeface="Montserrat" charset="0"/>
                <a:ea typeface="Montserrat" charset="0"/>
                <a:cs typeface="Montserrat" charset="0"/>
              </a:rPr>
              <a:t>Web don’t</a:t>
            </a:r>
          </a:p>
          <a:p>
            <a:pPr algn="r">
              <a:lnSpc>
                <a:spcPct val="90000"/>
              </a:lnSpc>
            </a:pPr>
            <a:r>
              <a:rPr lang="en-US" sz="1600" dirty="0" smtClean="0">
                <a:latin typeface="Montserrat" charset="0"/>
                <a:ea typeface="Montserrat" charset="0"/>
                <a:cs typeface="Montserrat" charset="0"/>
              </a:rPr>
              <a:t>Design logos.</a:t>
            </a:r>
            <a:endParaRPr lang="en-US" sz="1600" dirty="0"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09467" y="4041512"/>
            <a:ext cx="1185333" cy="77559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 smtClean="0">
                <a:latin typeface="+mj-lt"/>
              </a:rPr>
              <a:t>02</a:t>
            </a:r>
            <a:endParaRPr lang="en-US" sz="4800" dirty="0">
              <a:latin typeface="+mj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09409" y="5186600"/>
            <a:ext cx="2868191" cy="4924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en-US" sz="1000" dirty="0">
                <a:solidFill>
                  <a:schemeClr val="tx1">
                    <a:alpha val="70000"/>
                  </a:schemeClr>
                </a:solidFill>
              </a:rPr>
              <a:t>There are many variations of passages of Lorem </a:t>
            </a:r>
            <a:r>
              <a:rPr lang="en-US" sz="1000">
                <a:solidFill>
                  <a:schemeClr val="tx1">
                    <a:alpha val="70000"/>
                  </a:schemeClr>
                </a:solidFill>
              </a:rPr>
              <a:t>Ipsum </a:t>
            </a:r>
            <a:r>
              <a:rPr lang="en-US" sz="1000" smtClean="0">
                <a:solidFill>
                  <a:schemeClr val="tx1">
                    <a:alpha val="70000"/>
                  </a:schemeClr>
                </a:solidFill>
              </a:rPr>
              <a:t>available.</a:t>
            </a:r>
            <a:endParaRPr lang="en-US" sz="1000" dirty="0">
              <a:solidFill>
                <a:schemeClr val="tx1">
                  <a:alpha val="70000"/>
                </a:schemeClr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799167" y="3886386"/>
            <a:ext cx="3268133" cy="0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009901" y="4092314"/>
            <a:ext cx="2057400" cy="53553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>
              <a:lnSpc>
                <a:spcPct val="90000"/>
              </a:lnSpc>
            </a:pPr>
            <a:r>
              <a:rPr lang="en-US" sz="1600" dirty="0" smtClean="0">
                <a:latin typeface="Montserrat" charset="0"/>
                <a:ea typeface="Montserrat" charset="0"/>
                <a:cs typeface="Montserrat" charset="0"/>
              </a:rPr>
              <a:t>Web don’t</a:t>
            </a:r>
          </a:p>
          <a:p>
            <a:pPr algn="r">
              <a:lnSpc>
                <a:spcPct val="90000"/>
              </a:lnSpc>
            </a:pPr>
            <a:r>
              <a:rPr lang="en-US" sz="1600" dirty="0" smtClean="0">
                <a:latin typeface="Montserrat" charset="0"/>
                <a:ea typeface="Montserrat" charset="0"/>
                <a:cs typeface="Montserrat" charset="0"/>
              </a:rPr>
              <a:t>Design logos.</a:t>
            </a:r>
            <a:endParaRPr lang="en-US" sz="1600" dirty="0"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799167" y="4041512"/>
            <a:ext cx="1185333" cy="77559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 smtClean="0">
                <a:latin typeface="+mj-lt"/>
              </a:rPr>
              <a:t>01</a:t>
            </a:r>
            <a:endParaRPr lang="en-US" sz="4800" dirty="0">
              <a:latin typeface="+mj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199109" y="5186600"/>
            <a:ext cx="2868191" cy="4924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en-US" sz="1000" dirty="0">
                <a:solidFill>
                  <a:schemeClr val="tx1">
                    <a:alpha val="70000"/>
                  </a:schemeClr>
                </a:solidFill>
              </a:rPr>
              <a:t>There are many variations of passages of Lorem </a:t>
            </a:r>
            <a:r>
              <a:rPr lang="en-US" sz="1000">
                <a:solidFill>
                  <a:schemeClr val="tx1">
                    <a:alpha val="70000"/>
                  </a:schemeClr>
                </a:solidFill>
              </a:rPr>
              <a:t>Ipsum </a:t>
            </a:r>
            <a:r>
              <a:rPr lang="en-US" sz="1000" smtClean="0">
                <a:solidFill>
                  <a:schemeClr val="tx1">
                    <a:alpha val="70000"/>
                  </a:schemeClr>
                </a:solidFill>
              </a:rPr>
              <a:t>available.</a:t>
            </a:r>
            <a:endParaRPr lang="en-US" sz="1000" dirty="0">
              <a:solidFill>
                <a:schemeClr val="tx1">
                  <a:alpha val="70000"/>
                </a:schemeClr>
              </a:solidFill>
            </a:endParaRPr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1147848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2967430" y="3100218"/>
            <a:ext cx="8265566" cy="955646"/>
            <a:chOff x="3012034" y="3100218"/>
            <a:chExt cx="8265566" cy="955646"/>
          </a:xfrm>
        </p:grpSpPr>
        <p:sp>
          <p:nvSpPr>
            <p:cNvPr id="3" name="TextBox 2"/>
            <p:cNvSpPr txBox="1"/>
            <p:nvPr/>
          </p:nvSpPr>
          <p:spPr>
            <a:xfrm>
              <a:off x="3012034" y="3100218"/>
              <a:ext cx="1137491" cy="955646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6600" b="1" dirty="0" smtClean="0">
                  <a:solidFill>
                    <a:schemeClr val="bg1">
                      <a:lumMod val="50000"/>
                      <a:alpha val="20000"/>
                    </a:schemeClr>
                  </a:solidFill>
                  <a:latin typeface="+mj-lt"/>
                  <a:ea typeface="Bebas Neue" charset="0"/>
                  <a:cs typeface="Bebas Neue" charset="0"/>
                </a:rPr>
                <a:t>01</a:t>
              </a:r>
              <a:endParaRPr lang="en-US" sz="6600" b="1" dirty="0">
                <a:solidFill>
                  <a:schemeClr val="bg1">
                    <a:lumMod val="50000"/>
                    <a:alpha val="20000"/>
                  </a:schemeClr>
                </a:solidFill>
                <a:latin typeface="+mj-lt"/>
                <a:ea typeface="Bebas Neue" charset="0"/>
                <a:cs typeface="Bebas Neue" charset="0"/>
              </a:endParaRP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77084" y="3188528"/>
              <a:ext cx="2288447" cy="327782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dirty="0" smtClean="0">
                  <a:latin typeface="+mj-lt"/>
                  <a:ea typeface="Bebas Neue" charset="0"/>
                  <a:cs typeface="Bebas Neue" charset="0"/>
                </a:rPr>
                <a:t>Way is simple text</a:t>
              </a:r>
              <a:endParaRPr lang="en-US" dirty="0">
                <a:latin typeface="+mj-lt"/>
                <a:ea typeface="Bebas Neue" charset="0"/>
                <a:cs typeface="Bebas Neue" charset="0"/>
              </a:endParaRPr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5077084" y="3100218"/>
              <a:ext cx="34399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5071021" y="3530509"/>
              <a:ext cx="6206579" cy="46166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000" dirty="0" err="1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Lorem</a:t>
              </a:r>
              <a:r>
                <a:rPr lang="en-US" sz="1000" dirty="0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 </a:t>
              </a:r>
              <a:r>
                <a:rPr lang="en-US" sz="1000" dirty="0" err="1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Ipsum</a:t>
              </a:r>
              <a:r>
                <a:rPr lang="en-US" sz="1000" dirty="0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 is simply dummy text of the printing and typesetting industry. </a:t>
              </a:r>
              <a:r>
                <a:rPr lang="en-US" sz="1000" dirty="0" err="1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Lorem</a:t>
              </a:r>
              <a:r>
                <a:rPr lang="en-US" sz="1000" dirty="0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 </a:t>
              </a:r>
              <a:r>
                <a:rPr lang="en-US" sz="1000" dirty="0" err="1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Ipsum</a:t>
              </a:r>
              <a:r>
                <a:rPr lang="en-US" sz="1000" dirty="0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 has been the industry's standard dummy text ever since the 1500s, when an </a:t>
              </a:r>
              <a:r>
                <a:rPr lang="en-US" sz="1000" dirty="0" smtClean="0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unknown.</a:t>
              </a:r>
              <a:endParaRPr lang="en-US" sz="1000" dirty="0">
                <a:solidFill>
                  <a:schemeClr val="tx1">
                    <a:alpha val="70000"/>
                  </a:schemeClr>
                </a:solidFill>
                <a:ea typeface="Roboto Light" charset="0"/>
                <a:cs typeface="Roboto Light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554239" y="3385854"/>
              <a:ext cx="828112" cy="301621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1600" b="1" spc="300" dirty="0" smtClean="0">
                  <a:solidFill>
                    <a:schemeClr val="accent1"/>
                  </a:solidFill>
                  <a:latin typeface="+mj-lt"/>
                  <a:ea typeface="Bebas Neue" charset="0"/>
                  <a:cs typeface="Bebas Neue" charset="0"/>
                </a:rPr>
                <a:t>#</a:t>
              </a:r>
              <a:r>
                <a:rPr lang="en-US" sz="1600" b="1" spc="300" dirty="0" smtClean="0">
                  <a:latin typeface="+mj-lt"/>
                  <a:ea typeface="Bebas Neue" charset="0"/>
                  <a:cs typeface="Bebas Neue" charset="0"/>
                </a:rPr>
                <a:t>One</a:t>
              </a:r>
              <a:endParaRPr lang="en-US" sz="1600" b="1" spc="300" dirty="0">
                <a:latin typeface="+mj-lt"/>
                <a:ea typeface="Bebas Neue" charset="0"/>
                <a:cs typeface="Bebas Neue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2967430" y="4692798"/>
            <a:ext cx="8265566" cy="955646"/>
            <a:chOff x="3012034" y="3100218"/>
            <a:chExt cx="8265566" cy="955646"/>
          </a:xfrm>
        </p:grpSpPr>
        <p:sp>
          <p:nvSpPr>
            <p:cNvPr id="9" name="TextBox 8"/>
            <p:cNvSpPr txBox="1"/>
            <p:nvPr/>
          </p:nvSpPr>
          <p:spPr>
            <a:xfrm>
              <a:off x="3012034" y="3100218"/>
              <a:ext cx="1137491" cy="955646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6600" b="1" dirty="0" smtClean="0">
                  <a:solidFill>
                    <a:schemeClr val="bg1">
                      <a:lumMod val="50000"/>
                      <a:alpha val="20000"/>
                    </a:schemeClr>
                  </a:solidFill>
                  <a:latin typeface="+mj-lt"/>
                  <a:ea typeface="Bebas Neue" charset="0"/>
                  <a:cs typeface="Bebas Neue" charset="0"/>
                </a:rPr>
                <a:t>02</a:t>
              </a:r>
              <a:endParaRPr lang="en-US" sz="6600" b="1" dirty="0">
                <a:solidFill>
                  <a:schemeClr val="bg1">
                    <a:lumMod val="50000"/>
                    <a:alpha val="20000"/>
                  </a:schemeClr>
                </a:solidFill>
                <a:latin typeface="+mj-lt"/>
                <a:ea typeface="Bebas Neue" charset="0"/>
                <a:cs typeface="Bebas Neue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077084" y="3188528"/>
              <a:ext cx="2572179" cy="327782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dirty="0" smtClean="0">
                  <a:latin typeface="+mj-lt"/>
                  <a:ea typeface="Bebas Neue" charset="0"/>
                  <a:cs typeface="Bebas Neue" charset="0"/>
                </a:rPr>
                <a:t>Our view simple text</a:t>
              </a:r>
              <a:endParaRPr lang="en-US" dirty="0">
                <a:latin typeface="+mj-lt"/>
                <a:ea typeface="Bebas Neue" charset="0"/>
                <a:cs typeface="Bebas Neue" charset="0"/>
              </a:endParaRPr>
            </a:p>
          </p:txBody>
        </p:sp>
        <p:cxnSp>
          <p:nvCxnSpPr>
            <p:cNvPr id="11" name="Straight Connector 10"/>
            <p:cNvCxnSpPr/>
            <p:nvPr/>
          </p:nvCxnSpPr>
          <p:spPr>
            <a:xfrm>
              <a:off x="5077084" y="3100218"/>
              <a:ext cx="34399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5071021" y="3530509"/>
              <a:ext cx="6206579" cy="46166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000" dirty="0" err="1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Lorem</a:t>
              </a:r>
              <a:r>
                <a:rPr lang="en-US" sz="1000" dirty="0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 </a:t>
              </a:r>
              <a:r>
                <a:rPr lang="en-US" sz="1000" dirty="0" err="1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Ipsum</a:t>
              </a:r>
              <a:r>
                <a:rPr lang="en-US" sz="1000" dirty="0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 is simply dummy text of the printing and typesetting industry. </a:t>
              </a:r>
              <a:r>
                <a:rPr lang="en-US" sz="1000" dirty="0" err="1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Lorem</a:t>
              </a:r>
              <a:r>
                <a:rPr lang="en-US" sz="1000" dirty="0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 </a:t>
              </a:r>
              <a:r>
                <a:rPr lang="en-US" sz="1000" dirty="0" err="1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Ipsum</a:t>
              </a:r>
              <a:r>
                <a:rPr lang="en-US" sz="1000" dirty="0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 has been the industry's standard dummy text ever since the 1500s, when an </a:t>
              </a:r>
              <a:r>
                <a:rPr lang="en-US" sz="1000" dirty="0" smtClean="0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unknown.</a:t>
              </a:r>
              <a:endParaRPr lang="en-US" sz="1000" dirty="0">
                <a:solidFill>
                  <a:schemeClr val="tx1">
                    <a:alpha val="70000"/>
                  </a:schemeClr>
                </a:solidFill>
                <a:ea typeface="Roboto Light" charset="0"/>
                <a:cs typeface="Roboto Light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554239" y="3385854"/>
              <a:ext cx="855362" cy="301621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1600" b="1" spc="300" dirty="0" smtClean="0">
                  <a:solidFill>
                    <a:schemeClr val="accent1"/>
                  </a:solidFill>
                  <a:latin typeface="+mj-lt"/>
                  <a:ea typeface="Bebas Neue" charset="0"/>
                  <a:cs typeface="Bebas Neue" charset="0"/>
                </a:rPr>
                <a:t>#</a:t>
              </a:r>
              <a:r>
                <a:rPr lang="en-US" sz="1600" b="1" spc="300" dirty="0" smtClean="0">
                  <a:latin typeface="+mj-lt"/>
                  <a:ea typeface="Bebas Neue" charset="0"/>
                  <a:cs typeface="Bebas Neue" charset="0"/>
                </a:rPr>
                <a:t>Two</a:t>
              </a:r>
              <a:endParaRPr lang="en-US" sz="1600" b="1" spc="300" dirty="0">
                <a:latin typeface="+mj-lt"/>
                <a:ea typeface="Bebas Neue" charset="0"/>
                <a:cs typeface="Bebas Neue" charset="0"/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914400" y="1177372"/>
            <a:ext cx="6235040" cy="720197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4800" b="1" dirty="0" smtClean="0">
                <a:latin typeface="+mj-lt"/>
                <a:ea typeface="Bebas Neue" charset="0"/>
                <a:cs typeface="Bebas Neue" charset="0"/>
              </a:rPr>
              <a:t>Good stuff </a:t>
            </a:r>
            <a:r>
              <a:rPr lang="en-US" sz="4800" b="1" dirty="0" smtClean="0">
                <a:solidFill>
                  <a:schemeClr val="accent1"/>
                </a:solidFill>
                <a:latin typeface="+mj-lt"/>
                <a:ea typeface="Bebas Neue" charset="0"/>
                <a:cs typeface="Bebas Neue" charset="0"/>
              </a:rPr>
              <a:t>timeline</a:t>
            </a:r>
            <a:endParaRPr lang="en-US" sz="4800" b="1" dirty="0">
              <a:solidFill>
                <a:schemeClr val="accent1"/>
              </a:solidFill>
              <a:latin typeface="+mj-lt"/>
              <a:ea typeface="Bebas Neue" charset="0"/>
              <a:cs typeface="Bebas Neu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6001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2967430" y="3100218"/>
            <a:ext cx="8265566" cy="955646"/>
            <a:chOff x="3012034" y="3100218"/>
            <a:chExt cx="8265566" cy="955646"/>
          </a:xfrm>
        </p:grpSpPr>
        <p:sp>
          <p:nvSpPr>
            <p:cNvPr id="3" name="TextBox 2"/>
            <p:cNvSpPr txBox="1"/>
            <p:nvPr/>
          </p:nvSpPr>
          <p:spPr>
            <a:xfrm>
              <a:off x="3012034" y="3100218"/>
              <a:ext cx="1137491" cy="955646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6600" b="1" dirty="0" smtClean="0">
                  <a:solidFill>
                    <a:schemeClr val="bg1">
                      <a:lumMod val="50000"/>
                      <a:alpha val="20000"/>
                    </a:schemeClr>
                  </a:solidFill>
                  <a:latin typeface="+mj-lt"/>
                  <a:ea typeface="Bebas Neue" charset="0"/>
                  <a:cs typeface="Bebas Neue" charset="0"/>
                </a:rPr>
                <a:t>04</a:t>
              </a:r>
              <a:endParaRPr lang="en-US" sz="6600" b="1" dirty="0">
                <a:solidFill>
                  <a:schemeClr val="bg1">
                    <a:lumMod val="50000"/>
                    <a:alpha val="20000"/>
                  </a:schemeClr>
                </a:solidFill>
                <a:latin typeface="+mj-lt"/>
                <a:ea typeface="Bebas Neue" charset="0"/>
                <a:cs typeface="Bebas Neue" charset="0"/>
              </a:endParaRP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77084" y="3188528"/>
              <a:ext cx="2288447" cy="327782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dirty="0" smtClean="0">
                  <a:latin typeface="+mj-lt"/>
                  <a:ea typeface="Bebas Neue" charset="0"/>
                  <a:cs typeface="Bebas Neue" charset="0"/>
                </a:rPr>
                <a:t>Way is simple text</a:t>
              </a:r>
              <a:endParaRPr lang="en-US" dirty="0">
                <a:latin typeface="+mj-lt"/>
                <a:ea typeface="Bebas Neue" charset="0"/>
                <a:cs typeface="Bebas Neue" charset="0"/>
              </a:endParaRPr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5077084" y="3100218"/>
              <a:ext cx="34399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5071021" y="3530509"/>
              <a:ext cx="6206579" cy="46166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000" dirty="0" err="1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Lorem</a:t>
              </a:r>
              <a:r>
                <a:rPr lang="en-US" sz="1000" dirty="0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 </a:t>
              </a:r>
              <a:r>
                <a:rPr lang="en-US" sz="1000" dirty="0" err="1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Ipsum</a:t>
              </a:r>
              <a:r>
                <a:rPr lang="en-US" sz="1000" dirty="0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 is simply dummy text of the printing and typesetting industry. </a:t>
              </a:r>
              <a:r>
                <a:rPr lang="en-US" sz="1000" dirty="0" err="1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Lorem</a:t>
              </a:r>
              <a:r>
                <a:rPr lang="en-US" sz="1000" dirty="0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 </a:t>
              </a:r>
              <a:r>
                <a:rPr lang="en-US" sz="1000" dirty="0" err="1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Ipsum</a:t>
              </a:r>
              <a:r>
                <a:rPr lang="en-US" sz="1000" dirty="0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 has been the industry's standard dummy text ever since the 1500s, when an </a:t>
              </a:r>
              <a:r>
                <a:rPr lang="en-US" sz="1000" dirty="0" smtClean="0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unknown.</a:t>
              </a:r>
              <a:endParaRPr lang="en-US" sz="1000" dirty="0">
                <a:solidFill>
                  <a:schemeClr val="tx1">
                    <a:alpha val="70000"/>
                  </a:schemeClr>
                </a:solidFill>
                <a:ea typeface="Roboto Light" charset="0"/>
                <a:cs typeface="Roboto Light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554239" y="3385854"/>
              <a:ext cx="924292" cy="301621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1600" b="1" spc="300" dirty="0" smtClean="0">
                  <a:solidFill>
                    <a:schemeClr val="accent1"/>
                  </a:solidFill>
                  <a:latin typeface="+mj-lt"/>
                  <a:ea typeface="Bebas Neue" charset="0"/>
                  <a:cs typeface="Bebas Neue" charset="0"/>
                </a:rPr>
                <a:t>#</a:t>
              </a:r>
              <a:r>
                <a:rPr lang="en-US" sz="1600" b="1" spc="300" dirty="0" smtClean="0">
                  <a:latin typeface="+mj-lt"/>
                  <a:ea typeface="Bebas Neue" charset="0"/>
                  <a:cs typeface="Bebas Neue" charset="0"/>
                </a:rPr>
                <a:t>Four</a:t>
              </a:r>
              <a:endParaRPr lang="en-US" sz="1600" b="1" spc="300" dirty="0">
                <a:latin typeface="+mj-lt"/>
                <a:ea typeface="Bebas Neue" charset="0"/>
                <a:cs typeface="Bebas Neue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2967430" y="4692798"/>
            <a:ext cx="8265566" cy="955646"/>
            <a:chOff x="3012034" y="3100218"/>
            <a:chExt cx="8265566" cy="955646"/>
          </a:xfrm>
        </p:grpSpPr>
        <p:sp>
          <p:nvSpPr>
            <p:cNvPr id="9" name="TextBox 8"/>
            <p:cNvSpPr txBox="1"/>
            <p:nvPr/>
          </p:nvSpPr>
          <p:spPr>
            <a:xfrm>
              <a:off x="3012034" y="3100218"/>
              <a:ext cx="1137491" cy="955646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6600" b="1" dirty="0" smtClean="0">
                  <a:solidFill>
                    <a:schemeClr val="bg1">
                      <a:lumMod val="50000"/>
                      <a:alpha val="20000"/>
                    </a:schemeClr>
                  </a:solidFill>
                  <a:latin typeface="+mj-lt"/>
                  <a:ea typeface="Bebas Neue" charset="0"/>
                  <a:cs typeface="Bebas Neue" charset="0"/>
                </a:rPr>
                <a:t>05</a:t>
              </a:r>
              <a:endParaRPr lang="en-US" sz="6600" b="1" dirty="0">
                <a:solidFill>
                  <a:schemeClr val="bg1">
                    <a:lumMod val="50000"/>
                    <a:alpha val="20000"/>
                  </a:schemeClr>
                </a:solidFill>
                <a:latin typeface="+mj-lt"/>
                <a:ea typeface="Bebas Neue" charset="0"/>
                <a:cs typeface="Bebas Neue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077084" y="3188528"/>
              <a:ext cx="2572179" cy="327782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dirty="0" smtClean="0">
                  <a:latin typeface="+mj-lt"/>
                  <a:ea typeface="Bebas Neue" charset="0"/>
                  <a:cs typeface="Bebas Neue" charset="0"/>
                </a:rPr>
                <a:t>Our view simple text</a:t>
              </a:r>
              <a:endParaRPr lang="en-US" dirty="0">
                <a:latin typeface="+mj-lt"/>
                <a:ea typeface="Bebas Neue" charset="0"/>
                <a:cs typeface="Bebas Neue" charset="0"/>
              </a:endParaRPr>
            </a:p>
          </p:txBody>
        </p:sp>
        <p:cxnSp>
          <p:nvCxnSpPr>
            <p:cNvPr id="11" name="Straight Connector 10"/>
            <p:cNvCxnSpPr/>
            <p:nvPr/>
          </p:nvCxnSpPr>
          <p:spPr>
            <a:xfrm>
              <a:off x="5077084" y="3100218"/>
              <a:ext cx="34399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5071021" y="3530509"/>
              <a:ext cx="6206579" cy="46166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000" dirty="0" err="1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Lorem</a:t>
              </a:r>
              <a:r>
                <a:rPr lang="en-US" sz="1000" dirty="0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 </a:t>
              </a:r>
              <a:r>
                <a:rPr lang="en-US" sz="1000" dirty="0" err="1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Ipsum</a:t>
              </a:r>
              <a:r>
                <a:rPr lang="en-US" sz="1000" dirty="0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 is simply dummy text of the printing and typesetting industry. </a:t>
              </a:r>
              <a:r>
                <a:rPr lang="en-US" sz="1000" dirty="0" err="1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Lorem</a:t>
              </a:r>
              <a:r>
                <a:rPr lang="en-US" sz="1000" dirty="0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 </a:t>
              </a:r>
              <a:r>
                <a:rPr lang="en-US" sz="1000" dirty="0" err="1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Ipsum</a:t>
              </a:r>
              <a:r>
                <a:rPr lang="en-US" sz="1000" dirty="0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 has been the industry's standard dummy text ever since the 1500s, when an </a:t>
              </a:r>
              <a:r>
                <a:rPr lang="en-US" sz="1000" dirty="0" smtClean="0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unknown.</a:t>
              </a:r>
              <a:endParaRPr lang="en-US" sz="1000" dirty="0">
                <a:solidFill>
                  <a:schemeClr val="tx1">
                    <a:alpha val="70000"/>
                  </a:schemeClr>
                </a:solidFill>
                <a:ea typeface="Roboto Light" charset="0"/>
                <a:cs typeface="Roboto Light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554239" y="3385854"/>
              <a:ext cx="876202" cy="301621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1600" b="1" spc="300" dirty="0" smtClean="0">
                  <a:solidFill>
                    <a:schemeClr val="accent1"/>
                  </a:solidFill>
                  <a:latin typeface="+mj-lt"/>
                  <a:ea typeface="Bebas Neue" charset="0"/>
                  <a:cs typeface="Bebas Neue" charset="0"/>
                </a:rPr>
                <a:t>#</a:t>
              </a:r>
              <a:r>
                <a:rPr lang="en-US" sz="1600" b="1" spc="300" dirty="0" smtClean="0">
                  <a:latin typeface="+mj-lt"/>
                  <a:ea typeface="Bebas Neue" charset="0"/>
                  <a:cs typeface="Bebas Neue" charset="0"/>
                </a:rPr>
                <a:t>Five</a:t>
              </a:r>
              <a:endParaRPr lang="en-US" sz="1600" b="1" spc="300" dirty="0">
                <a:latin typeface="+mj-lt"/>
                <a:ea typeface="Bebas Neue" charset="0"/>
                <a:cs typeface="Bebas Neue" charset="0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2967430" y="1602073"/>
            <a:ext cx="8265566" cy="955646"/>
            <a:chOff x="3012034" y="3100218"/>
            <a:chExt cx="8265566" cy="955646"/>
          </a:xfrm>
        </p:grpSpPr>
        <p:sp>
          <p:nvSpPr>
            <p:cNvPr id="15" name="TextBox 14"/>
            <p:cNvSpPr txBox="1"/>
            <p:nvPr/>
          </p:nvSpPr>
          <p:spPr>
            <a:xfrm>
              <a:off x="3012034" y="3100218"/>
              <a:ext cx="1137491" cy="955646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6600" b="1" dirty="0" smtClean="0">
                  <a:solidFill>
                    <a:schemeClr val="bg1">
                      <a:lumMod val="50000"/>
                      <a:alpha val="20000"/>
                    </a:schemeClr>
                  </a:solidFill>
                  <a:latin typeface="+mj-lt"/>
                  <a:ea typeface="Bebas Neue" charset="0"/>
                  <a:cs typeface="Bebas Neue" charset="0"/>
                </a:rPr>
                <a:t>03</a:t>
              </a:r>
              <a:endParaRPr lang="en-US" sz="6600" b="1" dirty="0">
                <a:solidFill>
                  <a:schemeClr val="bg1">
                    <a:lumMod val="50000"/>
                    <a:alpha val="20000"/>
                  </a:schemeClr>
                </a:solidFill>
                <a:latin typeface="+mj-lt"/>
                <a:ea typeface="Bebas Neue" charset="0"/>
                <a:cs typeface="Bebas Neue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077084" y="3188528"/>
              <a:ext cx="2572179" cy="327782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dirty="0" smtClean="0">
                  <a:latin typeface="+mj-lt"/>
                  <a:ea typeface="Bebas Neue" charset="0"/>
                  <a:cs typeface="Bebas Neue" charset="0"/>
                </a:rPr>
                <a:t>Our view simple text</a:t>
              </a:r>
              <a:endParaRPr lang="en-US" dirty="0">
                <a:latin typeface="+mj-lt"/>
                <a:ea typeface="Bebas Neue" charset="0"/>
                <a:cs typeface="Bebas Neue" charset="0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5077084" y="3100218"/>
              <a:ext cx="34399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5071021" y="3530509"/>
              <a:ext cx="6206579" cy="46166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000" dirty="0" err="1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Lorem</a:t>
              </a:r>
              <a:r>
                <a:rPr lang="en-US" sz="1000" dirty="0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 </a:t>
              </a:r>
              <a:r>
                <a:rPr lang="en-US" sz="1000" dirty="0" err="1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Ipsum</a:t>
              </a:r>
              <a:r>
                <a:rPr lang="en-US" sz="1000" dirty="0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 is simply dummy text of the printing and typesetting industry. </a:t>
              </a:r>
              <a:r>
                <a:rPr lang="en-US" sz="1000" dirty="0" err="1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Lorem</a:t>
              </a:r>
              <a:r>
                <a:rPr lang="en-US" sz="1000" dirty="0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 </a:t>
              </a:r>
              <a:r>
                <a:rPr lang="en-US" sz="1000" dirty="0" err="1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Ipsum</a:t>
              </a:r>
              <a:r>
                <a:rPr lang="en-US" sz="1000" dirty="0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 has been the industry's standard dummy text ever since the 1500s, when an </a:t>
              </a:r>
              <a:r>
                <a:rPr lang="en-US" sz="1000" dirty="0" smtClean="0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unknown.</a:t>
              </a:r>
              <a:endParaRPr lang="en-US" sz="1000" dirty="0">
                <a:solidFill>
                  <a:schemeClr val="tx1">
                    <a:alpha val="70000"/>
                  </a:schemeClr>
                </a:solidFill>
                <a:ea typeface="Roboto Light" charset="0"/>
                <a:cs typeface="Roboto Light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554239" y="3385854"/>
              <a:ext cx="1084592" cy="301621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1600" b="1" spc="300" dirty="0" smtClean="0">
                  <a:solidFill>
                    <a:schemeClr val="accent1"/>
                  </a:solidFill>
                  <a:latin typeface="+mj-lt"/>
                  <a:ea typeface="Bebas Neue" charset="0"/>
                  <a:cs typeface="Bebas Neue" charset="0"/>
                </a:rPr>
                <a:t>#</a:t>
              </a:r>
              <a:r>
                <a:rPr lang="en-US" sz="1600" b="1" spc="300" dirty="0" smtClean="0">
                  <a:latin typeface="+mj-lt"/>
                  <a:ea typeface="Bebas Neue" charset="0"/>
                  <a:cs typeface="Bebas Neue" charset="0"/>
                </a:rPr>
                <a:t>Three</a:t>
              </a:r>
              <a:endParaRPr lang="en-US" sz="1600" b="1" spc="300" dirty="0">
                <a:latin typeface="+mj-lt"/>
                <a:ea typeface="Bebas Neue" charset="0"/>
                <a:cs typeface="Bebas Neue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82097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914400" y="1146524"/>
            <a:ext cx="4218463" cy="720197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4800" b="1" dirty="0" smtClean="0">
                <a:latin typeface="+mj-lt"/>
                <a:ea typeface="Bebas Neue" charset="0"/>
                <a:cs typeface="Bebas Neue" charset="0"/>
              </a:rPr>
              <a:t>Our </a:t>
            </a:r>
            <a:r>
              <a:rPr lang="en-US" sz="4800" b="1" dirty="0" smtClean="0">
                <a:solidFill>
                  <a:schemeClr val="accent1"/>
                </a:solidFill>
                <a:latin typeface="+mj-lt"/>
                <a:ea typeface="Bebas Neue" charset="0"/>
                <a:cs typeface="Bebas Neue" charset="0"/>
              </a:rPr>
              <a:t>Portfolio</a:t>
            </a:r>
            <a:endParaRPr lang="en-US" sz="4800" b="1" dirty="0">
              <a:solidFill>
                <a:schemeClr val="accent1"/>
              </a:solidFill>
              <a:latin typeface="+mj-lt"/>
              <a:ea typeface="Bebas Neue" charset="0"/>
              <a:cs typeface="Bebas Neue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037642" y="3689123"/>
            <a:ext cx="1217641" cy="23621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1100" b="1" dirty="0" smtClean="0">
                <a:latin typeface="+mj-lt"/>
                <a:ea typeface="Roboto" charset="0"/>
                <a:cs typeface="Roboto" charset="0"/>
              </a:rPr>
              <a:t>Work Title here</a:t>
            </a:r>
            <a:endParaRPr lang="en-US" sz="1100" b="1" dirty="0">
              <a:latin typeface="+mj-lt"/>
              <a:ea typeface="Roboto" charset="0"/>
              <a:cs typeface="Roboto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71466" y="3689123"/>
            <a:ext cx="1217641" cy="23621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1100" b="1" smtClean="0">
                <a:latin typeface="+mj-lt"/>
                <a:ea typeface="Roboto" charset="0"/>
                <a:cs typeface="Roboto" charset="0"/>
              </a:rPr>
              <a:t>Work Title here</a:t>
            </a:r>
            <a:endParaRPr lang="en-US" sz="1100" b="1" dirty="0">
              <a:latin typeface="+mj-lt"/>
              <a:ea typeface="Roboto" charset="0"/>
              <a:cs typeface="Roboto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116271" y="3689123"/>
            <a:ext cx="1217641" cy="23621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1100" b="1" smtClean="0">
                <a:latin typeface="+mj-lt"/>
                <a:ea typeface="Roboto" charset="0"/>
                <a:cs typeface="Roboto" charset="0"/>
              </a:rPr>
              <a:t>Work Title here</a:t>
            </a:r>
            <a:endParaRPr lang="en-US" sz="1100" b="1" dirty="0">
              <a:latin typeface="+mj-lt"/>
              <a:ea typeface="Roboto" charset="0"/>
              <a:cs typeface="Roboto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161076" y="3689123"/>
            <a:ext cx="1217641" cy="23621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1100" b="1" smtClean="0">
                <a:latin typeface="+mj-lt"/>
                <a:ea typeface="Roboto" charset="0"/>
                <a:cs typeface="Roboto" charset="0"/>
              </a:rPr>
              <a:t>Work Title here</a:t>
            </a:r>
            <a:endParaRPr lang="en-US" sz="1100" b="1" dirty="0">
              <a:latin typeface="+mj-lt"/>
              <a:ea typeface="Roboto" charset="0"/>
              <a:cs typeface="Roboto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037642" y="5852460"/>
            <a:ext cx="1217641" cy="23621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1100" b="1" smtClean="0">
                <a:latin typeface="+mj-lt"/>
                <a:ea typeface="Roboto" charset="0"/>
                <a:cs typeface="Roboto" charset="0"/>
              </a:rPr>
              <a:t>Work Title here</a:t>
            </a:r>
            <a:endParaRPr lang="en-US" sz="1100" b="1" dirty="0">
              <a:latin typeface="+mj-lt"/>
              <a:ea typeface="Roboto" charset="0"/>
              <a:cs typeface="Roboto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071466" y="5852460"/>
            <a:ext cx="1217641" cy="23621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1100" b="1" smtClean="0">
                <a:latin typeface="+mj-lt"/>
                <a:ea typeface="Roboto" charset="0"/>
                <a:cs typeface="Roboto" charset="0"/>
              </a:rPr>
              <a:t>Work Title here</a:t>
            </a:r>
            <a:endParaRPr lang="en-US" sz="1100" b="1" dirty="0">
              <a:latin typeface="+mj-lt"/>
              <a:ea typeface="Roboto" charset="0"/>
              <a:cs typeface="Roboto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16271" y="5852460"/>
            <a:ext cx="1217641" cy="23621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1100" b="1" smtClean="0">
                <a:latin typeface="+mj-lt"/>
                <a:ea typeface="Roboto" charset="0"/>
                <a:cs typeface="Roboto" charset="0"/>
              </a:rPr>
              <a:t>Work Title here</a:t>
            </a:r>
            <a:endParaRPr lang="en-US" sz="1100" b="1" dirty="0">
              <a:latin typeface="+mj-lt"/>
              <a:ea typeface="Roboto" charset="0"/>
              <a:cs typeface="Roboto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161076" y="5852460"/>
            <a:ext cx="1217641" cy="23621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1100" b="1" smtClean="0">
                <a:latin typeface="+mj-lt"/>
                <a:ea typeface="Roboto" charset="0"/>
                <a:cs typeface="Roboto" charset="0"/>
              </a:rPr>
              <a:t>Work Title here</a:t>
            </a:r>
            <a:endParaRPr lang="en-US" sz="1100" b="1" dirty="0">
              <a:latin typeface="+mj-lt"/>
              <a:ea typeface="Roboto" charset="0"/>
              <a:cs typeface="Roboto" charset="0"/>
            </a:endParaRPr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6" name="Picture Placeholder 5"/>
          <p:cNvSpPr>
            <a:spLocks noGrp="1"/>
          </p:cNvSpPr>
          <p:nvPr>
            <p:ph type="pic" sz="quarter" idx="18"/>
          </p:nvPr>
        </p:nvSpPr>
        <p:spPr/>
      </p:sp>
      <p:sp>
        <p:nvSpPr>
          <p:cNvPr id="7" name="Picture Placeholder 6"/>
          <p:cNvSpPr>
            <a:spLocks noGrp="1"/>
          </p:cNvSpPr>
          <p:nvPr>
            <p:ph type="pic" sz="quarter" idx="17"/>
          </p:nvPr>
        </p:nvSpPr>
        <p:spPr/>
      </p:sp>
      <p:sp>
        <p:nvSpPr>
          <p:cNvPr id="8" name="Picture Placeholder 7"/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9" name="Picture Placeholder 8"/>
          <p:cNvSpPr>
            <a:spLocks noGrp="1"/>
          </p:cNvSpPr>
          <p:nvPr>
            <p:ph type="pic" sz="quarter" idx="15"/>
          </p:nvPr>
        </p:nvSpPr>
        <p:spPr/>
      </p:sp>
    </p:spTree>
    <p:extLst>
      <p:ext uri="{BB962C8B-B14F-4D97-AF65-F5344CB8AC3E}">
        <p14:creationId xmlns:p14="http://schemas.microsoft.com/office/powerpoint/2010/main" val="648756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4787590" y="2805625"/>
            <a:ext cx="1864111" cy="1864111"/>
            <a:chOff x="4795024" y="1903141"/>
            <a:chExt cx="1864111" cy="1864111"/>
          </a:xfrm>
        </p:grpSpPr>
        <p:sp>
          <p:nvSpPr>
            <p:cNvPr id="3" name="Oval 2"/>
            <p:cNvSpPr/>
            <p:nvPr/>
          </p:nvSpPr>
          <p:spPr>
            <a:xfrm>
              <a:off x="4795024" y="1903141"/>
              <a:ext cx="1864111" cy="1864111"/>
            </a:xfrm>
            <a:prstGeom prst="ellipse">
              <a:avLst/>
            </a:prstGeom>
            <a:noFill/>
            <a:ln w="25400">
              <a:solidFill>
                <a:schemeClr val="tx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spc="300">
                <a:ea typeface="linea-basic-10" charset="0"/>
                <a:cs typeface="linea-basic-10" charset="0"/>
              </a:endParaRPr>
            </a:p>
          </p:txBody>
        </p:sp>
        <p:sp>
          <p:nvSpPr>
            <p:cNvPr id="4" name="Arc 3"/>
            <p:cNvSpPr/>
            <p:nvPr/>
          </p:nvSpPr>
          <p:spPr>
            <a:xfrm>
              <a:off x="4795024" y="1903141"/>
              <a:ext cx="1864111" cy="1864111"/>
            </a:xfrm>
            <a:prstGeom prst="arc">
              <a:avLst>
                <a:gd name="adj1" fmla="val 16200000"/>
                <a:gd name="adj2" fmla="val 1981560"/>
              </a:avLst>
            </a:prstGeom>
            <a:ln w="25400"/>
            <a:effectLst>
              <a:glow rad="381000">
                <a:schemeClr val="accent1">
                  <a:satMod val="175000"/>
                  <a:alpha val="4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047785" y="2667150"/>
              <a:ext cx="1455233" cy="563231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3600" dirty="0" smtClean="0">
                  <a:latin typeface="+mj-lt"/>
                  <a:ea typeface="Roboto Light" charset="0"/>
                  <a:cs typeface="Roboto Light" charset="0"/>
                </a:rPr>
                <a:t>2</a:t>
              </a:r>
              <a:r>
                <a:rPr lang="en-US" sz="3600" dirty="0">
                  <a:latin typeface="+mj-lt"/>
                  <a:ea typeface="Roboto Light" charset="0"/>
                  <a:cs typeface="Roboto Light" charset="0"/>
                </a:rPr>
                <a:t>0</a:t>
              </a:r>
              <a:r>
                <a:rPr lang="en-US" sz="3600" dirty="0" smtClean="0">
                  <a:latin typeface="+mj-lt"/>
                  <a:ea typeface="Roboto Light" charset="0"/>
                  <a:cs typeface="Roboto Light" charset="0"/>
                </a:rPr>
                <a:t>10</a:t>
              </a:r>
              <a:endParaRPr lang="en-US" sz="3600" dirty="0">
                <a:latin typeface="+mj-lt"/>
                <a:ea typeface="Roboto Light" charset="0"/>
                <a:cs typeface="Roboto Light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070087" y="3052827"/>
              <a:ext cx="736070" cy="211596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000" smtClean="0">
                  <a:solidFill>
                    <a:schemeClr val="tx1">
                      <a:alpha val="70000"/>
                    </a:schemeClr>
                  </a:solidFill>
                  <a:ea typeface="Roboto Medium" charset="0"/>
                  <a:cs typeface="Roboto Medium" charset="0"/>
                </a:rPr>
                <a:t>Steps</a:t>
              </a:r>
              <a:endParaRPr lang="en-US" sz="1000" dirty="0">
                <a:solidFill>
                  <a:schemeClr val="tx1">
                    <a:alpha val="70000"/>
                  </a:schemeClr>
                </a:solidFill>
                <a:ea typeface="Roboto Medium" charset="0"/>
                <a:cs typeface="Roboto Medium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070087" y="2376845"/>
              <a:ext cx="736070" cy="211596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000" smtClean="0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Today</a:t>
              </a:r>
              <a:endParaRPr lang="en-US" sz="1000" dirty="0">
                <a:solidFill>
                  <a:schemeClr val="tx1">
                    <a:alpha val="70000"/>
                  </a:schemeClr>
                </a:solidFill>
                <a:ea typeface="Roboto Light" charset="0"/>
                <a:cs typeface="Roboto Light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5908286" y="649117"/>
            <a:ext cx="3756106" cy="3756102"/>
            <a:chOff x="3849027" y="957146"/>
            <a:chExt cx="3756106" cy="3756102"/>
          </a:xfrm>
        </p:grpSpPr>
        <p:sp>
          <p:nvSpPr>
            <p:cNvPr id="9" name="Oval 8"/>
            <p:cNvSpPr/>
            <p:nvPr/>
          </p:nvSpPr>
          <p:spPr>
            <a:xfrm>
              <a:off x="3849028" y="957147"/>
              <a:ext cx="3756104" cy="3756100"/>
            </a:xfrm>
            <a:prstGeom prst="ellipse">
              <a:avLst/>
            </a:prstGeom>
            <a:noFill/>
            <a:ln w="25400">
              <a:solidFill>
                <a:schemeClr val="tx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spc="300">
                <a:ea typeface="linea-basic-10" charset="0"/>
                <a:cs typeface="linea-basic-10" charset="0"/>
              </a:endParaRPr>
            </a:p>
          </p:txBody>
        </p:sp>
        <p:sp>
          <p:nvSpPr>
            <p:cNvPr id="10" name="Arc 9"/>
            <p:cNvSpPr/>
            <p:nvPr/>
          </p:nvSpPr>
          <p:spPr>
            <a:xfrm>
              <a:off x="3849027" y="957146"/>
              <a:ext cx="3756106" cy="3756102"/>
            </a:xfrm>
            <a:prstGeom prst="arc">
              <a:avLst>
                <a:gd name="adj1" fmla="val 16200000"/>
                <a:gd name="adj2" fmla="val 11657239"/>
              </a:avLst>
            </a:prstGeom>
            <a:ln w="25400">
              <a:solidFill>
                <a:schemeClr val="accent2"/>
              </a:solidFill>
            </a:ln>
            <a:effectLst>
              <a:glow rad="381000">
                <a:schemeClr val="accent1">
                  <a:satMod val="175000"/>
                  <a:alpha val="4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047785" y="2667150"/>
              <a:ext cx="1455233" cy="563231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3600" dirty="0" smtClean="0">
                  <a:latin typeface="+mj-lt"/>
                  <a:ea typeface="Roboto Light" charset="0"/>
                  <a:cs typeface="Roboto Light" charset="0"/>
                </a:rPr>
                <a:t>8710</a:t>
              </a:r>
              <a:endParaRPr lang="en-US" sz="3600" dirty="0">
                <a:latin typeface="+mj-lt"/>
                <a:ea typeface="Roboto Light" charset="0"/>
                <a:cs typeface="Roboto Light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070087" y="3052827"/>
              <a:ext cx="736070" cy="211596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000" smtClean="0">
                  <a:solidFill>
                    <a:schemeClr val="tx1">
                      <a:alpha val="70000"/>
                    </a:schemeClr>
                  </a:solidFill>
                  <a:ea typeface="Roboto Medium" charset="0"/>
                  <a:cs typeface="Roboto Medium" charset="0"/>
                </a:rPr>
                <a:t>Steps</a:t>
              </a:r>
              <a:endParaRPr lang="en-US" sz="1000" dirty="0">
                <a:solidFill>
                  <a:schemeClr val="tx1">
                    <a:alpha val="70000"/>
                  </a:schemeClr>
                </a:solidFill>
                <a:ea typeface="Roboto Medium" charset="0"/>
                <a:cs typeface="Roboto Medium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070087" y="2376845"/>
              <a:ext cx="736070" cy="211596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000" smtClean="0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Today</a:t>
              </a:r>
              <a:endParaRPr lang="en-US" sz="1000" dirty="0">
                <a:solidFill>
                  <a:schemeClr val="tx1">
                    <a:alpha val="70000"/>
                  </a:schemeClr>
                </a:solidFill>
                <a:ea typeface="Roboto Light" charset="0"/>
                <a:cs typeface="Roboto Light" charset="0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8508452" y="3483461"/>
            <a:ext cx="2741194" cy="2741192"/>
            <a:chOff x="4356483" y="1464601"/>
            <a:chExt cx="2741194" cy="2741192"/>
          </a:xfrm>
        </p:grpSpPr>
        <p:sp>
          <p:nvSpPr>
            <p:cNvPr id="15" name="Oval 14"/>
            <p:cNvSpPr/>
            <p:nvPr/>
          </p:nvSpPr>
          <p:spPr>
            <a:xfrm>
              <a:off x="4356484" y="1464602"/>
              <a:ext cx="2741192" cy="2741190"/>
            </a:xfrm>
            <a:prstGeom prst="ellipse">
              <a:avLst/>
            </a:prstGeom>
            <a:noFill/>
            <a:ln w="25400">
              <a:solidFill>
                <a:schemeClr val="tx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spc="300">
                <a:ea typeface="linea-basic-10" charset="0"/>
                <a:cs typeface="linea-basic-10" charset="0"/>
              </a:endParaRPr>
            </a:p>
          </p:txBody>
        </p:sp>
        <p:sp>
          <p:nvSpPr>
            <p:cNvPr id="16" name="Arc 15"/>
            <p:cNvSpPr/>
            <p:nvPr/>
          </p:nvSpPr>
          <p:spPr>
            <a:xfrm>
              <a:off x="4356483" y="1464601"/>
              <a:ext cx="2741194" cy="2741192"/>
            </a:xfrm>
            <a:prstGeom prst="arc">
              <a:avLst>
                <a:gd name="adj1" fmla="val 16200000"/>
                <a:gd name="adj2" fmla="val 8491402"/>
              </a:avLst>
            </a:prstGeom>
            <a:ln w="25400">
              <a:solidFill>
                <a:schemeClr val="accent3"/>
              </a:solidFill>
            </a:ln>
            <a:effectLst>
              <a:glow rad="381000">
                <a:schemeClr val="accent1">
                  <a:satMod val="175000"/>
                  <a:alpha val="4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047785" y="2667150"/>
              <a:ext cx="1455233" cy="563231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3600" dirty="0" smtClean="0">
                  <a:latin typeface="+mj-lt"/>
                  <a:ea typeface="Roboto Light" charset="0"/>
                  <a:cs typeface="Roboto Light" charset="0"/>
                </a:rPr>
                <a:t>45</a:t>
              </a:r>
              <a:r>
                <a:rPr lang="en-US" sz="3600" dirty="0">
                  <a:latin typeface="+mj-lt"/>
                  <a:ea typeface="Roboto Light" charset="0"/>
                  <a:cs typeface="Roboto Light" charset="0"/>
                </a:rPr>
                <a:t>5</a:t>
              </a:r>
              <a:r>
                <a:rPr lang="en-US" sz="3600" dirty="0" smtClean="0">
                  <a:latin typeface="+mj-lt"/>
                  <a:ea typeface="Roboto Light" charset="0"/>
                  <a:cs typeface="Roboto Light" charset="0"/>
                </a:rPr>
                <a:t>0</a:t>
              </a:r>
              <a:endParaRPr lang="en-US" sz="3600" dirty="0">
                <a:latin typeface="+mj-lt"/>
                <a:ea typeface="Roboto Light" charset="0"/>
                <a:cs typeface="Roboto Light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070087" y="3052827"/>
              <a:ext cx="736070" cy="211596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000" smtClean="0">
                  <a:solidFill>
                    <a:schemeClr val="tx1">
                      <a:alpha val="70000"/>
                    </a:schemeClr>
                  </a:solidFill>
                  <a:ea typeface="Roboto Medium" charset="0"/>
                  <a:cs typeface="Roboto Medium" charset="0"/>
                </a:rPr>
                <a:t>Steps</a:t>
              </a:r>
              <a:endParaRPr lang="en-US" sz="1000" dirty="0">
                <a:solidFill>
                  <a:schemeClr val="tx1">
                    <a:alpha val="70000"/>
                  </a:schemeClr>
                </a:solidFill>
                <a:ea typeface="Roboto Medium" charset="0"/>
                <a:cs typeface="Roboto Medium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070087" y="2376845"/>
              <a:ext cx="736070" cy="211596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000" smtClean="0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Today</a:t>
              </a:r>
              <a:endParaRPr lang="en-US" sz="1000" dirty="0">
                <a:solidFill>
                  <a:schemeClr val="tx1">
                    <a:alpha val="70000"/>
                  </a:schemeClr>
                </a:solidFill>
                <a:ea typeface="Roboto Light" charset="0"/>
                <a:cs typeface="Roboto Light" charset="0"/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924104" y="2894652"/>
            <a:ext cx="2051726" cy="24622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1000" dirty="0" smtClean="0">
                <a:latin typeface="+mj-lt"/>
                <a:ea typeface="Roboto Medium" charset="0"/>
                <a:cs typeface="Roboto Medium" charset="0"/>
              </a:rPr>
              <a:t>PIE CHART 01</a:t>
            </a:r>
            <a:endParaRPr lang="en-US" sz="1000" dirty="0">
              <a:latin typeface="+mj-lt"/>
              <a:ea typeface="Roboto Medium" charset="0"/>
              <a:cs typeface="Roboto Medium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24103" y="3140873"/>
            <a:ext cx="2333987" cy="492443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chemeClr val="tx1">
                    <a:alpha val="70000"/>
                  </a:schemeClr>
                </a:solidFill>
                <a:ea typeface="Roboto Light" charset="0"/>
                <a:cs typeface="Roboto Light" charset="0"/>
              </a:rPr>
              <a:t>Finance and Accounting Australia Post 219-241 </a:t>
            </a:r>
            <a:r>
              <a:rPr lang="en-US" sz="1000" dirty="0" smtClean="0">
                <a:solidFill>
                  <a:schemeClr val="tx1">
                    <a:alpha val="70000"/>
                  </a:schemeClr>
                </a:solidFill>
                <a:ea typeface="Roboto Light" charset="0"/>
                <a:cs typeface="Roboto Light" charset="0"/>
              </a:rPr>
              <a:t>Cleveland.</a:t>
            </a:r>
            <a:endParaRPr lang="en-US" sz="1000" dirty="0">
              <a:solidFill>
                <a:schemeClr val="tx1">
                  <a:alpha val="60000"/>
                </a:schemeClr>
              </a:solidFill>
              <a:ea typeface="Roboto Light" charset="0"/>
              <a:cs typeface="Roboto Light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16420" y="1143734"/>
            <a:ext cx="2987356" cy="720197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4800" b="1" smtClean="0">
                <a:latin typeface="+mj-lt"/>
                <a:ea typeface="Bebas Neue" charset="0"/>
                <a:cs typeface="Bebas Neue" charset="0"/>
              </a:rPr>
              <a:t>Pie Chart</a:t>
            </a:r>
            <a:endParaRPr lang="en-US" sz="4800" b="1" dirty="0">
              <a:latin typeface="+mj-lt"/>
              <a:ea typeface="Bebas Neue" charset="0"/>
              <a:cs typeface="Bebas Neue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24104" y="3936591"/>
            <a:ext cx="2051726" cy="24622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1000" dirty="0" smtClean="0">
                <a:latin typeface="+mj-lt"/>
                <a:ea typeface="Roboto Medium" charset="0"/>
                <a:cs typeface="Roboto Medium" charset="0"/>
              </a:rPr>
              <a:t>PIE CHART 02</a:t>
            </a:r>
            <a:endParaRPr lang="en-US" sz="1000" dirty="0">
              <a:latin typeface="+mj-lt"/>
              <a:ea typeface="Roboto Medium" charset="0"/>
              <a:cs typeface="Roboto Medium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24103" y="4182812"/>
            <a:ext cx="2333987" cy="492443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chemeClr val="tx1">
                    <a:alpha val="70000"/>
                  </a:schemeClr>
                </a:solidFill>
                <a:ea typeface="Roboto Light" charset="0"/>
                <a:cs typeface="Roboto Light" charset="0"/>
              </a:rPr>
              <a:t>Finance and Accounting Australia Post 219-241 </a:t>
            </a:r>
            <a:r>
              <a:rPr lang="en-US" sz="1000" dirty="0" smtClean="0">
                <a:solidFill>
                  <a:schemeClr val="tx1">
                    <a:alpha val="70000"/>
                  </a:schemeClr>
                </a:solidFill>
                <a:ea typeface="Roboto Light" charset="0"/>
                <a:cs typeface="Roboto Light" charset="0"/>
              </a:rPr>
              <a:t>Cleveland.</a:t>
            </a:r>
            <a:endParaRPr lang="en-US" sz="1000" dirty="0">
              <a:solidFill>
                <a:schemeClr val="tx1">
                  <a:alpha val="60000"/>
                </a:schemeClr>
              </a:solidFill>
              <a:ea typeface="Roboto Light" charset="0"/>
              <a:cs typeface="Roboto Light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24104" y="4981954"/>
            <a:ext cx="2051726" cy="24622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1000" dirty="0" smtClean="0">
                <a:latin typeface="+mj-lt"/>
                <a:ea typeface="Roboto Medium" charset="0"/>
                <a:cs typeface="Roboto Medium" charset="0"/>
              </a:rPr>
              <a:t>PIE CHART 03</a:t>
            </a:r>
            <a:endParaRPr lang="en-US" sz="1000" dirty="0">
              <a:latin typeface="+mj-lt"/>
              <a:ea typeface="Roboto Medium" charset="0"/>
              <a:cs typeface="Roboto Medium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24103" y="5228175"/>
            <a:ext cx="2333987" cy="492443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chemeClr val="tx1">
                    <a:alpha val="70000"/>
                  </a:schemeClr>
                </a:solidFill>
                <a:ea typeface="Roboto Light" charset="0"/>
                <a:cs typeface="Roboto Light" charset="0"/>
              </a:rPr>
              <a:t>Finance and Accounting Australia Post 219-241 </a:t>
            </a:r>
            <a:r>
              <a:rPr lang="en-US" sz="1000" dirty="0" smtClean="0">
                <a:solidFill>
                  <a:schemeClr val="tx1">
                    <a:alpha val="70000"/>
                  </a:schemeClr>
                </a:solidFill>
                <a:ea typeface="Roboto Light" charset="0"/>
                <a:cs typeface="Roboto Light" charset="0"/>
              </a:rPr>
              <a:t>Cleveland.</a:t>
            </a:r>
            <a:endParaRPr lang="en-US" sz="1000" dirty="0">
              <a:solidFill>
                <a:schemeClr val="tx1">
                  <a:alpha val="60000"/>
                </a:schemeClr>
              </a:solidFill>
              <a:ea typeface="Roboto Light" charset="0"/>
              <a:cs typeface="Roboto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791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3353" y="-677528"/>
            <a:ext cx="2179780" cy="425827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9323" y="1094122"/>
            <a:ext cx="2179780" cy="425827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2977" y="-392322"/>
            <a:ext cx="2179780" cy="425827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971801" y="3989197"/>
            <a:ext cx="2051726" cy="24622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1000" dirty="0" smtClean="0">
                <a:latin typeface="+mj-lt"/>
                <a:ea typeface="Roboto Medium" charset="0"/>
                <a:cs typeface="Roboto Medium" charset="0"/>
              </a:rPr>
              <a:t>OPTION 01</a:t>
            </a:r>
            <a:endParaRPr lang="en-US" sz="1000" dirty="0">
              <a:latin typeface="+mj-lt"/>
              <a:ea typeface="Roboto Medium" charset="0"/>
              <a:cs typeface="Roboto Medium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971800" y="4235418"/>
            <a:ext cx="2219175" cy="492443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chemeClr val="tx1">
                    <a:alpha val="70000"/>
                  </a:schemeClr>
                </a:solidFill>
                <a:ea typeface="Roboto Light" charset="0"/>
                <a:cs typeface="Roboto Light" charset="0"/>
              </a:rPr>
              <a:t>Finance and Accounting Australia Post 219-241 </a:t>
            </a:r>
            <a:r>
              <a:rPr lang="en-US" sz="1000" dirty="0" smtClean="0">
                <a:solidFill>
                  <a:schemeClr val="tx1">
                    <a:alpha val="70000"/>
                  </a:schemeClr>
                </a:solidFill>
                <a:ea typeface="Roboto Light" charset="0"/>
                <a:cs typeface="Roboto Light" charset="0"/>
              </a:rPr>
              <a:t>Cleveland.</a:t>
            </a:r>
            <a:endParaRPr lang="en-US" sz="1000" dirty="0">
              <a:solidFill>
                <a:schemeClr val="tx1">
                  <a:alpha val="60000"/>
                </a:schemeClr>
              </a:solidFill>
              <a:ea typeface="Roboto Light" charset="0"/>
              <a:cs typeface="Roboto Light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971801" y="5031136"/>
            <a:ext cx="2051726" cy="24622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1000" dirty="0" smtClean="0">
                <a:latin typeface="+mj-lt"/>
                <a:ea typeface="Roboto Medium" charset="0"/>
                <a:cs typeface="Roboto Medium" charset="0"/>
              </a:rPr>
              <a:t>OPTION 02</a:t>
            </a:r>
            <a:endParaRPr lang="en-US" sz="1000" dirty="0">
              <a:latin typeface="+mj-lt"/>
              <a:ea typeface="Roboto Medium" charset="0"/>
              <a:cs typeface="Roboto Medium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971800" y="5277357"/>
            <a:ext cx="2219175" cy="492443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chemeClr val="tx1">
                    <a:alpha val="70000"/>
                  </a:schemeClr>
                </a:solidFill>
                <a:ea typeface="Roboto Light" charset="0"/>
                <a:cs typeface="Roboto Light" charset="0"/>
              </a:rPr>
              <a:t>Finance and Accounting Australia Post 219-241 </a:t>
            </a:r>
            <a:r>
              <a:rPr lang="en-US" sz="1000" dirty="0" smtClean="0">
                <a:solidFill>
                  <a:schemeClr val="tx1">
                    <a:alpha val="70000"/>
                  </a:schemeClr>
                </a:solidFill>
                <a:ea typeface="Roboto Light" charset="0"/>
                <a:cs typeface="Roboto Light" charset="0"/>
              </a:rPr>
              <a:t>Cleveland.</a:t>
            </a:r>
            <a:endParaRPr lang="en-US" sz="1000" dirty="0">
              <a:solidFill>
                <a:schemeClr val="tx1">
                  <a:alpha val="60000"/>
                </a:schemeClr>
              </a:solidFill>
              <a:ea typeface="Roboto Light" charset="0"/>
              <a:cs typeface="Roboto Light" charset="0"/>
            </a:endParaRPr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1822863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"/>
          <p:cNvSpPr>
            <a:spLocks/>
          </p:cNvSpPr>
          <p:nvPr/>
        </p:nvSpPr>
        <p:spPr bwMode="auto">
          <a:xfrm>
            <a:off x="3245720" y="1835883"/>
            <a:ext cx="2012547" cy="1002356"/>
          </a:xfrm>
          <a:custGeom>
            <a:avLst/>
            <a:gdLst/>
            <a:ahLst/>
            <a:cxnLst>
              <a:cxn ang="0">
                <a:pos x="718" y="90"/>
              </a:cxn>
              <a:cxn ang="0">
                <a:pos x="1531" y="333"/>
              </a:cxn>
              <a:cxn ang="0">
                <a:pos x="1529" y="421"/>
              </a:cxn>
              <a:cxn ang="0">
                <a:pos x="1228" y="762"/>
              </a:cxn>
              <a:cxn ang="0">
                <a:pos x="941" y="750"/>
              </a:cxn>
              <a:cxn ang="0">
                <a:pos x="715" y="532"/>
              </a:cxn>
              <a:cxn ang="0">
                <a:pos x="439" y="533"/>
              </a:cxn>
              <a:cxn ang="0">
                <a:pos x="0" y="164"/>
              </a:cxn>
              <a:cxn ang="0">
                <a:pos x="166" y="66"/>
              </a:cxn>
              <a:cxn ang="0">
                <a:pos x="660" y="66"/>
              </a:cxn>
              <a:cxn ang="0">
                <a:pos x="715" y="89"/>
              </a:cxn>
              <a:cxn ang="0">
                <a:pos x="718" y="90"/>
              </a:cxn>
            </a:cxnLst>
            <a:rect l="0" t="0" r="r" b="b"/>
            <a:pathLst>
              <a:path w="1531" h="762">
                <a:moveTo>
                  <a:pt x="718" y="90"/>
                </a:moveTo>
                <a:cubicBezTo>
                  <a:pt x="1081" y="5"/>
                  <a:pt x="1352" y="86"/>
                  <a:pt x="1531" y="333"/>
                </a:cubicBezTo>
                <a:cubicBezTo>
                  <a:pt x="1531" y="383"/>
                  <a:pt x="1530" y="412"/>
                  <a:pt x="1529" y="421"/>
                </a:cubicBezTo>
                <a:cubicBezTo>
                  <a:pt x="1506" y="570"/>
                  <a:pt x="1406" y="684"/>
                  <a:pt x="1228" y="762"/>
                </a:cubicBezTo>
                <a:cubicBezTo>
                  <a:pt x="1130" y="733"/>
                  <a:pt x="1035" y="729"/>
                  <a:pt x="941" y="750"/>
                </a:cubicBezTo>
                <a:cubicBezTo>
                  <a:pt x="905" y="633"/>
                  <a:pt x="830" y="560"/>
                  <a:pt x="715" y="532"/>
                </a:cubicBezTo>
                <a:cubicBezTo>
                  <a:pt x="640" y="513"/>
                  <a:pt x="548" y="514"/>
                  <a:pt x="439" y="533"/>
                </a:cubicBezTo>
                <a:cubicBezTo>
                  <a:pt x="368" y="379"/>
                  <a:pt x="222" y="256"/>
                  <a:pt x="0" y="164"/>
                </a:cubicBezTo>
                <a:cubicBezTo>
                  <a:pt x="54" y="123"/>
                  <a:pt x="110" y="90"/>
                  <a:pt x="166" y="66"/>
                </a:cubicBezTo>
                <a:cubicBezTo>
                  <a:pt x="321" y="0"/>
                  <a:pt x="485" y="0"/>
                  <a:pt x="660" y="66"/>
                </a:cubicBezTo>
                <a:cubicBezTo>
                  <a:pt x="678" y="73"/>
                  <a:pt x="697" y="80"/>
                  <a:pt x="715" y="89"/>
                </a:cubicBezTo>
                <a:cubicBezTo>
                  <a:pt x="716" y="89"/>
                  <a:pt x="717" y="89"/>
                  <a:pt x="718" y="90"/>
                </a:cubicBezTo>
                <a:close/>
              </a:path>
            </a:pathLst>
          </a:cu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+mj-lt"/>
            </a:endParaRPr>
          </a:p>
        </p:txBody>
      </p:sp>
      <p:sp>
        <p:nvSpPr>
          <p:cNvPr id="3" name="Freeform 7"/>
          <p:cNvSpPr>
            <a:spLocks/>
          </p:cNvSpPr>
          <p:nvPr/>
        </p:nvSpPr>
        <p:spPr bwMode="auto">
          <a:xfrm>
            <a:off x="2110237" y="2151700"/>
            <a:ext cx="2270965" cy="1337129"/>
          </a:xfrm>
          <a:custGeom>
            <a:avLst/>
            <a:gdLst/>
            <a:ahLst/>
            <a:cxnLst>
              <a:cxn ang="0">
                <a:pos x="1690" y="555"/>
              </a:cxn>
              <a:cxn ang="0">
                <a:pos x="1690" y="825"/>
              </a:cxn>
              <a:cxn ang="0">
                <a:pos x="1627" y="894"/>
              </a:cxn>
              <a:cxn ang="0">
                <a:pos x="1593" y="918"/>
              </a:cxn>
              <a:cxn ang="0">
                <a:pos x="1400" y="981"/>
              </a:cxn>
              <a:cxn ang="0">
                <a:pos x="1252" y="974"/>
              </a:cxn>
              <a:cxn ang="0">
                <a:pos x="1245" y="973"/>
              </a:cxn>
              <a:cxn ang="0">
                <a:pos x="968" y="1016"/>
              </a:cxn>
              <a:cxn ang="0">
                <a:pos x="769" y="874"/>
              </a:cxn>
              <a:cxn ang="0">
                <a:pos x="0" y="784"/>
              </a:cxn>
              <a:cxn ang="0">
                <a:pos x="223" y="471"/>
              </a:cxn>
              <a:cxn ang="0">
                <a:pos x="684" y="6"/>
              </a:cxn>
              <a:cxn ang="0">
                <a:pos x="667" y="0"/>
              </a:cxn>
              <a:cxn ang="0">
                <a:pos x="684" y="6"/>
              </a:cxn>
              <a:cxn ang="0">
                <a:pos x="684" y="6"/>
              </a:cxn>
              <a:cxn ang="0">
                <a:pos x="1218" y="409"/>
              </a:cxn>
              <a:cxn ang="0">
                <a:pos x="1247" y="443"/>
              </a:cxn>
              <a:cxn ang="0">
                <a:pos x="1291" y="449"/>
              </a:cxn>
              <a:cxn ang="0">
                <a:pos x="1593" y="457"/>
              </a:cxn>
              <a:cxn ang="0">
                <a:pos x="1690" y="555"/>
              </a:cxn>
            </a:cxnLst>
            <a:rect l="0" t="0" r="r" b="b"/>
            <a:pathLst>
              <a:path w="1727" h="1016">
                <a:moveTo>
                  <a:pt x="1690" y="555"/>
                </a:moveTo>
                <a:cubicBezTo>
                  <a:pt x="1727" y="647"/>
                  <a:pt x="1727" y="737"/>
                  <a:pt x="1690" y="825"/>
                </a:cubicBezTo>
                <a:cubicBezTo>
                  <a:pt x="1674" y="850"/>
                  <a:pt x="1653" y="873"/>
                  <a:pt x="1627" y="894"/>
                </a:cubicBezTo>
                <a:cubicBezTo>
                  <a:pt x="1616" y="903"/>
                  <a:pt x="1605" y="911"/>
                  <a:pt x="1593" y="918"/>
                </a:cubicBezTo>
                <a:cubicBezTo>
                  <a:pt x="1537" y="954"/>
                  <a:pt x="1473" y="975"/>
                  <a:pt x="1400" y="981"/>
                </a:cubicBezTo>
                <a:cubicBezTo>
                  <a:pt x="1354" y="985"/>
                  <a:pt x="1305" y="982"/>
                  <a:pt x="1252" y="974"/>
                </a:cubicBezTo>
                <a:cubicBezTo>
                  <a:pt x="1249" y="974"/>
                  <a:pt x="1247" y="974"/>
                  <a:pt x="1245" y="973"/>
                </a:cubicBezTo>
                <a:cubicBezTo>
                  <a:pt x="1145" y="970"/>
                  <a:pt x="1053" y="984"/>
                  <a:pt x="968" y="1016"/>
                </a:cubicBezTo>
                <a:cubicBezTo>
                  <a:pt x="901" y="960"/>
                  <a:pt x="835" y="913"/>
                  <a:pt x="769" y="874"/>
                </a:cubicBezTo>
                <a:cubicBezTo>
                  <a:pt x="507" y="717"/>
                  <a:pt x="250" y="687"/>
                  <a:pt x="0" y="784"/>
                </a:cubicBezTo>
                <a:cubicBezTo>
                  <a:pt x="35" y="673"/>
                  <a:pt x="109" y="569"/>
                  <a:pt x="223" y="471"/>
                </a:cubicBezTo>
                <a:cubicBezTo>
                  <a:pt x="293" y="238"/>
                  <a:pt x="446" y="83"/>
                  <a:pt x="684" y="6"/>
                </a:cubicBezTo>
                <a:cubicBezTo>
                  <a:pt x="679" y="4"/>
                  <a:pt x="673" y="2"/>
                  <a:pt x="667" y="0"/>
                </a:cubicBezTo>
                <a:cubicBezTo>
                  <a:pt x="673" y="2"/>
                  <a:pt x="678" y="4"/>
                  <a:pt x="684" y="6"/>
                </a:cubicBezTo>
                <a:cubicBezTo>
                  <a:pt x="684" y="6"/>
                  <a:pt x="684" y="6"/>
                  <a:pt x="684" y="6"/>
                </a:cubicBezTo>
                <a:cubicBezTo>
                  <a:pt x="983" y="121"/>
                  <a:pt x="1161" y="255"/>
                  <a:pt x="1218" y="409"/>
                </a:cubicBezTo>
                <a:cubicBezTo>
                  <a:pt x="1223" y="424"/>
                  <a:pt x="1233" y="435"/>
                  <a:pt x="1247" y="443"/>
                </a:cubicBezTo>
                <a:cubicBezTo>
                  <a:pt x="1261" y="450"/>
                  <a:pt x="1276" y="453"/>
                  <a:pt x="1291" y="449"/>
                </a:cubicBezTo>
                <a:cubicBezTo>
                  <a:pt x="1422" y="420"/>
                  <a:pt x="1522" y="423"/>
                  <a:pt x="1593" y="457"/>
                </a:cubicBezTo>
                <a:cubicBezTo>
                  <a:pt x="1636" y="478"/>
                  <a:pt x="1668" y="511"/>
                  <a:pt x="1690" y="555"/>
                </a:cubicBezTo>
                <a:close/>
              </a:path>
            </a:pathLst>
          </a:cu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+mj-lt"/>
            </a:endParaRPr>
          </a:p>
        </p:txBody>
      </p:sp>
      <p:sp>
        <p:nvSpPr>
          <p:cNvPr id="4" name="Freeform 8"/>
          <p:cNvSpPr>
            <a:spLocks/>
          </p:cNvSpPr>
          <p:nvPr/>
        </p:nvSpPr>
        <p:spPr bwMode="auto">
          <a:xfrm>
            <a:off x="5040957" y="2454523"/>
            <a:ext cx="929923" cy="1184427"/>
          </a:xfrm>
          <a:custGeom>
            <a:avLst/>
            <a:gdLst/>
            <a:ahLst/>
            <a:cxnLst>
              <a:cxn ang="0">
                <a:pos x="284" y="0"/>
              </a:cxn>
              <a:cxn ang="0">
                <a:pos x="593" y="900"/>
              </a:cxn>
              <a:cxn ang="0">
                <a:pos x="292" y="797"/>
              </a:cxn>
              <a:cxn ang="0">
                <a:pos x="0" y="364"/>
              </a:cxn>
              <a:cxn ang="0">
                <a:pos x="284" y="0"/>
              </a:cxn>
            </a:cxnLst>
            <a:rect l="0" t="0" r="r" b="b"/>
            <a:pathLst>
              <a:path w="707" h="900">
                <a:moveTo>
                  <a:pt x="284" y="0"/>
                </a:moveTo>
                <a:cubicBezTo>
                  <a:pt x="604" y="216"/>
                  <a:pt x="707" y="517"/>
                  <a:pt x="593" y="900"/>
                </a:cubicBezTo>
                <a:cubicBezTo>
                  <a:pt x="496" y="834"/>
                  <a:pt x="396" y="800"/>
                  <a:pt x="292" y="797"/>
                </a:cubicBezTo>
                <a:cubicBezTo>
                  <a:pt x="279" y="629"/>
                  <a:pt x="181" y="485"/>
                  <a:pt x="0" y="364"/>
                </a:cubicBezTo>
                <a:cubicBezTo>
                  <a:pt x="161" y="274"/>
                  <a:pt x="255" y="153"/>
                  <a:pt x="284" y="0"/>
                </a:cubicBez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+mj-lt"/>
            </a:endParaRPr>
          </a:p>
        </p:txBody>
      </p:sp>
      <p:sp>
        <p:nvSpPr>
          <p:cNvPr id="5" name="Freeform 9"/>
          <p:cNvSpPr>
            <a:spLocks/>
          </p:cNvSpPr>
          <p:nvPr/>
        </p:nvSpPr>
        <p:spPr bwMode="auto">
          <a:xfrm>
            <a:off x="3143917" y="2961577"/>
            <a:ext cx="2648808" cy="2077151"/>
          </a:xfrm>
          <a:custGeom>
            <a:avLst/>
            <a:gdLst/>
            <a:ahLst/>
            <a:cxnLst>
              <a:cxn ang="0">
                <a:pos x="1678" y="541"/>
              </a:cxn>
              <a:cxn ang="0">
                <a:pos x="2005" y="648"/>
              </a:cxn>
              <a:cxn ang="0">
                <a:pos x="2006" y="648"/>
              </a:cxn>
              <a:cxn ang="0">
                <a:pos x="2009" y="651"/>
              </a:cxn>
              <a:cxn ang="0">
                <a:pos x="1428" y="1227"/>
              </a:cxn>
              <a:cxn ang="0">
                <a:pos x="1520" y="1543"/>
              </a:cxn>
              <a:cxn ang="0">
                <a:pos x="1520" y="1578"/>
              </a:cxn>
              <a:cxn ang="0">
                <a:pos x="963" y="1056"/>
              </a:cxn>
              <a:cxn ang="0">
                <a:pos x="634" y="1030"/>
              </a:cxn>
              <a:cxn ang="0">
                <a:pos x="599" y="1055"/>
              </a:cxn>
              <a:cxn ang="0">
                <a:pos x="0" y="898"/>
              </a:cxn>
              <a:cxn ang="0">
                <a:pos x="2" y="877"/>
              </a:cxn>
              <a:cxn ang="0">
                <a:pos x="5" y="834"/>
              </a:cxn>
              <a:cxn ang="0">
                <a:pos x="108" y="548"/>
              </a:cxn>
              <a:cxn ang="0">
                <a:pos x="179" y="510"/>
              </a:cxn>
              <a:cxn ang="0">
                <a:pos x="181" y="509"/>
              </a:cxn>
              <a:cxn ang="0">
                <a:pos x="181" y="509"/>
              </a:cxn>
              <a:cxn ang="0">
                <a:pos x="183" y="508"/>
              </a:cxn>
              <a:cxn ang="0">
                <a:pos x="435" y="462"/>
              </a:cxn>
              <a:cxn ang="0">
                <a:pos x="599" y="471"/>
              </a:cxn>
              <a:cxn ang="0">
                <a:pos x="792" y="425"/>
              </a:cxn>
              <a:cxn ang="0">
                <a:pos x="906" y="355"/>
              </a:cxn>
              <a:cxn ang="0">
                <a:pos x="1047" y="17"/>
              </a:cxn>
              <a:cxn ang="0">
                <a:pos x="1283" y="32"/>
              </a:cxn>
              <a:cxn ang="0">
                <a:pos x="1609" y="475"/>
              </a:cxn>
              <a:cxn ang="0">
                <a:pos x="1617" y="510"/>
              </a:cxn>
              <a:cxn ang="0">
                <a:pos x="1643" y="534"/>
              </a:cxn>
              <a:cxn ang="0">
                <a:pos x="1678" y="541"/>
              </a:cxn>
            </a:cxnLst>
            <a:rect l="0" t="0" r="r" b="b"/>
            <a:pathLst>
              <a:path w="2013" h="1578">
                <a:moveTo>
                  <a:pt x="1678" y="541"/>
                </a:moveTo>
                <a:cubicBezTo>
                  <a:pt x="1772" y="532"/>
                  <a:pt x="1881" y="568"/>
                  <a:pt x="2005" y="648"/>
                </a:cubicBezTo>
                <a:cubicBezTo>
                  <a:pt x="2000" y="645"/>
                  <a:pt x="2000" y="645"/>
                  <a:pt x="2006" y="648"/>
                </a:cubicBezTo>
                <a:cubicBezTo>
                  <a:pt x="2012" y="651"/>
                  <a:pt x="2013" y="652"/>
                  <a:pt x="2009" y="651"/>
                </a:cubicBezTo>
                <a:cubicBezTo>
                  <a:pt x="1987" y="975"/>
                  <a:pt x="1793" y="1167"/>
                  <a:pt x="1428" y="1227"/>
                </a:cubicBezTo>
                <a:cubicBezTo>
                  <a:pt x="1389" y="1326"/>
                  <a:pt x="1420" y="1432"/>
                  <a:pt x="1520" y="1543"/>
                </a:cubicBezTo>
                <a:cubicBezTo>
                  <a:pt x="1520" y="1578"/>
                  <a:pt x="1520" y="1578"/>
                  <a:pt x="1520" y="1578"/>
                </a:cubicBezTo>
                <a:cubicBezTo>
                  <a:pt x="1203" y="1534"/>
                  <a:pt x="1017" y="1360"/>
                  <a:pt x="963" y="1056"/>
                </a:cubicBezTo>
                <a:cubicBezTo>
                  <a:pt x="844" y="1099"/>
                  <a:pt x="734" y="1090"/>
                  <a:pt x="634" y="1030"/>
                </a:cubicBezTo>
                <a:cubicBezTo>
                  <a:pt x="623" y="1039"/>
                  <a:pt x="611" y="1047"/>
                  <a:pt x="599" y="1055"/>
                </a:cubicBezTo>
                <a:cubicBezTo>
                  <a:pt x="415" y="1175"/>
                  <a:pt x="215" y="1123"/>
                  <a:pt x="0" y="898"/>
                </a:cubicBezTo>
                <a:cubicBezTo>
                  <a:pt x="1" y="890"/>
                  <a:pt x="1" y="883"/>
                  <a:pt x="2" y="877"/>
                </a:cubicBezTo>
                <a:cubicBezTo>
                  <a:pt x="4" y="850"/>
                  <a:pt x="5" y="835"/>
                  <a:pt x="5" y="834"/>
                </a:cubicBezTo>
                <a:cubicBezTo>
                  <a:pt x="8" y="704"/>
                  <a:pt x="42" y="608"/>
                  <a:pt x="108" y="548"/>
                </a:cubicBezTo>
                <a:cubicBezTo>
                  <a:pt x="131" y="533"/>
                  <a:pt x="155" y="520"/>
                  <a:pt x="179" y="510"/>
                </a:cubicBezTo>
                <a:cubicBezTo>
                  <a:pt x="181" y="509"/>
                  <a:pt x="181" y="509"/>
                  <a:pt x="181" y="509"/>
                </a:cubicBezTo>
                <a:cubicBezTo>
                  <a:pt x="181" y="509"/>
                  <a:pt x="181" y="509"/>
                  <a:pt x="181" y="509"/>
                </a:cubicBezTo>
                <a:cubicBezTo>
                  <a:pt x="183" y="508"/>
                  <a:pt x="183" y="508"/>
                  <a:pt x="183" y="508"/>
                </a:cubicBezTo>
                <a:cubicBezTo>
                  <a:pt x="259" y="474"/>
                  <a:pt x="343" y="459"/>
                  <a:pt x="435" y="462"/>
                </a:cubicBezTo>
                <a:cubicBezTo>
                  <a:pt x="493" y="471"/>
                  <a:pt x="548" y="474"/>
                  <a:pt x="599" y="471"/>
                </a:cubicBezTo>
                <a:cubicBezTo>
                  <a:pt x="670" y="467"/>
                  <a:pt x="734" y="452"/>
                  <a:pt x="792" y="425"/>
                </a:cubicBezTo>
                <a:cubicBezTo>
                  <a:pt x="833" y="407"/>
                  <a:pt x="871" y="384"/>
                  <a:pt x="906" y="355"/>
                </a:cubicBezTo>
                <a:cubicBezTo>
                  <a:pt x="1020" y="262"/>
                  <a:pt x="1067" y="149"/>
                  <a:pt x="1047" y="17"/>
                </a:cubicBezTo>
                <a:cubicBezTo>
                  <a:pt x="1124" y="0"/>
                  <a:pt x="1203" y="5"/>
                  <a:pt x="1283" y="32"/>
                </a:cubicBezTo>
                <a:cubicBezTo>
                  <a:pt x="1503" y="150"/>
                  <a:pt x="1611" y="298"/>
                  <a:pt x="1609" y="475"/>
                </a:cubicBezTo>
                <a:cubicBezTo>
                  <a:pt x="1608" y="488"/>
                  <a:pt x="1611" y="499"/>
                  <a:pt x="1617" y="510"/>
                </a:cubicBezTo>
                <a:cubicBezTo>
                  <a:pt x="1624" y="520"/>
                  <a:pt x="1632" y="528"/>
                  <a:pt x="1643" y="534"/>
                </a:cubicBezTo>
                <a:cubicBezTo>
                  <a:pt x="1654" y="540"/>
                  <a:pt x="1666" y="542"/>
                  <a:pt x="1678" y="541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+mj-lt"/>
            </a:endParaRPr>
          </a:p>
        </p:txBody>
      </p:sp>
      <p:sp>
        <p:nvSpPr>
          <p:cNvPr id="6" name="Freeform 10"/>
          <p:cNvSpPr>
            <a:spLocks/>
          </p:cNvSpPr>
          <p:nvPr/>
        </p:nvSpPr>
        <p:spPr bwMode="auto">
          <a:xfrm>
            <a:off x="2057379" y="3233703"/>
            <a:ext cx="1141357" cy="835951"/>
          </a:xfrm>
          <a:custGeom>
            <a:avLst/>
            <a:gdLst/>
            <a:ahLst/>
            <a:cxnLst>
              <a:cxn ang="0">
                <a:pos x="861" y="238"/>
              </a:cxn>
              <a:cxn ang="0">
                <a:pos x="855" y="242"/>
              </a:cxn>
              <a:cxn ang="0">
                <a:pos x="703" y="625"/>
              </a:cxn>
              <a:cxn ang="0">
                <a:pos x="703" y="631"/>
              </a:cxn>
              <a:cxn ang="0">
                <a:pos x="424" y="604"/>
              </a:cxn>
              <a:cxn ang="0">
                <a:pos x="21" y="245"/>
              </a:cxn>
              <a:cxn ang="0">
                <a:pos x="0" y="89"/>
              </a:cxn>
              <a:cxn ang="0">
                <a:pos x="32" y="74"/>
              </a:cxn>
              <a:cxn ang="0">
                <a:pos x="453" y="30"/>
              </a:cxn>
              <a:cxn ang="0">
                <a:pos x="867" y="234"/>
              </a:cxn>
              <a:cxn ang="0">
                <a:pos x="861" y="238"/>
              </a:cxn>
            </a:cxnLst>
            <a:rect l="0" t="0" r="r" b="b"/>
            <a:pathLst>
              <a:path w="867" h="635">
                <a:moveTo>
                  <a:pt x="861" y="238"/>
                </a:moveTo>
                <a:cubicBezTo>
                  <a:pt x="859" y="239"/>
                  <a:pt x="857" y="241"/>
                  <a:pt x="855" y="242"/>
                </a:cubicBezTo>
                <a:cubicBezTo>
                  <a:pt x="758" y="321"/>
                  <a:pt x="707" y="448"/>
                  <a:pt x="703" y="625"/>
                </a:cubicBezTo>
                <a:cubicBezTo>
                  <a:pt x="703" y="627"/>
                  <a:pt x="703" y="629"/>
                  <a:pt x="703" y="631"/>
                </a:cubicBezTo>
                <a:cubicBezTo>
                  <a:pt x="600" y="635"/>
                  <a:pt x="507" y="626"/>
                  <a:pt x="424" y="604"/>
                </a:cubicBezTo>
                <a:cubicBezTo>
                  <a:pt x="234" y="554"/>
                  <a:pt x="100" y="434"/>
                  <a:pt x="21" y="245"/>
                </a:cubicBezTo>
                <a:cubicBezTo>
                  <a:pt x="7" y="192"/>
                  <a:pt x="0" y="139"/>
                  <a:pt x="0" y="89"/>
                </a:cubicBezTo>
                <a:cubicBezTo>
                  <a:pt x="17" y="81"/>
                  <a:pt x="28" y="76"/>
                  <a:pt x="32" y="74"/>
                </a:cubicBezTo>
                <a:cubicBezTo>
                  <a:pt x="170" y="15"/>
                  <a:pt x="310" y="0"/>
                  <a:pt x="453" y="30"/>
                </a:cubicBezTo>
                <a:cubicBezTo>
                  <a:pt x="589" y="58"/>
                  <a:pt x="727" y="126"/>
                  <a:pt x="867" y="234"/>
                </a:cubicBezTo>
                <a:cubicBezTo>
                  <a:pt x="865" y="235"/>
                  <a:pt x="863" y="237"/>
                  <a:pt x="861" y="238"/>
                </a:cubicBezTo>
                <a:close/>
              </a:path>
            </a:pathLst>
          </a:custGeom>
          <a:solidFill>
            <a:schemeClr val="accent5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+mj-lt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7127302" y="810901"/>
            <a:ext cx="3076064" cy="823329"/>
            <a:chOff x="981856" y="3534620"/>
            <a:chExt cx="3076064" cy="823329"/>
          </a:xfrm>
        </p:grpSpPr>
        <p:sp>
          <p:nvSpPr>
            <p:cNvPr id="8" name="TextBox 7"/>
            <p:cNvSpPr txBox="1"/>
            <p:nvPr/>
          </p:nvSpPr>
          <p:spPr>
            <a:xfrm>
              <a:off x="1692324" y="3896284"/>
              <a:ext cx="2365596" cy="46166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000" dirty="0" err="1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Lorem</a:t>
              </a:r>
              <a:r>
                <a:rPr lang="en-US" sz="1000" dirty="0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 </a:t>
              </a:r>
              <a:r>
                <a:rPr lang="en-US" sz="1000" dirty="0" err="1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Ipsum</a:t>
              </a:r>
              <a:r>
                <a:rPr lang="en-US" sz="1000" dirty="0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 is simply dummy text of the </a:t>
              </a:r>
              <a:r>
                <a:rPr lang="en-US" sz="1000" dirty="0" smtClean="0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printing.</a:t>
              </a:r>
              <a:endParaRPr lang="en-US" sz="1000" dirty="0">
                <a:solidFill>
                  <a:schemeClr val="tx1">
                    <a:alpha val="70000"/>
                  </a:schemeClr>
                </a:solidFill>
                <a:ea typeface="Roboto Light" charset="0"/>
                <a:cs typeface="Roboto Light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697206" y="3534620"/>
              <a:ext cx="1363515" cy="27546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1400" b="1" dirty="0" smtClean="0">
                  <a:latin typeface="+mj-lt"/>
                  <a:ea typeface="Roboto" charset="0"/>
                  <a:cs typeface="Roboto" charset="0"/>
                </a:rPr>
                <a:t>01. First Brain</a:t>
              </a:r>
              <a:endParaRPr lang="en-US" sz="1400" b="1" dirty="0">
                <a:latin typeface="+mj-lt"/>
                <a:ea typeface="Roboto" charset="0"/>
                <a:cs typeface="Roboto" charset="0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1692324" y="3871802"/>
              <a:ext cx="34399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/>
            <p:cNvSpPr/>
            <p:nvPr/>
          </p:nvSpPr>
          <p:spPr>
            <a:xfrm>
              <a:off x="981856" y="3570110"/>
              <a:ext cx="549362" cy="54936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7432" tIns="45720" rIns="0" bIns="0" rtlCol="0" anchor="ctr"/>
            <a:lstStyle/>
            <a:p>
              <a:pPr algn="ctr"/>
              <a:r>
                <a:rPr lang="en-US" sz="2000" spc="300" dirty="0" smtClean="0">
                  <a:latin typeface="+mj-lt"/>
                  <a:ea typeface="linea-basic-10" charset="0"/>
                  <a:cs typeface="linea-basic-10" charset="0"/>
                </a:rPr>
                <a:t>01</a:t>
              </a:r>
              <a:endParaRPr lang="en-US" sz="2000" spc="300" dirty="0">
                <a:latin typeface="+mj-lt"/>
                <a:ea typeface="linea-basic-10" charset="0"/>
                <a:cs typeface="linea-basic-10" charset="0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7127302" y="1932352"/>
            <a:ext cx="3076064" cy="823329"/>
            <a:chOff x="981856" y="3534620"/>
            <a:chExt cx="3076064" cy="823329"/>
          </a:xfrm>
        </p:grpSpPr>
        <p:sp>
          <p:nvSpPr>
            <p:cNvPr id="13" name="TextBox 12"/>
            <p:cNvSpPr txBox="1"/>
            <p:nvPr/>
          </p:nvSpPr>
          <p:spPr>
            <a:xfrm>
              <a:off x="1692324" y="3896284"/>
              <a:ext cx="2365596" cy="46166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000" dirty="0" err="1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Lorem</a:t>
              </a:r>
              <a:r>
                <a:rPr lang="en-US" sz="1000" dirty="0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 </a:t>
              </a:r>
              <a:r>
                <a:rPr lang="en-US" sz="1000" dirty="0" err="1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Ipsum</a:t>
              </a:r>
              <a:r>
                <a:rPr lang="en-US" sz="1000" dirty="0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 is simply dummy text of the </a:t>
              </a:r>
              <a:r>
                <a:rPr lang="en-US" sz="1000" dirty="0" smtClean="0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printing.</a:t>
              </a:r>
              <a:endParaRPr lang="en-US" sz="1000" dirty="0">
                <a:solidFill>
                  <a:schemeClr val="tx1">
                    <a:alpha val="70000"/>
                  </a:schemeClr>
                </a:solidFill>
                <a:ea typeface="Roboto Light" charset="0"/>
                <a:cs typeface="Roboto Light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697206" y="3534620"/>
              <a:ext cx="1626407" cy="27546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1400" b="1" dirty="0" smtClean="0">
                  <a:latin typeface="+mj-lt"/>
                  <a:ea typeface="Roboto" charset="0"/>
                  <a:cs typeface="Roboto" charset="0"/>
                </a:rPr>
                <a:t>02. Second </a:t>
              </a:r>
              <a:r>
                <a:rPr lang="en-US" sz="1400" b="1" dirty="0">
                  <a:latin typeface="+mj-lt"/>
                  <a:ea typeface="Roboto" charset="0"/>
                  <a:cs typeface="Roboto" charset="0"/>
                </a:rPr>
                <a:t>Brain</a:t>
              </a:r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1692324" y="3871802"/>
              <a:ext cx="343990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/>
            <p:cNvSpPr/>
            <p:nvPr/>
          </p:nvSpPr>
          <p:spPr>
            <a:xfrm>
              <a:off x="981856" y="3570110"/>
              <a:ext cx="549362" cy="54936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7432" tIns="45720" rIns="0" bIns="0" rtlCol="0" anchor="ctr"/>
            <a:lstStyle/>
            <a:p>
              <a:pPr algn="ctr"/>
              <a:r>
                <a:rPr lang="en-US" sz="2000" spc="300" dirty="0" smtClean="0">
                  <a:latin typeface="+mj-lt"/>
                  <a:ea typeface="linea-basic-10" charset="0"/>
                  <a:cs typeface="linea-basic-10" charset="0"/>
                </a:rPr>
                <a:t>02</a:t>
              </a:r>
              <a:endParaRPr lang="en-US" sz="2000" spc="300" dirty="0">
                <a:latin typeface="+mj-lt"/>
                <a:ea typeface="linea-basic-10" charset="0"/>
                <a:cs typeface="linea-basic-10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7127302" y="3053803"/>
            <a:ext cx="3076064" cy="823329"/>
            <a:chOff x="981856" y="3534620"/>
            <a:chExt cx="3076064" cy="823329"/>
          </a:xfrm>
        </p:grpSpPr>
        <p:sp>
          <p:nvSpPr>
            <p:cNvPr id="18" name="TextBox 17"/>
            <p:cNvSpPr txBox="1"/>
            <p:nvPr/>
          </p:nvSpPr>
          <p:spPr>
            <a:xfrm>
              <a:off x="1692324" y="3896284"/>
              <a:ext cx="2365596" cy="46166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000" dirty="0" err="1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Lorem</a:t>
              </a:r>
              <a:r>
                <a:rPr lang="en-US" sz="1000" dirty="0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 </a:t>
              </a:r>
              <a:r>
                <a:rPr lang="en-US" sz="1000" dirty="0" err="1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Ipsum</a:t>
              </a:r>
              <a:r>
                <a:rPr lang="en-US" sz="1000" dirty="0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 is simply dummy text of the </a:t>
              </a:r>
              <a:r>
                <a:rPr lang="en-US" sz="1000" dirty="0" smtClean="0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printing.</a:t>
              </a:r>
              <a:endParaRPr lang="en-US" sz="1000" dirty="0">
                <a:solidFill>
                  <a:schemeClr val="tx1">
                    <a:alpha val="70000"/>
                  </a:schemeClr>
                </a:solidFill>
                <a:ea typeface="Roboto Light" charset="0"/>
                <a:cs typeface="Roboto Light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697206" y="3534620"/>
              <a:ext cx="1470915" cy="27546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1400" b="1" dirty="0" smtClean="0">
                  <a:latin typeface="+mj-lt"/>
                  <a:ea typeface="Roboto" charset="0"/>
                  <a:cs typeface="Roboto" charset="0"/>
                </a:rPr>
                <a:t>03. Three Brain</a:t>
              </a:r>
              <a:endParaRPr lang="en-US" sz="1400" b="1" dirty="0">
                <a:latin typeface="+mj-lt"/>
                <a:ea typeface="Roboto" charset="0"/>
                <a:cs typeface="Roboto" charset="0"/>
              </a:endParaRPr>
            </a:p>
          </p:txBody>
        </p:sp>
        <p:cxnSp>
          <p:nvCxnSpPr>
            <p:cNvPr id="20" name="Straight Connector 19"/>
            <p:cNvCxnSpPr/>
            <p:nvPr/>
          </p:nvCxnSpPr>
          <p:spPr>
            <a:xfrm>
              <a:off x="1692324" y="3871802"/>
              <a:ext cx="343990" cy="0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/>
            <p:cNvSpPr/>
            <p:nvPr/>
          </p:nvSpPr>
          <p:spPr>
            <a:xfrm>
              <a:off x="981856" y="3570110"/>
              <a:ext cx="549362" cy="54936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7432" tIns="45720" rIns="0" bIns="0" rtlCol="0" anchor="ctr"/>
            <a:lstStyle/>
            <a:p>
              <a:pPr algn="ctr"/>
              <a:r>
                <a:rPr lang="en-US" sz="2000" spc="300" dirty="0" smtClean="0">
                  <a:latin typeface="+mj-lt"/>
                  <a:ea typeface="linea-basic-10" charset="0"/>
                  <a:cs typeface="linea-basic-10" charset="0"/>
                </a:rPr>
                <a:t>03</a:t>
              </a:r>
              <a:endParaRPr lang="en-US" sz="2000" spc="300" dirty="0">
                <a:latin typeface="+mj-lt"/>
                <a:ea typeface="linea-basic-10" charset="0"/>
                <a:cs typeface="linea-basic-10" charset="0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7127302" y="4175254"/>
            <a:ext cx="3076064" cy="823329"/>
            <a:chOff x="981856" y="3534620"/>
            <a:chExt cx="3076064" cy="823329"/>
          </a:xfrm>
        </p:grpSpPr>
        <p:sp>
          <p:nvSpPr>
            <p:cNvPr id="23" name="TextBox 22"/>
            <p:cNvSpPr txBox="1"/>
            <p:nvPr/>
          </p:nvSpPr>
          <p:spPr>
            <a:xfrm>
              <a:off x="1692324" y="3896284"/>
              <a:ext cx="2365596" cy="46166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000" dirty="0" err="1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Lorem</a:t>
              </a:r>
              <a:r>
                <a:rPr lang="en-US" sz="1000" dirty="0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 </a:t>
              </a:r>
              <a:r>
                <a:rPr lang="en-US" sz="1000" dirty="0" err="1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Ipsum</a:t>
              </a:r>
              <a:r>
                <a:rPr lang="en-US" sz="1000" dirty="0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 is simply dummy text of the </a:t>
              </a:r>
              <a:r>
                <a:rPr lang="en-US" sz="1000" dirty="0" smtClean="0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printing.</a:t>
              </a:r>
              <a:endParaRPr lang="en-US" sz="1000" dirty="0">
                <a:solidFill>
                  <a:schemeClr val="tx1">
                    <a:alpha val="70000"/>
                  </a:schemeClr>
                </a:solidFill>
                <a:ea typeface="Roboto Light" charset="0"/>
                <a:cs typeface="Roboto Light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697206" y="3534620"/>
              <a:ext cx="1365117" cy="27546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1400" b="1" dirty="0" smtClean="0">
                  <a:latin typeface="+mj-lt"/>
                  <a:ea typeface="Roboto" charset="0"/>
                  <a:cs typeface="Roboto" charset="0"/>
                </a:rPr>
                <a:t>04. Four </a:t>
              </a:r>
              <a:r>
                <a:rPr lang="en-US" sz="1400" b="1" dirty="0">
                  <a:latin typeface="+mj-lt"/>
                  <a:ea typeface="Roboto" charset="0"/>
                  <a:cs typeface="Roboto" charset="0"/>
                </a:rPr>
                <a:t>Brain</a:t>
              </a:r>
            </a:p>
          </p:txBody>
        </p:sp>
        <p:cxnSp>
          <p:nvCxnSpPr>
            <p:cNvPr id="25" name="Straight Connector 24"/>
            <p:cNvCxnSpPr/>
            <p:nvPr/>
          </p:nvCxnSpPr>
          <p:spPr>
            <a:xfrm>
              <a:off x="1692324" y="3871802"/>
              <a:ext cx="343990" cy="0"/>
            </a:xfrm>
            <a:prstGeom prst="line">
              <a:avLst/>
            </a:prstGeom>
            <a:ln w="25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/>
            <p:cNvSpPr/>
            <p:nvPr/>
          </p:nvSpPr>
          <p:spPr>
            <a:xfrm>
              <a:off x="981856" y="3570110"/>
              <a:ext cx="549362" cy="54936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7432" tIns="45720" rIns="0" bIns="0" rtlCol="0" anchor="ctr"/>
            <a:lstStyle/>
            <a:p>
              <a:pPr algn="ctr"/>
              <a:r>
                <a:rPr lang="en-US" sz="2000" spc="300" dirty="0" smtClean="0">
                  <a:latin typeface="+mj-lt"/>
                  <a:ea typeface="linea-basic-10" charset="0"/>
                  <a:cs typeface="linea-basic-10" charset="0"/>
                </a:rPr>
                <a:t>04</a:t>
              </a:r>
              <a:endParaRPr lang="en-US" sz="2000" spc="300" dirty="0">
                <a:latin typeface="+mj-lt"/>
                <a:ea typeface="linea-basic-10" charset="0"/>
                <a:cs typeface="linea-basic-10" charset="0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7127302" y="5296703"/>
            <a:ext cx="3076064" cy="823329"/>
            <a:chOff x="981856" y="3534620"/>
            <a:chExt cx="3076064" cy="823329"/>
          </a:xfrm>
        </p:grpSpPr>
        <p:sp>
          <p:nvSpPr>
            <p:cNvPr id="28" name="TextBox 27"/>
            <p:cNvSpPr txBox="1"/>
            <p:nvPr/>
          </p:nvSpPr>
          <p:spPr>
            <a:xfrm>
              <a:off x="1692324" y="3896284"/>
              <a:ext cx="2365596" cy="46166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000" dirty="0" err="1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Lorem</a:t>
              </a:r>
              <a:r>
                <a:rPr lang="en-US" sz="1000" dirty="0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 </a:t>
              </a:r>
              <a:r>
                <a:rPr lang="en-US" sz="1000" dirty="0" err="1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Ipsum</a:t>
              </a:r>
              <a:r>
                <a:rPr lang="en-US" sz="1000" dirty="0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 is simply dummy text of the </a:t>
              </a:r>
              <a:r>
                <a:rPr lang="en-US" sz="1000" dirty="0" smtClean="0">
                  <a:solidFill>
                    <a:schemeClr val="tx1">
                      <a:alpha val="70000"/>
                    </a:schemeClr>
                  </a:solidFill>
                  <a:ea typeface="Roboto Light" charset="0"/>
                  <a:cs typeface="Roboto Light" charset="0"/>
                </a:rPr>
                <a:t>printing.</a:t>
              </a:r>
              <a:endParaRPr lang="en-US" sz="1000" dirty="0">
                <a:solidFill>
                  <a:schemeClr val="tx1">
                    <a:alpha val="70000"/>
                  </a:schemeClr>
                </a:solidFill>
                <a:ea typeface="Roboto Light" charset="0"/>
                <a:cs typeface="Roboto Light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697206" y="3534620"/>
              <a:ext cx="1323439" cy="27546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1400" b="1" dirty="0" smtClean="0">
                  <a:latin typeface="+mj-lt"/>
                  <a:ea typeface="Roboto" charset="0"/>
                  <a:cs typeface="Roboto" charset="0"/>
                </a:rPr>
                <a:t>05. Five </a:t>
              </a:r>
              <a:r>
                <a:rPr lang="en-US" sz="1400" b="1" dirty="0">
                  <a:latin typeface="+mj-lt"/>
                  <a:ea typeface="Roboto" charset="0"/>
                  <a:cs typeface="Roboto" charset="0"/>
                </a:rPr>
                <a:t>Brain</a:t>
              </a:r>
            </a:p>
          </p:txBody>
        </p:sp>
        <p:cxnSp>
          <p:nvCxnSpPr>
            <p:cNvPr id="30" name="Straight Connector 29"/>
            <p:cNvCxnSpPr/>
            <p:nvPr/>
          </p:nvCxnSpPr>
          <p:spPr>
            <a:xfrm>
              <a:off x="1692324" y="3871802"/>
              <a:ext cx="343990" cy="0"/>
            </a:xfrm>
            <a:prstGeom prst="line">
              <a:avLst/>
            </a:prstGeom>
            <a:ln w="254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/>
            <p:cNvSpPr/>
            <p:nvPr/>
          </p:nvSpPr>
          <p:spPr>
            <a:xfrm>
              <a:off x="981856" y="3570110"/>
              <a:ext cx="549362" cy="54936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7432" tIns="45720" rIns="0" bIns="0" rtlCol="0" anchor="ctr"/>
            <a:lstStyle/>
            <a:p>
              <a:pPr algn="ctr"/>
              <a:r>
                <a:rPr lang="en-US" sz="2000" spc="300" dirty="0" smtClean="0">
                  <a:latin typeface="+mj-lt"/>
                  <a:ea typeface="linea-basic-10" charset="0"/>
                  <a:cs typeface="linea-basic-10" charset="0"/>
                </a:rPr>
                <a:t>05</a:t>
              </a:r>
              <a:endParaRPr lang="en-US" sz="2000" spc="300" dirty="0">
                <a:latin typeface="+mj-lt"/>
                <a:ea typeface="linea-basic-10" charset="0"/>
                <a:cs typeface="linea-basic-10" charset="0"/>
              </a:endParaRP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4575985" y="3692375"/>
            <a:ext cx="489641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1400" smtClean="0">
                <a:solidFill>
                  <a:schemeClr val="bg1"/>
                </a:solidFill>
                <a:latin typeface="+mj-lt"/>
                <a:ea typeface="Roboto Medium" charset="0"/>
                <a:cs typeface="Roboto Medium" charset="0"/>
              </a:rPr>
              <a:t>01.</a:t>
            </a:r>
            <a:endParaRPr lang="en-US" sz="1400" dirty="0">
              <a:solidFill>
                <a:schemeClr val="bg1"/>
              </a:solidFill>
              <a:latin typeface="+mj-lt"/>
              <a:ea typeface="Roboto Medium" charset="0"/>
              <a:cs typeface="Roboto Medium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464190" y="2878370"/>
            <a:ext cx="489641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1400" dirty="0" smtClean="0">
                <a:solidFill>
                  <a:schemeClr val="bg1"/>
                </a:solidFill>
                <a:latin typeface="+mj-lt"/>
                <a:ea typeface="Roboto Medium" charset="0"/>
                <a:cs typeface="Roboto Medium" charset="0"/>
              </a:rPr>
              <a:t>02.</a:t>
            </a:r>
            <a:endParaRPr lang="en-US" sz="1400" dirty="0">
              <a:solidFill>
                <a:schemeClr val="bg1"/>
              </a:solidFill>
              <a:latin typeface="+mj-lt"/>
              <a:ea typeface="Roboto Medium" charset="0"/>
              <a:cs typeface="Roboto Medium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397434" y="2209427"/>
            <a:ext cx="489641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1400" dirty="0" smtClean="0">
                <a:solidFill>
                  <a:schemeClr val="bg1"/>
                </a:solidFill>
                <a:latin typeface="+mj-lt"/>
                <a:ea typeface="Roboto Medium" charset="0"/>
                <a:cs typeface="Roboto Medium" charset="0"/>
              </a:rPr>
              <a:t>03.</a:t>
            </a:r>
            <a:endParaRPr lang="en-US" sz="1400" dirty="0">
              <a:solidFill>
                <a:schemeClr val="bg1"/>
              </a:solidFill>
              <a:latin typeface="+mj-lt"/>
              <a:ea typeface="Roboto Medium" charset="0"/>
              <a:cs typeface="Roboto Medium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079732" y="2684350"/>
            <a:ext cx="489641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1400" dirty="0" smtClean="0">
                <a:solidFill>
                  <a:schemeClr val="bg1"/>
                </a:solidFill>
                <a:latin typeface="+mj-lt"/>
                <a:ea typeface="Roboto Medium" charset="0"/>
                <a:cs typeface="Roboto Medium" charset="0"/>
              </a:rPr>
              <a:t>04.</a:t>
            </a:r>
            <a:endParaRPr lang="en-US" sz="1400" dirty="0">
              <a:solidFill>
                <a:schemeClr val="bg1"/>
              </a:solidFill>
              <a:latin typeface="+mj-lt"/>
              <a:ea typeface="Roboto Medium" charset="0"/>
              <a:cs typeface="Roboto Medium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433158" y="3471464"/>
            <a:ext cx="489641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1400" dirty="0" smtClean="0">
                <a:solidFill>
                  <a:schemeClr val="bg1"/>
                </a:solidFill>
                <a:latin typeface="+mj-lt"/>
                <a:ea typeface="Roboto Medium" charset="0"/>
                <a:cs typeface="Roboto Medium" charset="0"/>
              </a:rPr>
              <a:t>05.</a:t>
            </a:r>
            <a:endParaRPr lang="en-US" sz="1400" dirty="0">
              <a:solidFill>
                <a:schemeClr val="bg1"/>
              </a:solidFill>
              <a:latin typeface="+mj-lt"/>
              <a:ea typeface="Roboto Medium" charset="0"/>
              <a:cs typeface="Roboto Medium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74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every colors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F44336"/>
      </a:accent1>
      <a:accent2>
        <a:srgbClr val="E91E63"/>
      </a:accent2>
      <a:accent3>
        <a:srgbClr val="9C27B0"/>
      </a:accent3>
      <a:accent4>
        <a:srgbClr val="673AB7"/>
      </a:accent4>
      <a:accent5>
        <a:srgbClr val="3F51B5"/>
      </a:accent5>
      <a:accent6>
        <a:srgbClr val="2196F3"/>
      </a:accent6>
      <a:hlink>
        <a:srgbClr val="0563C1"/>
      </a:hlink>
      <a:folHlink>
        <a:srgbClr val="954F72"/>
      </a:folHlink>
    </a:clrScheme>
    <a:fontScheme name="Every">
      <a:majorFont>
        <a:latin typeface="Montserrat ExtraBold"/>
        <a:ea typeface=""/>
        <a:cs typeface=""/>
      </a:majorFont>
      <a:minorFont>
        <a:latin typeface="Montserra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</TotalTime>
  <Words>422</Words>
  <Application>Microsoft Office PowerPoint</Application>
  <PresentationFormat>Widescreen</PresentationFormat>
  <Paragraphs>99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3" baseType="lpstr">
      <vt:lpstr>Arial</vt:lpstr>
      <vt:lpstr>Bebas Neue</vt:lpstr>
      <vt:lpstr>Calibri</vt:lpstr>
      <vt:lpstr>linea-basic-10</vt:lpstr>
      <vt:lpstr>Montserrat</vt:lpstr>
      <vt:lpstr>Montserrat ExtraBold</vt:lpstr>
      <vt:lpstr>Montserrat Light</vt:lpstr>
      <vt:lpstr>Roboto</vt:lpstr>
      <vt:lpstr>Roboto Light</vt:lpstr>
      <vt:lpstr>Roboto Medium</vt:lpstr>
      <vt:lpstr>Source Sans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dublin9design@gmail.com</dc:creator>
  <cp:lastModifiedBy>ShapeSlide Studio</cp:lastModifiedBy>
  <cp:revision>71</cp:revision>
  <dcterms:created xsi:type="dcterms:W3CDTF">2017-02-06T12:53:32Z</dcterms:created>
  <dcterms:modified xsi:type="dcterms:W3CDTF">2019-11-24T08:54:52Z</dcterms:modified>
</cp:coreProperties>
</file>