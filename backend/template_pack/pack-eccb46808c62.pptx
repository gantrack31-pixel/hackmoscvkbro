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64" r:id="rId5"/>
    <p:sldId id="266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56FC"/>
    <a:srgbClr val="B6E6E8"/>
    <a:srgbClr val="A9DBD8"/>
    <a:srgbClr val="938AB5"/>
    <a:srgbClr val="D6C88B"/>
    <a:srgbClr val="607623"/>
    <a:srgbClr val="00689F"/>
    <a:srgbClr val="E2F9E9"/>
    <a:srgbClr val="49941E"/>
    <a:srgbClr val="C77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888" y="8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3" d="100"/>
          <a:sy n="63" d="100"/>
        </p:scale>
        <p:origin x="2069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>Заголовок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1-4A46-9F5B-38804C314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1-4A46-9F5B-38804C314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5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61-4A46-9F5B-38804C31442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68063"/>
        <c:axId val="91768543"/>
      </c:barChart>
      <c:catAx>
        <c:axId val="91768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543"/>
        <c:crosses val="autoZero"/>
        <c:auto val="1"/>
        <c:lblAlgn val="ctr"/>
        <c:lblOffset val="100"/>
        <c:noMultiLvlLbl val="0"/>
      </c:catAx>
      <c:valAx>
        <c:axId val="91768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9DF32-CF4D-4928-88BE-C9047811401F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4D101-F6F2-43C5-8091-9558E1040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87B4F0CD-7F43-4631-8841-6E5452F67C46}"/>
              </a:ext>
            </a:extLst>
          </p:cNvPr>
          <p:cNvSpPr/>
          <p:nvPr userDrawn="1"/>
        </p:nvSpPr>
        <p:spPr>
          <a:xfrm>
            <a:off x="-142240" y="-749762"/>
            <a:ext cx="5232400" cy="5232400"/>
          </a:xfrm>
          <a:prstGeom prst="ellipse">
            <a:avLst/>
          </a:prstGeom>
          <a:solidFill>
            <a:srgbClr val="B6E6E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2240" y="391333"/>
            <a:ext cx="5405120" cy="1832264"/>
          </a:xfrm>
        </p:spPr>
        <p:txBody>
          <a:bodyPr anchor="ctr"/>
          <a:lstStyle>
            <a:lvl1pPr algn="ctr">
              <a:defRPr sz="6000"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" y="2328545"/>
            <a:ext cx="4765040" cy="147129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31.12.2024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0"/>
            <a:ext cx="8615680" cy="1235075"/>
          </a:xfrm>
        </p:spPr>
        <p:txBody>
          <a:bodyPr/>
          <a:lstStyle>
            <a:lvl1pPr>
              <a:tabLst>
                <a:tab pos="4487863" algn="l"/>
              </a:tabLst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545590"/>
            <a:ext cx="8615680" cy="454814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31.12.2024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31.12.2024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ACC2-987C-EC31-7079-F1BA92032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8000" dirty="0"/>
              <a:t>Вставьте заголовок</a:t>
            </a:r>
          </a:p>
        </p:txBody>
      </p:sp>
      <p:sp>
        <p:nvSpPr>
          <p:cNvPr id="9" name="Подзаголовок 8">
            <a:extLst>
              <a:ext uri="{FF2B5EF4-FFF2-40B4-BE49-F238E27FC236}">
                <a16:creationId xmlns:a16="http://schemas.microsoft.com/office/drawing/2014/main" id="{7E2F6D7D-4082-4351-939A-B68812B26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2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FA771B03-E2CF-9152-45D5-2E0071D6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23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DB01-98A0-1126-BAEF-EDFAD993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8" name="Прямоугольник 6">
            <a:extLst>
              <a:ext uri="{FF2B5EF4-FFF2-40B4-BE49-F238E27FC236}">
                <a16:creationId xmlns:a16="http://schemas.microsoft.com/office/drawing/2014/main" id="{39922B81-B152-4647-DA2D-38DAC987A169}"/>
              </a:ext>
            </a:extLst>
          </p:cNvPr>
          <p:cNvSpPr/>
          <p:nvPr/>
        </p:nvSpPr>
        <p:spPr>
          <a:xfrm>
            <a:off x="1371282" y="2150217"/>
            <a:ext cx="2886075" cy="318055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BA876D1-4F7C-53F2-5298-4E292441278C}"/>
              </a:ext>
            </a:extLst>
          </p:cNvPr>
          <p:cNvSpPr txBox="1">
            <a:spLocks/>
          </p:cNvSpPr>
          <p:nvPr/>
        </p:nvSpPr>
        <p:spPr>
          <a:xfrm>
            <a:off x="1371281" y="2588366"/>
            <a:ext cx="2809876" cy="266700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F5517632-BBCA-CB91-AF9D-33468C633A8D}"/>
              </a:ext>
            </a:extLst>
          </p:cNvPr>
          <p:cNvSpPr/>
          <p:nvPr/>
        </p:nvSpPr>
        <p:spPr>
          <a:xfrm>
            <a:off x="2438082" y="180891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20322-3DA3-6965-191B-5AB30F8EB235}"/>
              </a:ext>
            </a:extLst>
          </p:cNvPr>
          <p:cNvSpPr txBox="1"/>
          <p:nvPr/>
        </p:nvSpPr>
        <p:spPr>
          <a:xfrm>
            <a:off x="2447608" y="180644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2" name="Прямоугольник 10">
            <a:extLst>
              <a:ext uri="{FF2B5EF4-FFF2-40B4-BE49-F238E27FC236}">
                <a16:creationId xmlns:a16="http://schemas.microsoft.com/office/drawing/2014/main" id="{683E73E9-FA81-530C-017E-0037E2586A1D}"/>
              </a:ext>
            </a:extLst>
          </p:cNvPr>
          <p:cNvSpPr/>
          <p:nvPr/>
        </p:nvSpPr>
        <p:spPr>
          <a:xfrm>
            <a:off x="4571959" y="2150217"/>
            <a:ext cx="2886075" cy="31805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CFB6665-209A-920A-A9AC-CC1109186FF9}"/>
              </a:ext>
            </a:extLst>
          </p:cNvPr>
          <p:cNvSpPr txBox="1">
            <a:spLocks/>
          </p:cNvSpPr>
          <p:nvPr/>
        </p:nvSpPr>
        <p:spPr>
          <a:xfrm>
            <a:off x="4571958" y="2588366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Lorem ipsum dolor sit amet, consectetur adipiscing elit, sed do eiusmod tempor incididunt ut labore et dolore magna aliqua. </a:t>
            </a:r>
          </a:p>
          <a:p>
            <a:r>
              <a:rPr lang="en-US">
                <a:solidFill>
                  <a:schemeClr val="bg1"/>
                </a:solidFill>
              </a:rPr>
              <a:t>Ut enim ad minim veniam, quis nostrud exercitation ullamco laboris nisi ut aliquip ex ea commodo consequat. </a:t>
            </a:r>
          </a:p>
          <a:p>
            <a:r>
              <a:rPr lang="en-US">
                <a:solidFill>
                  <a:schemeClr val="bg1"/>
                </a:solidFill>
              </a:rPr>
              <a:t>Duis aute irure dolor in reprehenderit in voluptate velit esse cillum dolore eu fugiat nulla pariatur.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Овал 12">
            <a:extLst>
              <a:ext uri="{FF2B5EF4-FFF2-40B4-BE49-F238E27FC236}">
                <a16:creationId xmlns:a16="http://schemas.microsoft.com/office/drawing/2014/main" id="{17EFAC16-E4E8-8D74-941C-5F67F6D8A533}"/>
              </a:ext>
            </a:extLst>
          </p:cNvPr>
          <p:cNvSpPr/>
          <p:nvPr/>
        </p:nvSpPr>
        <p:spPr>
          <a:xfrm>
            <a:off x="5638759" y="180891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5B968-1F68-1E47-4F85-76F4595FCABC}"/>
              </a:ext>
            </a:extLst>
          </p:cNvPr>
          <p:cNvSpPr txBox="1"/>
          <p:nvPr/>
        </p:nvSpPr>
        <p:spPr>
          <a:xfrm>
            <a:off x="5648284" y="1805672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CAE295A-A812-4E33-94D2-68753355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7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46C5-CB81-133A-7209-67F060B2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2BFB90-CB86-4BDA-B44A-2F7B9E624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322513"/>
              </p:ext>
            </p:extLst>
          </p:nvPr>
        </p:nvGraphicFramePr>
        <p:xfrm>
          <a:off x="487680" y="1513841"/>
          <a:ext cx="8006080" cy="4262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EBDEF3-F781-4E89-92B7-D4666D19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91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B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5766-B485-1B60-B913-C79592F3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Прямоугольник: усеченные верхние углы 36">
            <a:extLst>
              <a:ext uri="{FF2B5EF4-FFF2-40B4-BE49-F238E27FC236}">
                <a16:creationId xmlns:a16="http://schemas.microsoft.com/office/drawing/2014/main" id="{7CEDBC31-5CBA-6E15-031F-A823D63359C5}"/>
              </a:ext>
            </a:extLst>
          </p:cNvPr>
          <p:cNvSpPr/>
          <p:nvPr/>
        </p:nvSpPr>
        <p:spPr>
          <a:xfrm>
            <a:off x="1584662" y="2309045"/>
            <a:ext cx="1456887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усеченные верхние углы 30">
            <a:extLst>
              <a:ext uri="{FF2B5EF4-FFF2-40B4-BE49-F238E27FC236}">
                <a16:creationId xmlns:a16="http://schemas.microsoft.com/office/drawing/2014/main" id="{38EB648B-F5D7-2677-31C6-6B0C18A155F8}"/>
              </a:ext>
            </a:extLst>
          </p:cNvPr>
          <p:cNvSpPr/>
          <p:nvPr/>
        </p:nvSpPr>
        <p:spPr>
          <a:xfrm>
            <a:off x="4459834" y="2309045"/>
            <a:ext cx="1453991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усеченные верхние углы 24">
            <a:extLst>
              <a:ext uri="{FF2B5EF4-FFF2-40B4-BE49-F238E27FC236}">
                <a16:creationId xmlns:a16="http://schemas.microsoft.com/office/drawing/2014/main" id="{7AC34EA3-0E11-5930-3BD7-1F9BD019581A}"/>
              </a:ext>
            </a:extLst>
          </p:cNvPr>
          <p:cNvSpPr/>
          <p:nvPr/>
        </p:nvSpPr>
        <p:spPr>
          <a:xfrm>
            <a:off x="7109595" y="2314669"/>
            <a:ext cx="1462499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усеченные верхние углы 18">
            <a:extLst>
              <a:ext uri="{FF2B5EF4-FFF2-40B4-BE49-F238E27FC236}">
                <a16:creationId xmlns:a16="http://schemas.microsoft.com/office/drawing/2014/main" id="{0397A4A1-4346-4A43-5F89-57795A94ECB6}"/>
              </a:ext>
            </a:extLst>
          </p:cNvPr>
          <p:cNvSpPr/>
          <p:nvPr/>
        </p:nvSpPr>
        <p:spPr>
          <a:xfrm>
            <a:off x="9702251" y="2314671"/>
            <a:ext cx="1453500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ED6EEE53-7C7D-0A87-C3C5-C9F7CDD53FC6}"/>
              </a:ext>
            </a:extLst>
          </p:cNvPr>
          <p:cNvSpPr/>
          <p:nvPr/>
        </p:nvSpPr>
        <p:spPr>
          <a:xfrm>
            <a:off x="0" y="2582771"/>
            <a:ext cx="12087251" cy="1622860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9841235-6D2D-8871-D9FF-8CDBF9691060}"/>
              </a:ext>
            </a:extLst>
          </p:cNvPr>
          <p:cNvSpPr/>
          <p:nvPr/>
        </p:nvSpPr>
        <p:spPr>
          <a:xfrm>
            <a:off x="754451" y="2625478"/>
            <a:ext cx="10515600" cy="1537447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0" name="Полилиния: фигура 14">
            <a:extLst>
              <a:ext uri="{FF2B5EF4-FFF2-40B4-BE49-F238E27FC236}">
                <a16:creationId xmlns:a16="http://schemas.microsoft.com/office/drawing/2014/main" id="{715FA5D7-A2B3-8A4A-5166-431DD6A6B908}"/>
              </a:ext>
            </a:extLst>
          </p:cNvPr>
          <p:cNvSpPr/>
          <p:nvPr/>
        </p:nvSpPr>
        <p:spPr>
          <a:xfrm rot="5400000">
            <a:off x="9270399" y="3145675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2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" name="Прямоугольник 19">
            <a:extLst>
              <a:ext uri="{FF2B5EF4-FFF2-40B4-BE49-F238E27FC236}">
                <a16:creationId xmlns:a16="http://schemas.microsoft.com/office/drawing/2014/main" id="{C024D95A-7D90-2019-190B-E0EFAC88303C}"/>
              </a:ext>
            </a:extLst>
          </p:cNvPr>
          <p:cNvSpPr/>
          <p:nvPr/>
        </p:nvSpPr>
        <p:spPr>
          <a:xfrm>
            <a:off x="8283965" y="3419107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2" name="Прямоугольник 20">
            <a:extLst>
              <a:ext uri="{FF2B5EF4-FFF2-40B4-BE49-F238E27FC236}">
                <a16:creationId xmlns:a16="http://schemas.microsoft.com/office/drawing/2014/main" id="{1AF7889A-96A3-D35A-7966-32BCD4F1A87A}"/>
              </a:ext>
            </a:extLst>
          </p:cNvPr>
          <p:cNvSpPr/>
          <p:nvPr/>
        </p:nvSpPr>
        <p:spPr>
          <a:xfrm>
            <a:off x="8418965" y="3117341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3" name="Прямоугольник 21">
            <a:extLst>
              <a:ext uri="{FF2B5EF4-FFF2-40B4-BE49-F238E27FC236}">
                <a16:creationId xmlns:a16="http://schemas.microsoft.com/office/drawing/2014/main" id="{B88663E6-FD87-D547-B341-E502844CC655}"/>
              </a:ext>
            </a:extLst>
          </p:cNvPr>
          <p:cNvSpPr/>
          <p:nvPr/>
        </p:nvSpPr>
        <p:spPr>
          <a:xfrm rot="16200000">
            <a:off x="9440852" y="3163368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1</a:t>
            </a:r>
          </a:p>
        </p:txBody>
      </p:sp>
      <p:pic>
        <p:nvPicPr>
          <p:cNvPr id="14" name="Рисунок 23">
            <a:extLst>
              <a:ext uri="{FF2B5EF4-FFF2-40B4-BE49-F238E27FC236}">
                <a16:creationId xmlns:a16="http://schemas.microsoft.com/office/drawing/2014/main" id="{74CA7642-48AA-798C-CF66-6315BBFC6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419" y="2720242"/>
            <a:ext cx="404429" cy="404429"/>
          </a:xfrm>
          <a:prstGeom prst="rect">
            <a:avLst/>
          </a:prstGeom>
        </p:spPr>
      </p:pic>
      <p:sp>
        <p:nvSpPr>
          <p:cNvPr id="15" name="Полилиния: фигура 25">
            <a:extLst>
              <a:ext uri="{FF2B5EF4-FFF2-40B4-BE49-F238E27FC236}">
                <a16:creationId xmlns:a16="http://schemas.microsoft.com/office/drawing/2014/main" id="{379CA9EC-1B4B-8E04-6DD2-BF7472D5D881}"/>
              </a:ext>
            </a:extLst>
          </p:cNvPr>
          <p:cNvSpPr/>
          <p:nvPr/>
        </p:nvSpPr>
        <p:spPr>
          <a:xfrm rot="5400000">
            <a:off x="6677744" y="3145673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1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6" name="Прямоугольник 26">
            <a:extLst>
              <a:ext uri="{FF2B5EF4-FFF2-40B4-BE49-F238E27FC236}">
                <a16:creationId xmlns:a16="http://schemas.microsoft.com/office/drawing/2014/main" id="{B1288AD3-9BA6-3213-67F9-FA3413E1320E}"/>
              </a:ext>
            </a:extLst>
          </p:cNvPr>
          <p:cNvSpPr/>
          <p:nvPr/>
        </p:nvSpPr>
        <p:spPr>
          <a:xfrm>
            <a:off x="5691310" y="3419105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7" name="Прямоугольник 27">
            <a:extLst>
              <a:ext uri="{FF2B5EF4-FFF2-40B4-BE49-F238E27FC236}">
                <a16:creationId xmlns:a16="http://schemas.microsoft.com/office/drawing/2014/main" id="{5BAA8C13-B757-728A-1C5E-9865FB98E9EF}"/>
              </a:ext>
            </a:extLst>
          </p:cNvPr>
          <p:cNvSpPr/>
          <p:nvPr/>
        </p:nvSpPr>
        <p:spPr>
          <a:xfrm>
            <a:off x="5826310" y="3117339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8" name="Прямоугольник 28">
            <a:extLst>
              <a:ext uri="{FF2B5EF4-FFF2-40B4-BE49-F238E27FC236}">
                <a16:creationId xmlns:a16="http://schemas.microsoft.com/office/drawing/2014/main" id="{2368654A-7453-9DC4-426F-007781EC2A6F}"/>
              </a:ext>
            </a:extLst>
          </p:cNvPr>
          <p:cNvSpPr/>
          <p:nvPr/>
        </p:nvSpPr>
        <p:spPr>
          <a:xfrm rot="16200000">
            <a:off x="6848197" y="3163366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2</a:t>
            </a:r>
          </a:p>
        </p:txBody>
      </p:sp>
      <p:pic>
        <p:nvPicPr>
          <p:cNvPr id="19" name="Рисунок 29">
            <a:extLst>
              <a:ext uri="{FF2B5EF4-FFF2-40B4-BE49-F238E27FC236}">
                <a16:creationId xmlns:a16="http://schemas.microsoft.com/office/drawing/2014/main" id="{61A32693-11AA-5282-5795-505020DE3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98764" y="2720240"/>
            <a:ext cx="404429" cy="404429"/>
          </a:xfrm>
          <a:prstGeom prst="rect">
            <a:avLst/>
          </a:prstGeom>
        </p:spPr>
      </p:pic>
      <p:sp>
        <p:nvSpPr>
          <p:cNvPr id="20" name="Полилиния: фигура 31">
            <a:extLst>
              <a:ext uri="{FF2B5EF4-FFF2-40B4-BE49-F238E27FC236}">
                <a16:creationId xmlns:a16="http://schemas.microsoft.com/office/drawing/2014/main" id="{53297310-633C-8A97-5F44-1F227409FBAD}"/>
              </a:ext>
            </a:extLst>
          </p:cNvPr>
          <p:cNvSpPr/>
          <p:nvPr/>
        </p:nvSpPr>
        <p:spPr>
          <a:xfrm rot="5400000">
            <a:off x="4027983" y="3140049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5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Прямоугольник 32">
            <a:extLst>
              <a:ext uri="{FF2B5EF4-FFF2-40B4-BE49-F238E27FC236}">
                <a16:creationId xmlns:a16="http://schemas.microsoft.com/office/drawing/2014/main" id="{EC919BE2-D167-FB50-63A9-C1D30A403706}"/>
              </a:ext>
            </a:extLst>
          </p:cNvPr>
          <p:cNvSpPr/>
          <p:nvPr/>
        </p:nvSpPr>
        <p:spPr>
          <a:xfrm>
            <a:off x="3041549" y="3413481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2" name="Прямоугольник 33">
            <a:extLst>
              <a:ext uri="{FF2B5EF4-FFF2-40B4-BE49-F238E27FC236}">
                <a16:creationId xmlns:a16="http://schemas.microsoft.com/office/drawing/2014/main" id="{F643B6B7-A77E-D208-64EC-34E6C0D763C1}"/>
              </a:ext>
            </a:extLst>
          </p:cNvPr>
          <p:cNvSpPr/>
          <p:nvPr/>
        </p:nvSpPr>
        <p:spPr>
          <a:xfrm>
            <a:off x="3176549" y="3111715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3" name="Прямоугольник 34">
            <a:extLst>
              <a:ext uri="{FF2B5EF4-FFF2-40B4-BE49-F238E27FC236}">
                <a16:creationId xmlns:a16="http://schemas.microsoft.com/office/drawing/2014/main" id="{DD0A7D0B-6370-A4CD-83BC-9F1C8BC41A27}"/>
              </a:ext>
            </a:extLst>
          </p:cNvPr>
          <p:cNvSpPr/>
          <p:nvPr/>
        </p:nvSpPr>
        <p:spPr>
          <a:xfrm rot="16200000">
            <a:off x="4198436" y="3157742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3</a:t>
            </a:r>
          </a:p>
        </p:txBody>
      </p:sp>
      <p:pic>
        <p:nvPicPr>
          <p:cNvPr id="24" name="Рисунок 35">
            <a:extLst>
              <a:ext uri="{FF2B5EF4-FFF2-40B4-BE49-F238E27FC236}">
                <a16:creationId xmlns:a16="http://schemas.microsoft.com/office/drawing/2014/main" id="{754EAEAA-A0A2-233D-0022-91226F7AB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9003" y="2714616"/>
            <a:ext cx="404429" cy="404429"/>
          </a:xfrm>
          <a:prstGeom prst="rect">
            <a:avLst/>
          </a:prstGeom>
        </p:spPr>
      </p:pic>
      <p:sp>
        <p:nvSpPr>
          <p:cNvPr id="25" name="Полилиния: фигура 37">
            <a:extLst>
              <a:ext uri="{FF2B5EF4-FFF2-40B4-BE49-F238E27FC236}">
                <a16:creationId xmlns:a16="http://schemas.microsoft.com/office/drawing/2014/main" id="{AA572C92-C4A7-AFEF-AB71-4042F02F814C}"/>
              </a:ext>
            </a:extLst>
          </p:cNvPr>
          <p:cNvSpPr/>
          <p:nvPr/>
        </p:nvSpPr>
        <p:spPr>
          <a:xfrm rot="5400000">
            <a:off x="1152811" y="3140049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6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6" name="Прямоугольник 38">
            <a:extLst>
              <a:ext uri="{FF2B5EF4-FFF2-40B4-BE49-F238E27FC236}">
                <a16:creationId xmlns:a16="http://schemas.microsoft.com/office/drawing/2014/main" id="{B9A6B602-2D15-744A-E372-F199C77D8547}"/>
              </a:ext>
            </a:extLst>
          </p:cNvPr>
          <p:cNvSpPr/>
          <p:nvPr/>
        </p:nvSpPr>
        <p:spPr>
          <a:xfrm>
            <a:off x="102833" y="3413481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7" name="Прямоугольник 39">
            <a:extLst>
              <a:ext uri="{FF2B5EF4-FFF2-40B4-BE49-F238E27FC236}">
                <a16:creationId xmlns:a16="http://schemas.microsoft.com/office/drawing/2014/main" id="{CA40606D-D342-EF4E-DAE4-CE365E1450C0}"/>
              </a:ext>
            </a:extLst>
          </p:cNvPr>
          <p:cNvSpPr/>
          <p:nvPr/>
        </p:nvSpPr>
        <p:spPr>
          <a:xfrm>
            <a:off x="301377" y="3111715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8" name="Прямоугольник 40">
            <a:extLst>
              <a:ext uri="{FF2B5EF4-FFF2-40B4-BE49-F238E27FC236}">
                <a16:creationId xmlns:a16="http://schemas.microsoft.com/office/drawing/2014/main" id="{B1BC3377-F1C7-5B9D-A102-EDFA669A0517}"/>
              </a:ext>
            </a:extLst>
          </p:cNvPr>
          <p:cNvSpPr/>
          <p:nvPr/>
        </p:nvSpPr>
        <p:spPr>
          <a:xfrm rot="16200000">
            <a:off x="1323264" y="3157742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4</a:t>
            </a:r>
          </a:p>
        </p:txBody>
      </p:sp>
      <p:pic>
        <p:nvPicPr>
          <p:cNvPr id="29" name="Рисунок 41">
            <a:extLst>
              <a:ext uri="{FF2B5EF4-FFF2-40B4-BE49-F238E27FC236}">
                <a16:creationId xmlns:a16="http://schemas.microsoft.com/office/drawing/2014/main" id="{8129ACDA-812E-5752-B3CC-1DABBA0AB9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73831" y="2714616"/>
            <a:ext cx="404429" cy="404429"/>
          </a:xfrm>
          <a:prstGeom prst="rect">
            <a:avLst/>
          </a:prstGeom>
        </p:spPr>
      </p:pic>
      <p:sp>
        <p:nvSpPr>
          <p:cNvPr id="33" name="Нижний колонтитул 4">
            <a:extLst>
              <a:ext uri="{FF2B5EF4-FFF2-40B4-BE49-F238E27FC236}">
                <a16:creationId xmlns:a16="http://schemas.microsoft.com/office/drawing/2014/main" id="{8BCCBB70-5B80-45E4-B528-B997A39E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9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2246-65A4-6BA6-3CC1-27670157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21D19EC-C5BA-A120-E691-0352A41437F3}"/>
              </a:ext>
            </a:extLst>
          </p:cNvPr>
          <p:cNvSpPr txBox="1">
            <a:spLocks/>
          </p:cNvSpPr>
          <p:nvPr/>
        </p:nvSpPr>
        <p:spPr>
          <a:xfrm>
            <a:off x="182880" y="1748402"/>
            <a:ext cx="8374641" cy="2070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987 654 321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A9173-5823-C061-4060-FE0F29D08263}"/>
              </a:ext>
            </a:extLst>
          </p:cNvPr>
          <p:cNvSpPr txBox="1"/>
          <p:nvPr/>
        </p:nvSpPr>
        <p:spPr>
          <a:xfrm>
            <a:off x="313431" y="3601451"/>
            <a:ext cx="7440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sed do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eiusmod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tempor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incididunt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labore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dolore magna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aliqua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A7BAED8C-BB26-4B98-9917-9F174953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706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4B5C-654E-4EFA-75E7-5F090565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3BA5646E-11C3-3436-4AB6-EF10748F3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3965581"/>
              </p:ext>
            </p:extLst>
          </p:nvPr>
        </p:nvGraphicFramePr>
        <p:xfrm>
          <a:off x="288246" y="1702791"/>
          <a:ext cx="8404948" cy="3675938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101237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101237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101237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101237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52513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52513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52513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52513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52513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52513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525134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497309-E09C-4996-813D-C84508CD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12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8A50-9F6D-D3A5-080B-73B5E7F9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2C0186D-5A7B-7047-E1F1-18F81C4D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120" y="2093814"/>
            <a:ext cx="4917440" cy="27433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</a:p>
        </p:txBody>
      </p:sp>
      <p:pic>
        <p:nvPicPr>
          <p:cNvPr id="6" name="Рисунок 4" descr="Горные лыжи">
            <a:extLst>
              <a:ext uri="{FF2B5EF4-FFF2-40B4-BE49-F238E27FC236}">
                <a16:creationId xmlns:a16="http://schemas.microsoft.com/office/drawing/2014/main" id="{AEC3691F-D0FA-9EB1-F6E8-F08238A4B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552" y="1978986"/>
            <a:ext cx="3159378" cy="3159378"/>
          </a:xfrm>
          <a:prstGeom prst="rect">
            <a:avLst/>
          </a:prstGeom>
          <a:effectLst/>
        </p:spPr>
      </p:pic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A8E142E8-54F5-4C3F-A4A0-1CABD3C5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31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EEA4-E604-4AE4-79AF-B005D980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947-E493-AC52-E5FF-AA7F3CC4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Бесплатные шаблоны 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/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Designed by Freepik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54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B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CF524301-0F29-8713-43B3-29D2BC0D466D}"/>
              </a:ext>
            </a:extLst>
          </p:cNvPr>
          <p:cNvSpPr txBox="1">
            <a:spLocks/>
          </p:cNvSpPr>
          <p:nvPr/>
        </p:nvSpPr>
        <p:spPr>
          <a:xfrm>
            <a:off x="3334872" y="1548148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accent6"/>
                </a:solidFill>
              </a:rPr>
              <a:t>СПАСИБО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82A15F-5EE6-00D1-176D-9ED66066D1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81000" y="4773266"/>
            <a:ext cx="630000" cy="63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739E8F-82BA-7C68-C051-23940D6107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81000" y="4773266"/>
            <a:ext cx="630000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F4CD6C-BC33-6469-78E3-F5DB3E97905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81000" y="4773266"/>
            <a:ext cx="630000" cy="630000"/>
          </a:xfrm>
          <a:prstGeom prst="rect">
            <a:avLst/>
          </a:prstGeom>
        </p:spPr>
      </p:pic>
      <p:sp>
        <p:nvSpPr>
          <p:cNvPr id="9" name="Текст 11">
            <a:extLst>
              <a:ext uri="{FF2B5EF4-FFF2-40B4-BE49-F238E27FC236}">
                <a16:creationId xmlns:a16="http://schemas.microsoft.com/office/drawing/2014/main" id="{B9D6F153-234F-17BA-0F09-95BD5CC37120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Lorem ipsum dolor sit </a:t>
            </a:r>
            <a:r>
              <a:rPr lang="en-US" sz="1600" dirty="0" err="1">
                <a:solidFill>
                  <a:schemeClr val="accent6"/>
                </a:solidFill>
              </a:rPr>
              <a:t>amet</a:t>
            </a:r>
            <a:r>
              <a:rPr lang="en-US" sz="1600" dirty="0">
                <a:solidFill>
                  <a:schemeClr val="accent6"/>
                </a:solidFill>
              </a:rPr>
              <a:t>, </a:t>
            </a:r>
            <a:r>
              <a:rPr lang="en-US" sz="1600" dirty="0" err="1">
                <a:solidFill>
                  <a:schemeClr val="accent6"/>
                </a:solidFill>
              </a:rPr>
              <a:t>consectetur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adipiscing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elit</a:t>
            </a:r>
            <a:r>
              <a:rPr lang="en-US" sz="1600" dirty="0">
                <a:solidFill>
                  <a:schemeClr val="accent6"/>
                </a:solidFill>
              </a:rPr>
              <a:t>, sed do </a:t>
            </a:r>
            <a:r>
              <a:rPr lang="en-US" sz="1600" dirty="0" err="1">
                <a:solidFill>
                  <a:schemeClr val="accent6"/>
                </a:solidFill>
              </a:rPr>
              <a:t>eiusmod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tempor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incididunt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ut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labore</a:t>
            </a:r>
            <a:r>
              <a:rPr lang="en-US" sz="1600" dirty="0">
                <a:solidFill>
                  <a:schemeClr val="accent6"/>
                </a:solidFill>
              </a:rPr>
              <a:t> et dolore magna </a:t>
            </a:r>
            <a:r>
              <a:rPr lang="en-US" sz="1600" dirty="0" err="1">
                <a:solidFill>
                  <a:schemeClr val="accent6"/>
                </a:solidFill>
              </a:rPr>
              <a:t>aliqua</a:t>
            </a:r>
            <a:r>
              <a:rPr lang="en-US" sz="1600" dirty="0">
                <a:solidFill>
                  <a:schemeClr val="accent6"/>
                </a:solidFill>
              </a:rPr>
              <a:t>. </a:t>
            </a:r>
            <a:endParaRPr lang="ru-RU" sz="16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Ut </a:t>
            </a:r>
            <a:r>
              <a:rPr lang="en-US" sz="1600" dirty="0" err="1">
                <a:solidFill>
                  <a:schemeClr val="accent6"/>
                </a:solidFill>
              </a:rPr>
              <a:t>enim</a:t>
            </a:r>
            <a:r>
              <a:rPr lang="en-US" sz="1600" dirty="0">
                <a:solidFill>
                  <a:schemeClr val="accent6"/>
                </a:solidFill>
              </a:rPr>
              <a:t> ad minim </a:t>
            </a:r>
            <a:r>
              <a:rPr lang="en-US" sz="1600" dirty="0" err="1">
                <a:solidFill>
                  <a:schemeClr val="accent6"/>
                </a:solidFill>
              </a:rPr>
              <a:t>veniam</a:t>
            </a:r>
            <a:r>
              <a:rPr lang="en-US" sz="1600" dirty="0">
                <a:solidFill>
                  <a:schemeClr val="accent6"/>
                </a:solidFill>
              </a:rPr>
              <a:t>, </a:t>
            </a:r>
            <a:r>
              <a:rPr lang="en-US" sz="1600" dirty="0" err="1">
                <a:solidFill>
                  <a:schemeClr val="accent6"/>
                </a:solidFill>
              </a:rPr>
              <a:t>quis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nostrud</a:t>
            </a:r>
            <a:r>
              <a:rPr lang="en-US" sz="1600" dirty="0">
                <a:solidFill>
                  <a:schemeClr val="accent6"/>
                </a:solidFill>
              </a:rPr>
              <a:t> exercitation </a:t>
            </a:r>
            <a:r>
              <a:rPr lang="en-US" sz="1600" dirty="0" err="1">
                <a:solidFill>
                  <a:schemeClr val="accent6"/>
                </a:solidFill>
              </a:rPr>
              <a:t>ullamco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laboris</a:t>
            </a:r>
            <a:r>
              <a:rPr lang="en-US" sz="1600" dirty="0">
                <a:solidFill>
                  <a:schemeClr val="accent6"/>
                </a:solidFill>
              </a:rPr>
              <a:t> nisi </a:t>
            </a:r>
            <a:r>
              <a:rPr lang="en-US" sz="1600" dirty="0" err="1">
                <a:solidFill>
                  <a:schemeClr val="accent6"/>
                </a:solidFill>
              </a:rPr>
              <a:t>ut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aliquip</a:t>
            </a:r>
            <a:r>
              <a:rPr lang="en-US" sz="1600" dirty="0">
                <a:solidFill>
                  <a:schemeClr val="accent6"/>
                </a:solidFill>
              </a:rPr>
              <a:t> ex </a:t>
            </a:r>
            <a:r>
              <a:rPr lang="en-US" sz="1600" dirty="0" err="1">
                <a:solidFill>
                  <a:schemeClr val="accent6"/>
                </a:solidFill>
              </a:rPr>
              <a:t>ea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commodo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consequat</a:t>
            </a:r>
            <a:r>
              <a:rPr lang="en-US" sz="1600" dirty="0">
                <a:solidFill>
                  <a:schemeClr val="accent6"/>
                </a:solidFill>
              </a:rPr>
              <a:t>. </a:t>
            </a:r>
            <a:endParaRPr lang="ru-RU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15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545</Words>
  <Application>Microsoft Office PowerPoint</Application>
  <PresentationFormat>Широкоэкранный</PresentationFormat>
  <Paragraphs>80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Вставьте заголовок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Катание на горных лыжах, шаблон презентации с сайта presentation-creation.ru</dc:title>
  <dc:creator>User Obstinate</dc:creator>
  <cp:lastModifiedBy>User Obstinate</cp:lastModifiedBy>
  <cp:revision>38</cp:revision>
  <dcterms:created xsi:type="dcterms:W3CDTF">2023-08-23T11:31:43Z</dcterms:created>
  <dcterms:modified xsi:type="dcterms:W3CDTF">2024-12-30T17:46:01Z</dcterms:modified>
</cp:coreProperties>
</file>