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5" r:id="rId4"/>
    <p:sldId id="261" r:id="rId5"/>
    <p:sldId id="262" r:id="rId6"/>
    <p:sldId id="266" r:id="rId7"/>
    <p:sldId id="263" r:id="rId8"/>
    <p:sldId id="264" r:id="rId9"/>
    <p:sldId id="257" r:id="rId10"/>
    <p:sldId id="26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955" y="715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9A-4DFC-B9AD-D335C5F2D25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9A-4DFC-B9AD-D335C5F2D25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9A-4DFC-B9AD-D335C5F2D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484930767"/>
        <c:axId val="1314992511"/>
      </c:barChart>
      <c:catAx>
        <c:axId val="14849307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14992511"/>
        <c:crosses val="autoZero"/>
        <c:auto val="1"/>
        <c:lblAlgn val="ctr"/>
        <c:lblOffset val="100"/>
        <c:noMultiLvlLbl val="0"/>
      </c:catAx>
      <c:valAx>
        <c:axId val="131499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4930767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431" y="21620"/>
            <a:ext cx="7340338" cy="1655762"/>
          </a:xfrm>
        </p:spPr>
        <p:txBody>
          <a:bodyPr anchor="b"/>
          <a:lstStyle>
            <a:lvl1pPr algn="ctr">
              <a:defRPr sz="60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431" y="1820123"/>
            <a:ext cx="6793583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51124" cy="3692306"/>
          </a:xfrm>
        </p:spPr>
        <p:txBody>
          <a:bodyPr/>
          <a:lstStyle>
            <a:lvl1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7D183F3B-3A92-4236-9C76-EA695DC56F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134F98D-E894-44DB-A17F-CE5EEF13317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5569958-0FF5-4BFB-BBE8-25A41BF9E8B9}"/>
              </a:ext>
            </a:extLst>
          </p:cNvPr>
          <p:cNvSpPr/>
          <p:nvPr userDrawn="1"/>
        </p:nvSpPr>
        <p:spPr>
          <a:xfrm>
            <a:off x="861350" y="1923792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FE47FD2-6DAE-46C6-8AE3-1705CAEB57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8EC56F2-0C89-4A53-827A-1312C603D0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DD4FCBF-1484-471E-A8F4-FB57BBD4C643}"/>
              </a:ext>
            </a:extLst>
          </p:cNvPr>
          <p:cNvSpPr/>
          <p:nvPr userDrawn="1"/>
        </p:nvSpPr>
        <p:spPr>
          <a:xfrm>
            <a:off x="861350" y="3499067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FA3BAFF-7DE8-48A4-B2B0-B0085957F76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C0E22CB0-862D-49A8-B966-5F34D0022F3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AD0C562-F40F-4023-815B-144925507E09}"/>
              </a:ext>
            </a:extLst>
          </p:cNvPr>
          <p:cNvSpPr/>
          <p:nvPr userDrawn="1"/>
        </p:nvSpPr>
        <p:spPr>
          <a:xfrm>
            <a:off x="838200" y="5014178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22" y="365125"/>
            <a:ext cx="10723178" cy="1325563"/>
          </a:xfrm>
        </p:spPr>
        <p:txBody>
          <a:bodyPr/>
          <a:lstStyle>
            <a:lvl1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621" y="1825625"/>
            <a:ext cx="10723179" cy="4351338"/>
          </a:xfrm>
        </p:spPr>
        <p:txBody>
          <a:bodyPr/>
          <a:lstStyle>
            <a:lvl1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02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presentation-creation.ru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5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727D-B158-40CE-A1E3-961ADD932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BC206C-05FE-4771-B1BE-F8ADCB4B0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808" y="1773238"/>
            <a:ext cx="6793583" cy="1655762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B4866F77-856E-4E00-9E6B-95BF4763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838013" y="6492352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3040" y="1825625"/>
            <a:ext cx="6193746" cy="3692306"/>
          </a:xfrm>
        </p:spPr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B4866F77-856E-4E00-9E6B-95BF4763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838013" y="6492352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Рисунок 5" descr="Линейчатая диаграмма">
            <a:extLst>
              <a:ext uri="{FF2B5EF4-FFF2-40B4-BE49-F238E27FC236}">
                <a16:creationId xmlns:a16="http://schemas.microsoft.com/office/drawing/2014/main" id="{4AB86A4D-8F42-4D6A-8FA7-867F81D20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1690688"/>
            <a:ext cx="3169920" cy="316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10182B-68CF-44ED-B36D-E3BB63DB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2F59B67-F1F5-46FE-8727-B17F9D478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7512A9-F238-4B19-8881-B5DB693C9CF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1986EB6-932E-4AA1-87EE-A627DABC081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B76BF9BC-1230-4B50-9D55-7B479C04657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780949E-162D-4A75-9543-38190E25AC81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80F2A07F-0093-4C4E-AC15-13507FA96E3F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F9BA6796-DB08-4A18-875F-4C1EC1609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838013" y="6492352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43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5B37E-12BC-4797-8E22-48253BEE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5DFFC33-3067-4C6A-B4FE-367031FDB831}"/>
              </a:ext>
            </a:extLst>
          </p:cNvPr>
          <p:cNvSpPr/>
          <p:nvPr/>
        </p:nvSpPr>
        <p:spPr>
          <a:xfrm>
            <a:off x="756745" y="1905506"/>
            <a:ext cx="8966375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500" dirty="0">
                <a:solidFill>
                  <a:schemeClr val="accent1"/>
                </a:solidFill>
              </a:rPr>
              <a:t>987 654 321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A18F86-E262-4DEB-B708-67A392FE2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838013" y="6492352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74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C17D-1B13-4EAD-8EB7-86B0C935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05F8B71-B3F0-4B5B-9889-A669C9287628}"/>
              </a:ext>
            </a:extLst>
          </p:cNvPr>
          <p:cNvSpPr/>
          <p:nvPr/>
        </p:nvSpPr>
        <p:spPr>
          <a:xfrm>
            <a:off x="838200" y="2291276"/>
            <a:ext cx="2601905" cy="2766217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35084F8-7ED0-4481-8986-ABD6CA5AAB40}"/>
              </a:ext>
            </a:extLst>
          </p:cNvPr>
          <p:cNvSpPr/>
          <p:nvPr/>
        </p:nvSpPr>
        <p:spPr>
          <a:xfrm>
            <a:off x="1783080" y="1949975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96958-C773-4B08-BE3D-14C716C80F2A}"/>
              </a:ext>
            </a:extLst>
          </p:cNvPr>
          <p:cNvSpPr txBox="1"/>
          <p:nvPr/>
        </p:nvSpPr>
        <p:spPr>
          <a:xfrm>
            <a:off x="1792606" y="1957387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8D1042-DD36-4B2C-B3A2-D1C9C9A0154B}"/>
              </a:ext>
            </a:extLst>
          </p:cNvPr>
          <p:cNvSpPr/>
          <p:nvPr/>
        </p:nvSpPr>
        <p:spPr>
          <a:xfrm>
            <a:off x="3970464" y="2300114"/>
            <a:ext cx="2601905" cy="276621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8148BF-EC4D-4C25-9613-E60EB4681F26}"/>
              </a:ext>
            </a:extLst>
          </p:cNvPr>
          <p:cNvSpPr txBox="1">
            <a:spLocks/>
          </p:cNvSpPr>
          <p:nvPr/>
        </p:nvSpPr>
        <p:spPr>
          <a:xfrm>
            <a:off x="4065509" y="2738265"/>
            <a:ext cx="2411816" cy="181849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r>
              <a:rPr lang="en-US" sz="1800" dirty="0">
                <a:solidFill>
                  <a:schemeClr val="bg1"/>
                </a:solidFill>
              </a:rPr>
              <a:t>, sed do </a:t>
            </a:r>
            <a:r>
              <a:rPr lang="en-US" sz="1800" dirty="0" err="1">
                <a:solidFill>
                  <a:schemeClr val="bg1"/>
                </a:solidFill>
              </a:rPr>
              <a:t>eiusmod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tempor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incididunt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ut</a:t>
            </a:r>
            <a:r>
              <a:rPr lang="en-US" sz="1800" dirty="0">
                <a:solidFill>
                  <a:schemeClr val="bg1"/>
                </a:solidFill>
              </a:rPr>
              <a:t> labore et dolore magna </a:t>
            </a:r>
            <a:r>
              <a:rPr lang="en-US" sz="1800" dirty="0" err="1">
                <a:solidFill>
                  <a:schemeClr val="bg1"/>
                </a:solidFill>
              </a:rPr>
              <a:t>aliqua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0B958B4-7F8C-4E5D-9E45-B4A7C4FBE2A1}"/>
              </a:ext>
            </a:extLst>
          </p:cNvPr>
          <p:cNvSpPr/>
          <p:nvPr/>
        </p:nvSpPr>
        <p:spPr>
          <a:xfrm>
            <a:off x="4915344" y="1958813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C40FA-A6EA-4665-A64E-AE4962E1FD08}"/>
              </a:ext>
            </a:extLst>
          </p:cNvPr>
          <p:cNvSpPr txBox="1"/>
          <p:nvPr/>
        </p:nvSpPr>
        <p:spPr>
          <a:xfrm>
            <a:off x="4908697" y="1941095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52AB29-A1C9-4B9C-92D3-604138A44B04}"/>
              </a:ext>
            </a:extLst>
          </p:cNvPr>
          <p:cNvSpPr/>
          <p:nvPr/>
        </p:nvSpPr>
        <p:spPr>
          <a:xfrm>
            <a:off x="7102728" y="2308703"/>
            <a:ext cx="2601905" cy="276621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Овал 12">
            <a:extLst>
              <a:ext uri="{FF2B5EF4-FFF2-40B4-BE49-F238E27FC236}">
                <a16:creationId xmlns:a16="http://schemas.microsoft.com/office/drawing/2014/main" id="{9708AAE2-D6AC-46F0-A8D4-31114B381531}"/>
              </a:ext>
            </a:extLst>
          </p:cNvPr>
          <p:cNvSpPr/>
          <p:nvPr/>
        </p:nvSpPr>
        <p:spPr>
          <a:xfrm>
            <a:off x="8047608" y="1967402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957736-1908-4ED7-A0CA-76859DC8C722}"/>
              </a:ext>
            </a:extLst>
          </p:cNvPr>
          <p:cNvSpPr txBox="1"/>
          <p:nvPr/>
        </p:nvSpPr>
        <p:spPr>
          <a:xfrm>
            <a:off x="8057133" y="1964159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84A02190-3F35-4067-92C3-4DA6E7B4975B}"/>
              </a:ext>
            </a:extLst>
          </p:cNvPr>
          <p:cNvSpPr txBox="1">
            <a:spLocks/>
          </p:cNvSpPr>
          <p:nvPr/>
        </p:nvSpPr>
        <p:spPr>
          <a:xfrm>
            <a:off x="7254454" y="2746853"/>
            <a:ext cx="2411816" cy="2068987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r>
              <a:rPr lang="en-US" sz="1800" dirty="0">
                <a:solidFill>
                  <a:schemeClr val="bg1"/>
                </a:solidFill>
              </a:rPr>
              <a:t>, sed do </a:t>
            </a:r>
            <a:r>
              <a:rPr lang="en-US" sz="1800" dirty="0" err="1">
                <a:solidFill>
                  <a:schemeClr val="bg1"/>
                </a:solidFill>
              </a:rPr>
              <a:t>eiusmod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tempor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incididunt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ut</a:t>
            </a:r>
            <a:r>
              <a:rPr lang="en-US" sz="1800" dirty="0">
                <a:solidFill>
                  <a:schemeClr val="bg1"/>
                </a:solidFill>
              </a:rPr>
              <a:t> labore et dolore magna </a:t>
            </a:r>
            <a:r>
              <a:rPr lang="en-US" sz="1800" dirty="0" err="1">
                <a:solidFill>
                  <a:schemeClr val="bg1"/>
                </a:solidFill>
              </a:rPr>
              <a:t>aliqua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4277D8EA-42AF-4569-B3D0-9B80EAC7E0C8}"/>
              </a:ext>
            </a:extLst>
          </p:cNvPr>
          <p:cNvSpPr txBox="1">
            <a:spLocks/>
          </p:cNvSpPr>
          <p:nvPr/>
        </p:nvSpPr>
        <p:spPr>
          <a:xfrm>
            <a:off x="953410" y="2738265"/>
            <a:ext cx="2411816" cy="207757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r>
              <a:rPr lang="en-US" sz="1800" dirty="0">
                <a:solidFill>
                  <a:schemeClr val="bg1"/>
                </a:solidFill>
              </a:rPr>
              <a:t>, sed do </a:t>
            </a:r>
            <a:r>
              <a:rPr lang="en-US" sz="1800" dirty="0" err="1">
                <a:solidFill>
                  <a:schemeClr val="bg1"/>
                </a:solidFill>
              </a:rPr>
              <a:t>eiusmod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tempor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incididunt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ut</a:t>
            </a:r>
            <a:r>
              <a:rPr lang="en-US" sz="1800" dirty="0">
                <a:solidFill>
                  <a:schemeClr val="bg1"/>
                </a:solidFill>
              </a:rPr>
              <a:t> labore et dolore magna </a:t>
            </a:r>
            <a:r>
              <a:rPr lang="en-US" sz="1800" dirty="0" err="1">
                <a:solidFill>
                  <a:schemeClr val="bg1"/>
                </a:solidFill>
              </a:rPr>
              <a:t>aliqua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6" name="Нижний колонтитул 4">
            <a:extLst>
              <a:ext uri="{FF2B5EF4-FFF2-40B4-BE49-F238E27FC236}">
                <a16:creationId xmlns:a16="http://schemas.microsoft.com/office/drawing/2014/main" id="{39E6418E-E9FC-4EBF-AC53-C61BF505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838013" y="6492352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68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4618D-ED06-4009-946E-CDC8CC39B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graphicFrame>
        <p:nvGraphicFramePr>
          <p:cNvPr id="4" name="Таблица 10">
            <a:extLst>
              <a:ext uri="{FF2B5EF4-FFF2-40B4-BE49-F238E27FC236}">
                <a16:creationId xmlns:a16="http://schemas.microsoft.com/office/drawing/2014/main" id="{F56C6B81-143D-428D-A43B-0660FD58C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2926020"/>
              </p:ext>
            </p:extLst>
          </p:nvPr>
        </p:nvGraphicFramePr>
        <p:xfrm>
          <a:off x="838199" y="1825625"/>
          <a:ext cx="9020504" cy="3460961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55126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255126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255126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255126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Вставьте 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AE6373F6-FD1D-47BF-A390-85C2325D8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838013" y="6492352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59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9E2A3-7E4F-4EEC-937A-90AC2509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graphicFrame>
        <p:nvGraphicFramePr>
          <p:cNvPr id="4" name="Объект 5">
            <a:extLst>
              <a:ext uri="{FF2B5EF4-FFF2-40B4-BE49-F238E27FC236}">
                <a16:creationId xmlns:a16="http://schemas.microsoft.com/office/drawing/2014/main" id="{94441A4A-205D-46AF-A7A0-DDD461BB3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095861"/>
              </p:ext>
            </p:extLst>
          </p:nvPr>
        </p:nvGraphicFramePr>
        <p:xfrm>
          <a:off x="838200" y="1825625"/>
          <a:ext cx="9472448" cy="3767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96635C-995C-4371-BC62-8E20E37B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838013" y="6492352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1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C9EC2-80C4-48A1-8149-429CEE5B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767325-7066-449D-9156-DFE5CE3B6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3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BE13806-2F6F-4C87-AF3C-28459D435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817" y="1324902"/>
            <a:ext cx="7340338" cy="1655762"/>
          </a:xfrm>
        </p:spPr>
        <p:txBody>
          <a:bodyPr>
            <a:normAutofit fontScale="90000"/>
          </a:bodyPr>
          <a:lstStyle/>
          <a:p>
            <a:r>
              <a:rPr lang="ru-RU" sz="115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59730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426</Words>
  <Application>Microsoft Office PowerPoint</Application>
  <PresentationFormat>Широкоэкранный</PresentationFormat>
  <Paragraphs>67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Источники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Неон - шаблон презентации с сайта presentation-creation.ru</dc:title>
  <dc:creator>User Obstinate</dc:creator>
  <cp:lastModifiedBy>User Obstinate</cp:lastModifiedBy>
  <cp:revision>9</cp:revision>
  <dcterms:created xsi:type="dcterms:W3CDTF">2025-04-04T15:20:50Z</dcterms:created>
  <dcterms:modified xsi:type="dcterms:W3CDTF">2026-01-05T13:14:15Z</dcterms:modified>
</cp:coreProperties>
</file>