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1">
                    <a:lumMod val="95000"/>
                  </a:schemeClr>
                </a:solidFill>
                <a:latin typeface="+mj-lt"/>
              </a:rPr>
              <a:t>04</a:t>
            </a:r>
            <a:endParaRPr lang="en-US" sz="4800" dirty="0">
              <a:solidFill>
                <a:schemeClr val="bg1">
                  <a:lumMod val="95000"/>
                </a:schemeClr>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1">
                    <a:lumMod val="95000"/>
                  </a:schemeClr>
                </a:solidFill>
                <a:latin typeface="+mj-lt"/>
              </a:rPr>
              <a:t>05</a:t>
            </a:r>
            <a:endParaRPr lang="en-US" sz="4800" dirty="0">
              <a:solidFill>
                <a:schemeClr val="bg1">
                  <a:lumMod val="95000"/>
                </a:schemeClr>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1">
                    <a:lumMod val="95000"/>
                  </a:schemeClr>
                </a:solidFill>
                <a:latin typeface="+mj-lt"/>
              </a:rPr>
              <a:t>06</a:t>
            </a:r>
            <a:endParaRPr lang="en-US" sz="4800" dirty="0">
              <a:solidFill>
                <a:schemeClr val="bg1">
                  <a:lumMod val="95000"/>
                </a:schemeClr>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1">
                    <a:lumMod val="95000"/>
                  </a:schemeClr>
                </a:solidFill>
                <a:latin typeface="+mj-lt"/>
              </a:rPr>
              <a:t>07</a:t>
            </a:r>
            <a:endParaRPr lang="en-US" sz="4800" dirty="0">
              <a:solidFill>
                <a:schemeClr val="bg1">
                  <a:lumMod val="95000"/>
                </a:schemeClr>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1">
                    <a:lumMod val="95000"/>
                  </a:schemeClr>
                </a:solidFill>
                <a:latin typeface="+mj-lt"/>
              </a:rPr>
              <a:t>08</a:t>
            </a:r>
            <a:endParaRPr lang="en-US" sz="4800" dirty="0">
              <a:solidFill>
                <a:schemeClr val="bg1">
                  <a:lumMod val="95000"/>
                </a:schemeClr>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1">
                    <a:lumMod val="95000"/>
                  </a:schemeClr>
                </a:solidFill>
                <a:latin typeface="+mj-lt"/>
              </a:rPr>
              <a:t>09</a:t>
            </a:r>
            <a:endParaRPr lang="en-US" sz="4800" dirty="0">
              <a:solidFill>
                <a:schemeClr val="bg1">
                  <a:lumMod val="95000"/>
                </a:schemeClr>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10</a:t>
            </a:r>
            <a:endParaRPr lang="en-US" sz="4800" dirty="0">
              <a:solidFill>
                <a:schemeClr val="bg1">
                  <a:lumMod val="95000"/>
                </a:schemeClr>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1">
                    <a:lumMod val="95000"/>
                  </a:schemeClr>
                </a:solidFill>
                <a:latin typeface="+mj-lt"/>
              </a:rPr>
              <a:t>11</a:t>
            </a:r>
            <a:endParaRPr lang="en-US" sz="4800" dirty="0">
              <a:solidFill>
                <a:schemeClr val="bg1">
                  <a:lumMod val="95000"/>
                </a:schemeClr>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12</a:t>
            </a:r>
            <a:endParaRPr lang="en-US" sz="4800" dirty="0">
              <a:solidFill>
                <a:schemeClr val="bg1">
                  <a:lumMod val="95000"/>
                </a:schemeClr>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1">
                    <a:lumMod val="95000"/>
                  </a:schemeClr>
                </a:solidFill>
                <a:latin typeface="+mj-lt"/>
              </a:rPr>
              <a:t>01</a:t>
            </a:r>
            <a:endParaRPr lang="en-US" sz="4800" dirty="0">
              <a:solidFill>
                <a:schemeClr val="bg1">
                  <a:lumMod val="95000"/>
                </a:schemeClr>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1">
                    <a:lumMod val="95000"/>
                  </a:schemeClr>
                </a:solidFill>
                <a:latin typeface="+mj-lt"/>
              </a:rPr>
              <a:t>03</a:t>
            </a:r>
            <a:endParaRPr lang="en-US" sz="4800" dirty="0">
              <a:solidFill>
                <a:schemeClr val="bg1">
                  <a:lumMod val="95000"/>
                </a:schemeClr>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1">
                    <a:lumMod val="95000"/>
                  </a:schemeClr>
                </a:solidFill>
                <a:latin typeface="+mj-lt"/>
              </a:rPr>
              <a:t>02</a:t>
            </a:r>
            <a:endParaRPr lang="en-US" sz="4800" dirty="0">
              <a:solidFill>
                <a:schemeClr val="bg1">
                  <a:lumMod val="95000"/>
                </a:schemeClr>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50000"/>
                  </a:schemeClr>
                </a:solidFill>
                <a:latin typeface="+mj-lt"/>
              </a:rPr>
              <a:t>Sub title goes here</a:t>
            </a:r>
            <a:endParaRPr lang="en-US" sz="1100" dirty="0">
              <a:solidFill>
                <a:schemeClr val="bg2">
                  <a:lumMod val="50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339300"/>
            <a:ext cx="5877779" cy="703206"/>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a16="http://schemas.microsoft.com/office/drawing/2014/main" xmlns="" val="3113203104"/>
                    </a:ext>
                  </a:extLst>
                </a:gridCol>
                <a:gridCol w="1922691">
                  <a:extLst>
                    <a:ext uri="{9D8B030D-6E8A-4147-A177-3AD203B41FA5}">
                      <a16:colId xmlns:a16="http://schemas.microsoft.com/office/drawing/2014/main" xmlns="" val="2069161775"/>
                    </a:ext>
                  </a:extLst>
                </a:gridCol>
                <a:gridCol w="1922691">
                  <a:extLst>
                    <a:ext uri="{9D8B030D-6E8A-4147-A177-3AD203B41FA5}">
                      <a16:colId xmlns:a16="http://schemas.microsoft.com/office/drawing/2014/main" xmlns="" val="1593799497"/>
                    </a:ext>
                  </a:extLst>
                </a:gridCol>
                <a:gridCol w="1922691">
                  <a:extLst>
                    <a:ext uri="{9D8B030D-6E8A-4147-A177-3AD203B41FA5}">
                      <a16:colId xmlns:a16="http://schemas.microsoft.com/office/drawing/2014/main" xmlns="" val="3780434923"/>
                    </a:ext>
                  </a:extLst>
                </a:gridCol>
                <a:gridCol w="1922691">
                  <a:extLst>
                    <a:ext uri="{9D8B030D-6E8A-4147-A177-3AD203B41FA5}">
                      <a16:colId xmlns:a16="http://schemas.microsoft.com/office/drawing/2014/main" xmlns=""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xmlns=""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a16="http://schemas.microsoft.com/office/drawing/2014/main" xmlns="" val="2741661630"/>
                    </a:ext>
                  </a:extLst>
                </a:gridCol>
                <a:gridCol w="2673568">
                  <a:extLst>
                    <a:ext uri="{9D8B030D-6E8A-4147-A177-3AD203B41FA5}">
                      <a16:colId xmlns:a16="http://schemas.microsoft.com/office/drawing/2014/main" xmlns="" val="3877782317"/>
                    </a:ext>
                  </a:extLst>
                </a:gridCol>
                <a:gridCol w="2603023">
                  <a:extLst>
                    <a:ext uri="{9D8B030D-6E8A-4147-A177-3AD203B41FA5}">
                      <a16:colId xmlns:a16="http://schemas.microsoft.com/office/drawing/2014/main" xmlns="" val="2765882481"/>
                    </a:ext>
                  </a:extLst>
                </a:gridCol>
                <a:gridCol w="2603023">
                  <a:extLst>
                    <a:ext uri="{9D8B030D-6E8A-4147-A177-3AD203B41FA5}">
                      <a16:colId xmlns:a16="http://schemas.microsoft.com/office/drawing/2014/main" xmlns=""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xmlns=""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2491</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255</cp:revision>
  <dcterms:created xsi:type="dcterms:W3CDTF">2018-01-15T04:16:08Z</dcterms:created>
  <dcterms:modified xsi:type="dcterms:W3CDTF">2018-01-23T10:41:12Z</dcterms:modified>
</cp:coreProperties>
</file>