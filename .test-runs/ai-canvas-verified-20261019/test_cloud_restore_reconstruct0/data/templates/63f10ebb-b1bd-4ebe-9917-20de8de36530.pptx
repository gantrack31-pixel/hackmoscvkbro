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Источник: Факт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599" y="617219"/>
            <a:ext cx="685799" cy="57149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99" y="1234439"/>
            <a:ext cx="10972799" cy="15087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3199" b="1">
                <a:solidFill>
                  <a:srgbClr val="000000"/>
                </a:solidFill>
                <a:latin typeface="Manrope"/>
              </a:defRPr>
            </a:pPr>
            <a:r>
              <a:t>TODO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99" y="3017519"/>
            <a:ext cx="10972799" cy="2674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799" b="0">
                <a:solidFill>
                  <a:srgbClr val="000000"/>
                </a:solidFill>
                <a:latin typeface="Manrope"/>
              </a:defRPr>
            </a:pPr>
            <a:r>
              <a:t>Факт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99" y="6438899"/>
            <a:ext cx="4762499" cy="2666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  <a:defRPr sz="1199" b="0">
                <a:solidFill>
                  <a:srgbClr val="3D3D3D"/>
                </a:solidFill>
                <a:latin typeface="Manrope"/>
              </a:defRPr>
            </a:pPr>
            <a:r>
              <a:t>01 / Deckly.Ai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