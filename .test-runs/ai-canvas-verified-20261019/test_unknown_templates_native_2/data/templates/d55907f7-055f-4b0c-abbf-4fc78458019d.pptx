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4b2e77f6-be4e-4590-a3fc-51a822ab0f4b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