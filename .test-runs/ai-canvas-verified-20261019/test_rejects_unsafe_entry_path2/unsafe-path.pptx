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../outside.xml>payload
</file>

<file path=ppt/_rels/presentation.xml.rels><Relationships xmlns="http://schemas.openxmlformats.org/package/2006/relationships"/>
</file>