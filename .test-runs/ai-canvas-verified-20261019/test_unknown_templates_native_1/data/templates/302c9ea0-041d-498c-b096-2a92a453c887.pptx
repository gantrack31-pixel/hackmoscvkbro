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3b37b994-a60e-44fe-906c-d9d0bae82f31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