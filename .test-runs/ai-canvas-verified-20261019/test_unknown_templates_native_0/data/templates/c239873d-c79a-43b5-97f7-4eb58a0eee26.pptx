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21ce6c98-4ad8-4aec-b535-f6c6e14553b9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