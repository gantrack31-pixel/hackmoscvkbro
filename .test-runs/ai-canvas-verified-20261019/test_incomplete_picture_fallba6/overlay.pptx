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972800" cy="6172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972800" cy="6172200"/>
          </a:xfrm>
          <a:prstGeom prst="round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