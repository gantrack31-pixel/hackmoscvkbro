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

<file path=/absolute.xml>payload
</file>