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external.rels><Relationships xmlns="http://schemas.openxmlformats.org/package/2006/relationships"><Relationship Id="rId1" TargetMode="External" Target="https://example.test/image" Type="image"/></Relationships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