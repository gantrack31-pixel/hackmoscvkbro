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c06e864a-a24d-4232-b1cb-55466dceb25c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