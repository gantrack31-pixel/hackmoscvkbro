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Пилот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Неизвестный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Содержимое из произвольного PPTX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План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0" y="1828800"/>
          <a:ext cx="27432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