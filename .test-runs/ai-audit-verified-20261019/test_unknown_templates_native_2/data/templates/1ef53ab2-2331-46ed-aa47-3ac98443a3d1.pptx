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44d4a16b-2c46-4e5b-9a47-2a4687bdf399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