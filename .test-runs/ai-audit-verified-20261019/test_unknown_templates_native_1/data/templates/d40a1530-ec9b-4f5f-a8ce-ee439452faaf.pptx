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104a8b17-b130-4187-bb28-00674c085120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