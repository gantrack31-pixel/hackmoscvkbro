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

<file path=ppt/slides/_rels/slide1.xml.rels><?xml version="1.0"?>
            <Relationships xmlns="http://schemas.openxmlformats.org/package/2006/relationships">
              <Relationship Id="rId1" Type="slide" Target="slides/missing.xml"/>
            </Relationships>
</file>