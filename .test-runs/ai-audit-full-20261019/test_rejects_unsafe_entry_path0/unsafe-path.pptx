
<file path=[Content_Types].xml><?xml version="1.0" encoding="utf-8"?>
<Types xmlns="http://schemas.openxmlformats.org/package/2006/content-types"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_rels/presentation.xml.rels><Relationships xmlns="http://schemas.openxmlformats.org/package/2006/relationships"/>
</file>

<file path=../outside.xml>payload
</file>