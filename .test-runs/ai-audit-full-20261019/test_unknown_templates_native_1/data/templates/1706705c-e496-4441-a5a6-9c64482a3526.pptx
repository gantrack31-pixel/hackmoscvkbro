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483ca9ca-770c-467e-a270-889480374137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