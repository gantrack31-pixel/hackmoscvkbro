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Arial"/>
              </a:defRPr>
            </a:pPr>
            <a:r>
              <a:t>Unseen template 20c62b6d-b5e5-42fc-ad17-6396f9ccb499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