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3b5ba008-9261-41ff-9305-99a1357c2396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