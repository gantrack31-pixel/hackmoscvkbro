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accent1">
                <a:tint val="100000"/>
                <a:shade val="100000"/>
                <a:satMod val="130000"/>
              </a:schemeClr>
            </a:gs>
            <a:gs pos="100000">
              <a:schemeClr val="accent1">
                <a:tint val="50000"/>
                <a:shade val="100000"/>
                <a:satMod val="350000"/>
              </a:schemeClr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213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latin typeface="Custom Corporate Font"/>
              </a:defRPr>
            </a:pPr>
            <a:r>
              <a:t>Текст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