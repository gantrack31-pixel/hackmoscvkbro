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81fb25b3-7dd1-4e02-a81f-b63cbb304a80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