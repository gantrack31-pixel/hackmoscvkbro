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7ccfc0fe-ad8c-4518-81d8-cf911a8d1223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