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0000"/>
          <a:stretch>
            <a:fillRect/>
          </a:stretch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