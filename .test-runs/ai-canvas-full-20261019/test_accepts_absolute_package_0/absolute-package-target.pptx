
<file path=[Content_Types].xml><?xml version="1.0" encoding="utf-8"?>
<Types xmlns="http://schemas.openxmlformats.org/package/2006/content-types"/>
</file>

<file path=_rels/.rels><Relationships xmlns="http://schemas.openxmlformats.org/package/2006/relationships"/>
</file>

<file path=ppt/presentation.xml><?xml version="1.0" encoding="utf-8"?>
<presentation xmlns="http://schemas.openxmlformats.org/presentationml/2006/main"/>
</file>

<file path=ppt/_rels/presentation.xml.rels><Relationships xmlns="http://schemas.openxmlformats.org/package/2006/relationships"/>
</file>

<file path=ppt/slides/_rels/slide1.xml.rels><?xml version="1.0"?>
            <Relationships xmlns="http://schemas.openxmlformats.org/package/2006/relationships">
              <Relationship Id="rId1" Type="slide" Target="/ppt/slides/slide1.xml"/>
            </Relationships>
</file>

<file path=ppt/slides/slide1.xml><?xml version="1.0" encoding="utf-8"?>
<slide/>
</file>