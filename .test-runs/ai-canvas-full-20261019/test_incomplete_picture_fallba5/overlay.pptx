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172200"/>
          </a:xfrm>
          <a:prstGeom prst="rect">
            <a:avLst/>
          </a:prstGeom>
          <a:ln w="27432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