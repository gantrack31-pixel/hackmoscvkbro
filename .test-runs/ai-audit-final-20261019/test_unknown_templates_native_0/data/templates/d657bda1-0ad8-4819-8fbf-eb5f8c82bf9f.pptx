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def2e584-d766-475d-9749-27474954397a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