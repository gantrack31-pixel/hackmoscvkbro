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solidFill>
            <a:srgbClr val="284A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Corporate Font"/>
              </a:defRPr>
            </a:pPr>
            <a:r>
              <a:t>Corporate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