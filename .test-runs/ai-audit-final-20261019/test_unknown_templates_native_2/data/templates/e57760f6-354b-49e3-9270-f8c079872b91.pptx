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7bb9a5ae-1baa-4969-b189-1c09eeb542e8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