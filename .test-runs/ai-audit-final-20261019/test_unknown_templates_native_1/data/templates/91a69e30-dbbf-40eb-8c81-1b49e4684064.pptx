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latin typeface="Arial"/>
              </a:defRPr>
            </a:pPr>
            <a:r>
              <a:t>Unseen template 3387dfd4-cf21-4381-87ff-0be365ff904e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