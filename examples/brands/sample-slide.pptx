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99" y="617219"/>
            <a:ext cx="685799" cy="571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1234439"/>
            <a:ext cx="10972799" cy="1508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3199" b="1">
                <a:solidFill>
                  <a:srgbClr val="006AD8"/>
                </a:solidFill>
                <a:latin typeface="Manrope"/>
              </a:defRPr>
            </a:pPr>
            <a:r>
              <a:t>Одна мысль — один слайд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3017519"/>
            <a:ext cx="10972799" cy="2674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99" b="0">
                <a:solidFill>
                  <a:srgbClr val="142A45"/>
                </a:solidFill>
                <a:latin typeface="Manrope"/>
              </a:defRPr>
            </a:pPr>
            <a:r>
              <a:t>Образец содержит редактируемый текст. Цвета и шрифты читаются из темы; это учебный файл.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99" y="6438899"/>
            <a:ext cx="47624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defRPr sz="1199" b="0">
                <a:solidFill>
                  <a:srgbClr val="4C5D72"/>
                </a:solidFill>
                <a:latin typeface="Manrope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