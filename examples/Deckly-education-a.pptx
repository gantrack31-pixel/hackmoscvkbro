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1577338"/>
            <a:ext cx="10855756" cy="20573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320" b="1">
                <a:solidFill>
                  <a:srgbClr val="0077FF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4046214"/>
            <a:ext cx="10861852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От идеи до слайдов — без рутины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 оформление и 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71779" y="2440226"/>
          <a:ext cx="10861852" cy="373196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Сначала структура, затем оформление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 презентации.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Одна история — три композиции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1779" y="2440226"/>
          <a:ext cx="10861852" cy="373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0926"/>
                <a:gridCol w="5430926"/>
              </a:tblGrid>
              <a:tr h="932991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932991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991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992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Каждый тезис связан с источником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 Совпадение текста не заменяет смысловую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Проверка показывает, что улучшить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Результат можно редактировать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 Также доступны PDF и 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7219"/>
            <a:ext cx="685800" cy="571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7875" y="754379"/>
            <a:ext cx="10855756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Следующий шаг — проверить на своих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1779" y="1773476"/>
            <a:ext cx="10861852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 оцените результат.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