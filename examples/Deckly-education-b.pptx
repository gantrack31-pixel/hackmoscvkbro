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1577338"/>
            <a:ext cx="7816144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4046214"/>
            <a:ext cx="7386059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71779" y="2440226"/>
          <a:ext cx="7386059" cy="373196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1779" y="2440226"/>
          <a:ext cx="7386059" cy="373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3029"/>
                <a:gridCol w="3693030"/>
              </a:tblGrid>
              <a:tr h="932991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1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992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текста не заменяет смысловую проверку.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модель, когда она подключена.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версию можно восстановить.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доступны PDF и HTML.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10750" y="0"/>
            <a:ext cx="2381250" cy="6857991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96500" y="2537456"/>
            <a:ext cx="1905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7500" b="1">
                <a:solidFill>
                  <a:srgbClr val="FFFFFF"/>
                </a:solidFill>
                <a:latin typeface="Play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7875" y="754379"/>
            <a:ext cx="7816144" cy="6439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 на своих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1779" y="1773476"/>
            <a:ext cx="7386059" cy="4398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