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577338"/>
            <a:ext cx="10972800" cy="2057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400" b="1">
                <a:solidFill>
                  <a:srgbClr val="4472C4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046214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3684266"/>
          <a:ext cx="10972800" cy="2007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3684266"/>
          <a:ext cx="10972800" cy="200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1966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501966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1966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1968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 текста не заменяет смысловую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 доступны PDF и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34438"/>
            <a:ext cx="109728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Следующий шаг — проверить на своих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17516"/>
            <a:ext cx="109728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