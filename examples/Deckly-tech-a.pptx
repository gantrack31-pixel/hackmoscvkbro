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3003"/>
            <a:ext cx="8229600" cy="1543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320" b="1">
                <a:solidFill>
                  <a:srgbClr val="0077FF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34661"/>
            <a:ext cx="8229600" cy="113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37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763199"/>
          <a:ext cx="8229600" cy="15058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37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63199"/>
          <a:ext cx="8229600" cy="1505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647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3764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47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47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 текста не заменяет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смысловую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 модель, когда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она подключена.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 версию можно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восстановить.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 доступны PDF и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62914"/>
            <a:ext cx="514350" cy="4286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25828"/>
            <a:ext cx="8229600" cy="1028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Следующий шаг — проверить на своих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3200" b="1">
                <a:solidFill>
                  <a:srgbClr val="0077FF"/>
                </a:solidFill>
                <a:latin typeface="Play"/>
              </a:defRPr>
            </a:pPr>
            <a:r>
              <a:t>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63137"/>
            <a:ext cx="8229600" cy="20059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29168"/>
            <a:ext cx="357187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9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