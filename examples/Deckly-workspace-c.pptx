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слайдов</c:v>
                </c:pt>
              </c:strCache>
            </c:strRef>
          </c:tx>
          <c:spPr>
            <a:solidFill>
              <a:srgbClr val="4472C4"/>
            </a:solidFill>
          </c:spPr>
          <c:cat>
            <c:strRef>
              <c:f>Sheet1!$A$2:$A$4</c:f>
              <c:strCache>
                <c:ptCount val="3"/>
                <c:pt idx="0">
                  <c:v>VK Tech</c:v>
                </c:pt>
                <c:pt idx="1">
                  <c:v>VK WorkSpace</c:v>
                </c:pt>
                <c:pt idx="2">
                  <c:v>VK Education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54.0</c:v>
                </c:pt>
                <c:pt idx="1">
                  <c:v>29.0</c:v>
                </c:pt>
                <c:pt idx="2">
                  <c:v>55.0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слайдов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Цифровой дизайнер презентаций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Материалы уже есть. Время уходит на структуру, оформление и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Заголовки и тезисы можно изменить до создания презентации.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Цитата помогает найти основание утверждения. Совпадение текста не заменяет смысловую проверку.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Геометрия и плотность проверяются правилами. Смысл проверяет модель, когда она подключена.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Изменения применяются к выбранным замечаниям. Предыдущую версию можно восстановить.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PPTX содержит текстовые блоки, таблицы и диаграммы. Также доступны PDF и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Источник: Загрузите незнакомый шаблон, добавьте материал и оцените результат.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799"/>
            <a:ext cx="10363200" cy="190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577338"/>
            <a:ext cx="10363200" cy="205739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5400" b="1">
                <a:solidFill>
                  <a:srgbClr val="4472C4"/>
                </a:solidFill>
                <a:latin typeface="Play"/>
              </a:defRPr>
            </a:pPr>
            <a:r>
              <a:t>Deckly.Ai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46214"/>
            <a:ext cx="10363200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Цифровой дизайнер презентаций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01 / Deckly.Ai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799"/>
            <a:ext cx="10363200" cy="190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34438"/>
            <a:ext cx="10363200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От идеи до слайдов — без рутины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16"/>
            <a:ext cx="10363200" cy="2674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Материалы уже есть. Время уходит на структуру, оформление и проверку.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02 / Deckly.Ai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799"/>
            <a:ext cx="10363200" cy="190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34438"/>
            <a:ext cx="10363200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Три исходных шаблона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16"/>
            <a:ext cx="103632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50" b="0">
                <a:solidFill>
                  <a:srgbClr val="475569"/>
                </a:solidFill>
                <a:latin typeface="Play"/>
              </a:defRPr>
            </a:pPr>
            <a:r>
              <a:t>Количество слайдов в предоставленных PPTX-файлах.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3684266"/>
          <a:ext cx="10363200" cy="200786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03 / Deckly.Ai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799"/>
            <a:ext cx="10363200" cy="190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34438"/>
            <a:ext cx="10363200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Сначала структура, затем оформление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16"/>
            <a:ext cx="10363200" cy="2674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Заголовки и тезисы можно изменить до создания презентации.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04 / Deckly.Ai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799"/>
            <a:ext cx="10363200" cy="190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34438"/>
            <a:ext cx="10363200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Одна история — три композиции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16"/>
            <a:ext cx="103632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650" b="0">
                <a:solidFill>
                  <a:srgbClr val="475569"/>
                </a:solidFill>
                <a:latin typeface="Play"/>
              </a:defRPr>
            </a:pPr>
            <a:r>
              <a:t>Содержание не переписывается при выборе оформления.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3684266"/>
          <a:ext cx="10363200" cy="2007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0"/>
                <a:gridCol w="5181600"/>
              </a:tblGrid>
              <a:tr h="501966"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Вариант</a:t>
                      </a:r>
                    </a:p>
                  </a:txBody>
                  <a:tcPr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1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Композиция</a:t>
                      </a:r>
                    </a:p>
                  </a:txBody>
                  <a:tcPr>
                    <a:solidFill>
                      <a:srgbClr val="EAF3FF"/>
                    </a:solidFill>
                  </a:tcPr>
                </a:tc>
              </a:tr>
              <a:tr h="501966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Поля исходного шаблона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1966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Цветовой акцент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1968"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50" b="0">
                          <a:solidFill>
                            <a:srgbClr val="0F172A"/>
                          </a:solidFill>
                          <a:latin typeface="Play"/>
                        </a:defRPr>
                      </a:pPr>
                      <a:r>
                        <a:t>Увеличенные отступы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05 / Deckly.Ai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799"/>
            <a:ext cx="10363200" cy="190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34438"/>
            <a:ext cx="10363200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Каждый тезис связан с источником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16"/>
            <a:ext cx="10363200" cy="2674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Цитата помогает найти основание утверждения. Совпадение текста не заменяет смысловую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проверку.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06 / Deckly.Ai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799"/>
            <a:ext cx="10363200" cy="190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34438"/>
            <a:ext cx="10363200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Проверка показывает, что улучшить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16"/>
            <a:ext cx="10363200" cy="2674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Геометрия и плотность проверяются правилами. Смысл проверяет модель, когда она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подключена.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07 / Deckly.Ai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799"/>
            <a:ext cx="10363200" cy="190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34438"/>
            <a:ext cx="10363200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Вы выбираете исправления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16"/>
            <a:ext cx="10363200" cy="2674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Изменения применяются к выбранным замечаниям. Предыдущую версию можно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восстановить.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08 / Deckly.Ai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799"/>
            <a:ext cx="10363200" cy="190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34438"/>
            <a:ext cx="10363200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Результат можно редактировать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16"/>
            <a:ext cx="10363200" cy="2674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PPTX содержит текстовые блоки, таблицы и диаграммы. Также доступны PDF и HTML.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09 / Deckly.Ai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685799"/>
            <a:ext cx="10363200" cy="1905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34438"/>
            <a:ext cx="10363200" cy="150875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Следующий шаг — проверить на своих</a:t>
            </a:r>
          </a:p>
          <a:p>
            <a:pPr>
              <a:lnSpc>
                <a:spcPct val="128000"/>
              </a:lnSpc>
              <a:spcAft>
                <a:spcPts val="0"/>
              </a:spcAft>
              <a:defRPr sz="4000" b="1">
                <a:solidFill>
                  <a:srgbClr val="4472C4"/>
                </a:solidFill>
                <a:latin typeface="Play"/>
              </a:defRPr>
            </a:pPr>
            <a:r>
              <a:t>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16"/>
            <a:ext cx="10363200" cy="2674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800" b="0">
                <a:solidFill>
                  <a:srgbClr val="475569"/>
                </a:solidFill>
                <a:latin typeface="Play"/>
              </a:defRPr>
            </a:pPr>
            <a:r>
              <a:t>Загрузите незнакомый шаблон, добавьте материал и оцените результат.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438891"/>
            <a:ext cx="47625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8000"/>
              </a:lnSpc>
              <a:spcAft>
                <a:spcPts val="0"/>
              </a:spcAft>
              <a:defRPr sz="1200" b="0">
                <a:solidFill>
                  <a:srgbClr val="64748B"/>
                </a:solidFill>
                <a:latin typeface="Play"/>
              </a:defRPr>
            </a:pPr>
            <a:r>
              <a:t>10 / Deckly.Ai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