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слайдов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VK Tech</c:v>
                </c:pt>
                <c:pt idx="1">
                  <c:v>VK WorkSpace</c:v>
                </c:pt>
                <c:pt idx="2">
                  <c:v>VK Education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54.0</c:v>
                </c:pt>
                <c:pt idx="1">
                  <c:v>29.0</c:v>
                </c:pt>
                <c:pt idx="2">
                  <c:v>55.0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слайдов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Цифровой дизайнер презентаций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Материалы уже есть. Время уходит на структуру, оформление и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Заголовки и тезисы можно изменить до создания презентации.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Цитата помогает найти основание утверждения. Совпадение текста не заменяет смысловую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Геометрия и плотность проверяются правилами. Смысл проверяет модель, когда она подключена.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Изменения применяются к выбранным замечаниям. Предыдущую версию можно восстановить.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PPTX содержит текстовые блоки, таблицы и диаграммы. Также доступны PDF и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Загрузите незнакомый шаблон, добавьте материал и оцените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58062" y="0"/>
            <a:ext cx="1785937" cy="514349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72375" y="1903092"/>
            <a:ext cx="14287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5625" b="1">
                <a:solidFill>
                  <a:srgbClr val="FFFFFF"/>
                </a:solidFill>
                <a:latin typeface="Play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3003"/>
            <a:ext cx="5925312" cy="1543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320" b="1">
                <a:solidFill>
                  <a:srgbClr val="0077FF"/>
                </a:solidFill>
                <a:latin typeface="Play"/>
              </a:defRPr>
            </a:pPr>
            <a:r>
              <a:t>Deckly.Ai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34661"/>
            <a:ext cx="5596128" cy="113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Цифровой дизайнер презентаций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01 / Deckly.Ai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58062" y="0"/>
            <a:ext cx="1785937" cy="514349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72375" y="1903092"/>
            <a:ext cx="14287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5625" b="1">
                <a:solidFill>
                  <a:srgbClr val="FFFFFF"/>
                </a:solidFill>
                <a:latin typeface="Play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25828"/>
            <a:ext cx="5925312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От идеи до слайдов — без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рутины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63137"/>
            <a:ext cx="5596128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Материалы уже есть. Время уходит на структуру,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оформление и проверку.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02 / Deckly.Ai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58062" y="0"/>
            <a:ext cx="1785937" cy="514349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72375" y="1903092"/>
            <a:ext cx="14287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5625" b="1">
                <a:solidFill>
                  <a:srgbClr val="FFFFFF"/>
                </a:solidFill>
                <a:latin typeface="Play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25828"/>
            <a:ext cx="5925312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Три исходных шаблона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63137"/>
            <a:ext cx="55961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37" b="0">
                <a:solidFill>
                  <a:srgbClr val="475569"/>
                </a:solidFill>
                <a:latin typeface="Play"/>
              </a:defRPr>
            </a:pPr>
            <a:r>
              <a:t>Количество слайдов в предоставленных PPTX-файлах.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763199"/>
          <a:ext cx="5596128" cy="15058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03 / Deckly.Ai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58062" y="0"/>
            <a:ext cx="1785937" cy="514349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72375" y="1903092"/>
            <a:ext cx="14287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5625" b="1">
                <a:solidFill>
                  <a:srgbClr val="FFFFFF"/>
                </a:solidFill>
                <a:latin typeface="Play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25828"/>
            <a:ext cx="5925312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Сначала структура, затем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оформление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63137"/>
            <a:ext cx="5596128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Заголовки и тезисы можно изменить до создания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презентации.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04 / Deckly.Ai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58062" y="0"/>
            <a:ext cx="1785937" cy="514349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72375" y="1903092"/>
            <a:ext cx="14287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5625" b="1">
                <a:solidFill>
                  <a:srgbClr val="FFFFFF"/>
                </a:solidFill>
                <a:latin typeface="Play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25828"/>
            <a:ext cx="5925312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Одна история — три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композиции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63137"/>
            <a:ext cx="55961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37" b="0">
                <a:solidFill>
                  <a:srgbClr val="475569"/>
                </a:solidFill>
                <a:latin typeface="Play"/>
              </a:defRPr>
            </a:pPr>
            <a:r>
              <a:t>Содержание не переписывается при выборе оформления.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763199"/>
          <a:ext cx="5596128" cy="1505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064"/>
                <a:gridCol w="2798064"/>
              </a:tblGrid>
              <a:tr h="37647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Вариант</a:t>
                      </a:r>
                    </a:p>
                  </a:txBody>
                  <a:tcPr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Композиция</a:t>
                      </a:r>
                    </a:p>
                  </a:txBody>
                  <a:tcPr>
                    <a:solidFill>
                      <a:srgbClr val="EAF3FF"/>
                    </a:solidFill>
                  </a:tcPr>
                </a:tc>
              </a:tr>
              <a:tr h="37647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Поля исходного шаблона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647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Цветовой акцент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647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Увеличенные отступы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05 / Deckly.Ai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58062" y="0"/>
            <a:ext cx="1785937" cy="514349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72375" y="1903092"/>
            <a:ext cx="14287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5625" b="1">
                <a:solidFill>
                  <a:srgbClr val="FFFFFF"/>
                </a:solidFill>
                <a:latin typeface="Play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25828"/>
            <a:ext cx="5925312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Каждый тезис связан с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источником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63137"/>
            <a:ext cx="5596128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Цитата помогает найти основание утверждения.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Совпадение текста не заменяет смысловую проверку.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06 / Deckly.Ai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58062" y="0"/>
            <a:ext cx="1785937" cy="514349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72375" y="1903092"/>
            <a:ext cx="14287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5625" b="1">
                <a:solidFill>
                  <a:srgbClr val="FFFFFF"/>
                </a:solidFill>
                <a:latin typeface="Play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25828"/>
            <a:ext cx="5925312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Проверка показывает, что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улучшить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63137"/>
            <a:ext cx="5596128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Геометрия и плотность проверяются правилами. Смысл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проверяет модель, когда она подключена.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07 / Deckly.Ai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58062" y="0"/>
            <a:ext cx="1785937" cy="514349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72375" y="1903092"/>
            <a:ext cx="14287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5625" b="1">
                <a:solidFill>
                  <a:srgbClr val="FFFFFF"/>
                </a:solidFill>
                <a:latin typeface="Play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25828"/>
            <a:ext cx="5925312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Вы выбираете исправления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63137"/>
            <a:ext cx="5596128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Изменения применяются к выбранным замечаниям.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Предыдущую версию можно восстановить.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08 / Deckly.Ai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58062" y="0"/>
            <a:ext cx="1785937" cy="514349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72375" y="1903092"/>
            <a:ext cx="14287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5625" b="1">
                <a:solidFill>
                  <a:srgbClr val="FFFFFF"/>
                </a:solidFill>
                <a:latin typeface="Play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25828"/>
            <a:ext cx="5925312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Результат можно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редактировать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63137"/>
            <a:ext cx="5596128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PPTX содержит текстовые блоки, таблицы и диаграммы.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Также доступны PDF и HTML.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09 / Deckly.Ai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58062" y="0"/>
            <a:ext cx="1785937" cy="514349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72375" y="1903092"/>
            <a:ext cx="14287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5625" b="1">
                <a:solidFill>
                  <a:srgbClr val="FFFFFF"/>
                </a:solidFill>
                <a:latin typeface="Play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25828"/>
            <a:ext cx="5925312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Следующий шаг — проверить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на своих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63137"/>
            <a:ext cx="5596128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Загрузите незнакомый шаблон, добавьте материал и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оцените результат.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10 / Deckly.Ai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