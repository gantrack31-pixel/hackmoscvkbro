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83003"/>
            <a:ext cx="7772400" cy="154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320" b="1">
                <a:solidFill>
                  <a:srgbClr val="0077FF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34661"/>
            <a:ext cx="7772400" cy="113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37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2763199"/>
          <a:ext cx="7772400" cy="15058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37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763199"/>
          <a:ext cx="7772400" cy="150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647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3764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4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47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 текста не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заменяет смысловую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 модель,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когда она подключена.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 версию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можно восстановить.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 доступны PDF и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4349"/>
            <a:ext cx="7772400" cy="142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25828"/>
            <a:ext cx="77724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Следующий шаг — проверить на своих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63137"/>
            <a:ext cx="77724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