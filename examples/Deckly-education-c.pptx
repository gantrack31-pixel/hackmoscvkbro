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слайдов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WorkSpace</c:v>
                </c:pt>
                <c:pt idx="2">
                  <c:v>VK Education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29.0</c:v>
                </c:pt>
                <c:pt idx="2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слайдов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Цифровой дизайнер презентаций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Материалы уже есть. Время уходит на структуру, оформление 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Заголовки и тезисы можно изменить до создания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Цитата помогает найти основание утверждения. Совпадение текста не заменяет смысловую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PPTX содержит текстовые блоки, таблицы и диаграммы. Также доступны PDF и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Загрузите незнакомый шаблон, добавьте материал и оцените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77338"/>
            <a:ext cx="10363200" cy="20573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320" b="1">
                <a:solidFill>
                  <a:srgbClr val="0077FF"/>
                </a:solidFill>
                <a:latin typeface="Play"/>
              </a:defRPr>
            </a:pPr>
            <a:r>
              <a:t>Deckly.Ai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46214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Цифровой дизайнер презентаций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4379"/>
            <a:ext cx="10363200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От идеи до слайдов — без рутины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73476"/>
            <a:ext cx="10363200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Материалы уже есть. Время уходит на структуру, оформление и 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02 / Deckly.Ai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4379"/>
            <a:ext cx="10363200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Три исходных шаблона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73476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Количество слайдов в предоставленных PPTX-файлах.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2440226"/>
          <a:ext cx="10363200" cy="373196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03 / Deckly.Ai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4379"/>
            <a:ext cx="10363200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Сначала структура, затем оформление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73476"/>
            <a:ext cx="10363200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Заголовки и тезисы можно изменить до создания презентации.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04 / Deckly.Ai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4379"/>
            <a:ext cx="10363200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Одна история — три композиции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73476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Содержание не переписывается при выборе оформления.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40226"/>
          <a:ext cx="10363200" cy="373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  <a:gridCol w="5181600"/>
              </a:tblGrid>
              <a:tr h="932991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Вариант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Композиция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</a:tr>
              <a:tr h="932991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Поля исходного шаблона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991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Цветовой акцент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992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Увеличенные отступы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05 / Deckly.Ai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4379"/>
            <a:ext cx="10363200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Каждый тезис связан с источником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73476"/>
            <a:ext cx="10363200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Цитата помогает найти основание утверждения. Совпадение текста не заменяет смысловую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06 / Deckly.Ai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4379"/>
            <a:ext cx="10363200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Проверка показывает, что улучшить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73476"/>
            <a:ext cx="10363200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Геометрия и плотность проверяются правилами. Смысл проверяет модель, когда она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подключена.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07 / Deckly.Ai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4379"/>
            <a:ext cx="10363200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Вы выбираете исправления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73476"/>
            <a:ext cx="10363200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Изменения применяются к выбранным замечаниям. Предыдущую версию можно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восстановить.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08 / Deckly.Ai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4379"/>
            <a:ext cx="10363200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Результат можно редактировать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73476"/>
            <a:ext cx="10363200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PPTX содержит текстовые блоки, таблицы и диаграммы. Также доступны PDF и 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09 / Deckly.Ai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4379"/>
            <a:ext cx="10363200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Следующий шаг — проверить на своих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73476"/>
            <a:ext cx="10363200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Загрузите незнакомый шаблон, добавьте материал и оцените результат.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10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