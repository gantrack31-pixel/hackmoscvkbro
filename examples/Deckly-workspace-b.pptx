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77338"/>
            <a:ext cx="7900415" cy="2057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400" b="1">
                <a:solidFill>
                  <a:srgbClr val="4472C4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46214"/>
            <a:ext cx="7461504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От идеи до слайдов — без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рутины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проверку.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09600" y="3684266"/>
          <a:ext cx="7461504" cy="2007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Сначала структура, затем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оформление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3684266"/>
          <a:ext cx="7461504" cy="200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752"/>
                <a:gridCol w="3730752"/>
              </a:tblGrid>
              <a:tr h="501966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501966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1966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1968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Каждый тезис связан с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источником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текста не заменяет смысловую проверку.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Проверка показывает, что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улучшить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модель, когда она подключена.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версию можно восстановить.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Результат можно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редактировать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доступны PDF и HTML.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4438"/>
            <a:ext cx="7900415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Следующий шаг — проверить на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своих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7516"/>
            <a:ext cx="7461504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